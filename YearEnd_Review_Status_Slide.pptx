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Year-End Performance Review 2026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Sankar Sasmal  |  Sr. Associate Researcher, R&amp;D — Shell Bangalore  |  YTD Sept 2026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3636264" cy="1755648"/>
          </a:xfrm>
          <a:prstGeom prst="roundRect">
            <a:avLst>
              <a:gd name="adj" fmla="val 46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9AA5B8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15727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011680"/>
            <a:ext cx="3233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ILS-8 H₂ Supply Upgrade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432304"/>
            <a:ext cx="3233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low-cost high-pressure H₂ &amp; compressor-bypass enhancement — unlocking multi-program flexibility on existing assets.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76344" y="1444752"/>
            <a:ext cx="3636264" cy="1755648"/>
          </a:xfrm>
          <a:prstGeom prst="roundRect">
            <a:avLst>
              <a:gd name="adj" fmla="val 46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9AA5B8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77512" y="15727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477512" y="2011680"/>
            <a:ext cx="3233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&gt;70% Asset Uptime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477512" y="2432304"/>
            <a:ext cx="3233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ILS &amp; PID uptime above 70% while executing 3+ MOCs, keeping BTCSR experimentation running live.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95488" y="1444752"/>
            <a:ext cx="3636264" cy="1755648"/>
          </a:xfrm>
          <a:prstGeom prst="roundRect">
            <a:avLst>
              <a:gd name="adj" fmla="val 46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9AA5B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96656" y="15727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296656" y="2011680"/>
            <a:ext cx="3233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ILS Digitalization Platform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296656" y="2432304"/>
            <a:ext cx="3233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unified data platform with an intern — automating integration &amp; analytics for real-time decisions and FTE savings.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4015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GOALS — STATUS SNAPSHOT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94176"/>
            <a:ext cx="2695194" cy="1312164"/>
          </a:xfrm>
          <a:prstGeom prst="roundRect">
            <a:avLst>
              <a:gd name="adj" fmla="val 4181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840480"/>
            <a:ext cx="82296" cy="82296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767328"/>
            <a:ext cx="23294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986784"/>
            <a:ext cx="24208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&amp; Responsible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370832"/>
            <a:ext cx="242087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incidents; 20+ PTWs issued; 3-yr calibration completed.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3316986" y="3694176"/>
            <a:ext cx="2695194" cy="1312164"/>
          </a:xfrm>
          <a:prstGeom prst="roundRect">
            <a:avLst>
              <a:gd name="adj" fmla="val 4181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4146" y="3840480"/>
            <a:ext cx="82296" cy="82296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73018" y="3767328"/>
            <a:ext cx="23294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3454146" y="3986784"/>
            <a:ext cx="24208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&amp; Compliance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454146" y="4370832"/>
            <a:ext cx="242087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E&amp;C adherence; capability report closing by Nov.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176772" y="3694176"/>
            <a:ext cx="2695194" cy="1312164"/>
          </a:xfrm>
          <a:prstGeom prst="roundRect">
            <a:avLst>
              <a:gd name="adj" fmla="val 4181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3932" y="3840480"/>
            <a:ext cx="82296" cy="82296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32804" y="3767328"/>
            <a:ext cx="23294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313932" y="3986784"/>
            <a:ext cx="24208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Thriving Community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313932" y="4370832"/>
            <a:ext cx="242087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Talk delivered; 8 connects coordinated; intern coached.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9036558" y="3694176"/>
            <a:ext cx="2695194" cy="1312164"/>
          </a:xfrm>
          <a:prstGeom prst="roundRect">
            <a:avLst>
              <a:gd name="adj" fmla="val 4181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73718" y="3840480"/>
            <a:ext cx="82296" cy="82296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92590" y="3767328"/>
            <a:ext cx="23294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9173718" y="3986784"/>
            <a:ext cx="24208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Delivery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173718" y="4370832"/>
            <a:ext cx="242087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ownership on GP toward Decision Review milestones.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457200" y="5143500"/>
            <a:ext cx="2695194" cy="1312164"/>
          </a:xfrm>
          <a:prstGeom prst="roundRect">
            <a:avLst>
              <a:gd name="adj" fmla="val 4181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5289804"/>
            <a:ext cx="82296" cy="82296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13232" y="5216652"/>
            <a:ext cx="23294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5436108"/>
            <a:ext cx="24208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Excellence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94360" y="5820156"/>
            <a:ext cx="242087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digitalization underway across assigned units.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3316986" y="5143500"/>
            <a:ext cx="2695194" cy="1312164"/>
          </a:xfrm>
          <a:prstGeom prst="roundRect">
            <a:avLst>
              <a:gd name="adj" fmla="val 4181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54146" y="5289804"/>
            <a:ext cx="82296" cy="82296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573018" y="5216652"/>
            <a:ext cx="23294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3454146" y="5436108"/>
            <a:ext cx="24208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Project Excellence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454146" y="5820156"/>
            <a:ext cx="242087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submitted; featured in PD-Townhall &amp; Coffee Corner.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6176772" y="5143500"/>
            <a:ext cx="2695194" cy="1312164"/>
          </a:xfrm>
          <a:prstGeom prst="roundRect">
            <a:avLst>
              <a:gd name="adj" fmla="val 4181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13932" y="5289804"/>
            <a:ext cx="82296" cy="82296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32804" y="5216652"/>
            <a:ext cx="23294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6313932" y="5436108"/>
            <a:ext cx="24208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Development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6313932" y="5820156"/>
            <a:ext cx="242087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Backup-operator training done; BTCSR certification in progress.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9036558" y="5143500"/>
            <a:ext cx="2695194" cy="1312164"/>
          </a:xfrm>
          <a:prstGeom prst="roundRect">
            <a:avLst>
              <a:gd name="adj" fmla="val 4181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73718" y="5289804"/>
            <a:ext cx="82296" cy="82296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292590" y="5216652"/>
            <a:ext cx="23294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9173718" y="5436108"/>
            <a:ext cx="24208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for the Future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9173718" y="5820156"/>
            <a:ext cx="242087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for Dec completion; guiding intern on rollout.</a:t>
            </a:r>
            <a:endParaRPr lang="en-US" sz="87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Year-End Review Discussion  •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2026-09-22T15:17:30Z</dcterms:created>
  <dcterms:modified xsi:type="dcterms:W3CDTF">2026-09-22T15:17:30Z</dcterms:modified>
</cp:coreProperties>
</file>