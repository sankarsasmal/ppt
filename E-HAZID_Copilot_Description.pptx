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— And Why the Draft Can Be Trusted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 and calculation-screening agent, not a decision-maker.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short input form and connected SOPs, P&amp;IDs, prior HAZID/HAZOP, RHAs, design data and literature, it produces an evidence-classified E-HAZID draft — hazard identification only. It never runs HAZOP worksheets, LOPA, safeguard or ESD assessment, and it never approves an operation.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earns trust — four design principles, not marketing claims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2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0233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Disagreement is preserved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61772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analytical passes run on the same evidence. Conflicts between them are shown to the workshop, never quietly averaged away.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2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3474720"/>
            <a:ext cx="411480" cy="41148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40233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finding is tiered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461772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Evidenced, Inferred, or Gap — shown explicitly, never blended into one confident narrative tone.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2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474720"/>
            <a:ext cx="411480" cy="41148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40233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invents site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461772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constants (LFL/UFL, exposure limits, API 941) are cited and used; missing site-specific data is labeled a gap, not filled 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32461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2F4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3474720"/>
            <a:ext cx="411480" cy="41148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972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62288" y="40233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no approval authority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461772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ends at a named human sign-off. The tool drafts the basis; it never accepts the risk.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2026-09-23T15:53:17Z</dcterms:created>
  <dcterms:modified xsi:type="dcterms:W3CDTF">2026-09-23T15:53:17Z</dcterms:modified>
</cp:coreProperties>
</file>