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73152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Year-End Performance Review 2026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3035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Sankar Sasmal  |  Sr. Associate Researcher, R&amp;D — Shell Bangalore  |  YTD Sept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607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HIGHLIGHTS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5545836" cy="1133856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5400000">
              <a:srgbClr val="9AA5B8">
                <a:alpha val="3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8368" y="144475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426464"/>
            <a:ext cx="4677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Zero-Capex Asset Upgrade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92224"/>
            <a:ext cx="51435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Repurposed ILS-8 using internal resources — delivering high-pressure H₂ &amp; compressor-bypass flexibility without new capital investment or extended timelines.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185916" y="1353312"/>
            <a:ext cx="5545836" cy="1133856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5400000">
              <a:srgbClr val="9AA5B8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87084" y="144475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71716" y="1426464"/>
            <a:ext cx="4677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&gt;70% Uptime, Zero Disruption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87084" y="1792224"/>
            <a:ext cx="51435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ILS &amp; PID uptime above 70% while executing 3+ MOCs — keeping live BTCSR experimentation on schedule.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57200" y="2615184"/>
            <a:ext cx="5545836" cy="1133856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5400000">
              <a:srgbClr val="9AA5B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8368" y="270662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688336"/>
            <a:ext cx="4677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Drove GP to Decision Review, Beyond Scope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3054096"/>
            <a:ext cx="51435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ownership beyond defined scope to keep GP moving — proactively resolving DOE calculation hiccups with PLs and overcoming execution challenges through persistence.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185916" y="2615184"/>
            <a:ext cx="5545836" cy="1133856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5400000">
              <a:srgbClr val="9AA5B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387084" y="270662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71716" y="2688336"/>
            <a:ext cx="4677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PD's Reputation as Partner of Choice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87084" y="3054096"/>
            <a:ext cx="51435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cross-collaborative GP delivery and mentored colleagues in unit operations &amp; data analysis — strengthening team capability and establishing PD as stakeholders' go-to partner.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136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GOALS — STATUS SNAPSHOT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187952"/>
            <a:ext cx="2695194" cy="1110996"/>
          </a:xfrm>
          <a:prstGeom prst="roundRect">
            <a:avLst>
              <a:gd name="adj" fmla="val 4938"/>
            </a:avLst>
          </a:prstGeom>
          <a:solidFill>
            <a:srgbClr val="F7F8FB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5216" y="4325112"/>
            <a:ext cx="73152" cy="7315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94944" y="4251960"/>
            <a:ext cx="2347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" y="4443984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&amp; Responsible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585216" y="4791456"/>
            <a:ext cx="2439162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2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incidents; 20+ PTWs issued; 3-yr calibration completed.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3316986" y="4187952"/>
            <a:ext cx="2695194" cy="1110996"/>
          </a:xfrm>
          <a:prstGeom prst="roundRect">
            <a:avLst>
              <a:gd name="adj" fmla="val 4938"/>
            </a:avLst>
          </a:prstGeom>
          <a:solidFill>
            <a:srgbClr val="F7F8FB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45002" y="4325112"/>
            <a:ext cx="73152" cy="73152"/>
          </a:xfrm>
          <a:prstGeom prst="ellipse">
            <a:avLst/>
          </a:prstGeom>
          <a:solidFill>
            <a:srgbClr val="02939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54730" y="4251960"/>
            <a:ext cx="2347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29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3445002" y="4443984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Ethics &amp; Compliance</a:t>
            </a:r>
            <a:endParaRPr lang="en-US" sz="1030" dirty="0"/>
          </a:p>
        </p:txBody>
      </p:sp>
      <p:sp>
        <p:nvSpPr>
          <p:cNvPr id="32" name="Text 30"/>
          <p:cNvSpPr txBox="1"/>
          <p:nvPr/>
        </p:nvSpPr>
        <p:spPr>
          <a:xfrm>
            <a:off x="3445002" y="4791456"/>
            <a:ext cx="2439162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2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E&amp;C adherence; capability report closing by Nov.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6176772" y="4187952"/>
            <a:ext cx="2695194" cy="1110996"/>
          </a:xfrm>
          <a:prstGeom prst="roundRect">
            <a:avLst>
              <a:gd name="adj" fmla="val 4938"/>
            </a:avLst>
          </a:prstGeom>
          <a:solidFill>
            <a:srgbClr val="F7F8FB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04788" y="4325112"/>
            <a:ext cx="73152" cy="73152"/>
          </a:xfrm>
          <a:prstGeom prst="ellipse">
            <a:avLst/>
          </a:prstGeom>
          <a:solidFill>
            <a:srgbClr val="02939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14516" y="4251960"/>
            <a:ext cx="2347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29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6304788" y="4443984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Thriving Community</a:t>
            </a:r>
            <a:endParaRPr lang="en-US" sz="1030" dirty="0"/>
          </a:p>
        </p:txBody>
      </p:sp>
      <p:sp>
        <p:nvSpPr>
          <p:cNvPr id="37" name="Text 35"/>
          <p:cNvSpPr txBox="1"/>
          <p:nvPr/>
        </p:nvSpPr>
        <p:spPr>
          <a:xfrm>
            <a:off x="6304788" y="4791456"/>
            <a:ext cx="2439162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2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Talk delivered; 8 connects coordinated; intern coached.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9036558" y="4187952"/>
            <a:ext cx="2695194" cy="1110996"/>
          </a:xfrm>
          <a:prstGeom prst="roundRect">
            <a:avLst>
              <a:gd name="adj" fmla="val 4938"/>
            </a:avLst>
          </a:prstGeom>
          <a:solidFill>
            <a:srgbClr val="F7F8FB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164574" y="4325112"/>
            <a:ext cx="73152" cy="73152"/>
          </a:xfrm>
          <a:prstGeom prst="ellipse">
            <a:avLst/>
          </a:prstGeom>
          <a:solidFill>
            <a:srgbClr val="02939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274302" y="4251960"/>
            <a:ext cx="2347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29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9164574" y="4443984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Delivery</a:t>
            </a:r>
            <a:endParaRPr lang="en-US" sz="1030" dirty="0"/>
          </a:p>
        </p:txBody>
      </p:sp>
      <p:sp>
        <p:nvSpPr>
          <p:cNvPr id="42" name="Text 40"/>
          <p:cNvSpPr txBox="1"/>
          <p:nvPr/>
        </p:nvSpPr>
        <p:spPr>
          <a:xfrm>
            <a:off x="9164574" y="4791456"/>
            <a:ext cx="2439162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2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ownership on GP toward Decision Review milestones.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457200" y="5426964"/>
            <a:ext cx="2695194" cy="1110996"/>
          </a:xfrm>
          <a:prstGeom prst="roundRect">
            <a:avLst>
              <a:gd name="adj" fmla="val 4938"/>
            </a:avLst>
          </a:prstGeom>
          <a:solidFill>
            <a:srgbClr val="F7F8FB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85216" y="5564124"/>
            <a:ext cx="73152" cy="73152"/>
          </a:xfrm>
          <a:prstGeom prst="ellipse">
            <a:avLst/>
          </a:prstGeom>
          <a:solidFill>
            <a:srgbClr val="02939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94944" y="5490972"/>
            <a:ext cx="2347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29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585216" y="5682996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Excellence</a:t>
            </a:r>
            <a:endParaRPr lang="en-US" sz="1030" dirty="0"/>
          </a:p>
        </p:txBody>
      </p:sp>
      <p:sp>
        <p:nvSpPr>
          <p:cNvPr id="47" name="Text 45"/>
          <p:cNvSpPr txBox="1"/>
          <p:nvPr/>
        </p:nvSpPr>
        <p:spPr>
          <a:xfrm>
            <a:off x="585216" y="6030468"/>
            <a:ext cx="2439162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2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digitalization underway across assigned units.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3316986" y="5426964"/>
            <a:ext cx="2695194" cy="1110996"/>
          </a:xfrm>
          <a:prstGeom prst="roundRect">
            <a:avLst>
              <a:gd name="adj" fmla="val 4938"/>
            </a:avLst>
          </a:prstGeom>
          <a:solidFill>
            <a:srgbClr val="F7F8FB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45002" y="5564124"/>
            <a:ext cx="73152" cy="73152"/>
          </a:xfrm>
          <a:prstGeom prst="ellipse">
            <a:avLst/>
          </a:prstGeom>
          <a:solidFill>
            <a:srgbClr val="029391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554730" y="5490972"/>
            <a:ext cx="2347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29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3445002" y="5682996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&amp; Project Excellence</a:t>
            </a:r>
            <a:endParaRPr lang="en-US" sz="1030" dirty="0"/>
          </a:p>
        </p:txBody>
      </p:sp>
      <p:sp>
        <p:nvSpPr>
          <p:cNvPr id="52" name="Text 50"/>
          <p:cNvSpPr txBox="1"/>
          <p:nvPr/>
        </p:nvSpPr>
        <p:spPr>
          <a:xfrm>
            <a:off x="3445002" y="6030468"/>
            <a:ext cx="2439162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2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 submitted; featured in PD-Townhall &amp; Coffee Corner.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6176772" y="5426964"/>
            <a:ext cx="2695194" cy="1110996"/>
          </a:xfrm>
          <a:prstGeom prst="roundRect">
            <a:avLst>
              <a:gd name="adj" fmla="val 4938"/>
            </a:avLst>
          </a:prstGeom>
          <a:solidFill>
            <a:srgbClr val="F7F8FB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04788" y="5564124"/>
            <a:ext cx="73152" cy="73152"/>
          </a:xfrm>
          <a:prstGeom prst="ellipse">
            <a:avLst/>
          </a:prstGeom>
          <a:solidFill>
            <a:srgbClr val="029391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414516" y="5490972"/>
            <a:ext cx="2347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29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750" dirty="0"/>
          </a:p>
        </p:txBody>
      </p:sp>
      <p:sp>
        <p:nvSpPr>
          <p:cNvPr id="56" name="Text 54"/>
          <p:cNvSpPr txBox="1"/>
          <p:nvPr/>
        </p:nvSpPr>
        <p:spPr>
          <a:xfrm>
            <a:off x="6304788" y="5682996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Development</a:t>
            </a:r>
            <a:endParaRPr lang="en-US" sz="1030" dirty="0"/>
          </a:p>
        </p:txBody>
      </p:sp>
      <p:sp>
        <p:nvSpPr>
          <p:cNvPr id="57" name="Text 55"/>
          <p:cNvSpPr txBox="1"/>
          <p:nvPr/>
        </p:nvSpPr>
        <p:spPr>
          <a:xfrm>
            <a:off x="6304788" y="6030468"/>
            <a:ext cx="2439162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2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Backup-operator training done; BTCSR certification in progress.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9036558" y="5426964"/>
            <a:ext cx="2695194" cy="1110996"/>
          </a:xfrm>
          <a:prstGeom prst="roundRect">
            <a:avLst>
              <a:gd name="adj" fmla="val 4938"/>
            </a:avLst>
          </a:prstGeom>
          <a:solidFill>
            <a:srgbClr val="F7F8FB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64574" y="5564124"/>
            <a:ext cx="73152" cy="73152"/>
          </a:xfrm>
          <a:prstGeom prst="ellipse">
            <a:avLst/>
          </a:prstGeom>
          <a:solidFill>
            <a:srgbClr val="02939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274302" y="5490972"/>
            <a:ext cx="23477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29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9164574" y="5682996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 for the Future</a:t>
            </a:r>
            <a:endParaRPr lang="en-US" sz="1030" dirty="0"/>
          </a:p>
        </p:txBody>
      </p:sp>
      <p:sp>
        <p:nvSpPr>
          <p:cNvPr id="62" name="Text 60"/>
          <p:cNvSpPr txBox="1"/>
          <p:nvPr/>
        </p:nvSpPr>
        <p:spPr>
          <a:xfrm>
            <a:off x="9164574" y="6030468"/>
            <a:ext cx="2439162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2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Digitalization platform on track for Dec; guiding intern.</a:t>
            </a:r>
            <a:endParaRPr lang="en-US" sz="820" dirty="0"/>
          </a:p>
        </p:txBody>
      </p:sp>
      <p:sp>
        <p:nvSpPr>
          <p:cNvPr id="63" name="Text 61"/>
          <p:cNvSpPr txBox="1"/>
          <p:nvPr/>
        </p:nvSpPr>
        <p:spPr>
          <a:xfrm>
            <a:off x="457200" y="6583680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Year-End Review Discussion  •  Confidential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2026-09-22T15:31:09Z</dcterms:created>
  <dcterms:modified xsi:type="dcterms:W3CDTF">2026-09-22T15:31:09Z</dcterms:modified>
</cp:coreProperties>
</file>