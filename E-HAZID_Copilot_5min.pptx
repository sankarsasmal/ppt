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Document Review, Research &amp; Draft Compilation (hrs)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to draft-ready hazard register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Traditional
(manual prep)</c:v>
                  </c:pt>
                  <c:pt idx="1">
                    <c:v>AI-Assisted
(Stage 1 synthesis)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6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E-HAZID Copilot: Time to a Review-Ready Draft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document synthesis vs. AI-assisted synthesis, before the human workshop begins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463040"/>
            <a:ext cx="484632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23760" y="16916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5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a review-ready draft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858000" y="3611880"/>
            <a:ext cx="4846320" cy="20574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379476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doesn't shrink: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workshop stays ~6-8 hrs — but starts from a sourced, gap-flagged draft instead of a blank page, so that time goes to judgment and disagreement, not data-gathering.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based on published HAZOP/HAZID effort benchmarks (IChemE) and typical AI document-synthesis throughput — not yet field-measured for this specific agent.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Labor: Where Each One Wins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accelerates synthesis; the workshop still owns judgment and disagreement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EAF3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— Stage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&amp; cross-checks SOPs, P&amp;IDs, HAZOPs, RHAs in minutes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tool-verified calculations (JT cooling, carbonyl formation, gas generation)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literature &amp; analogous-incident databases at scale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document silence and evidence gaps explicitly, every time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gets tired, skips a category, or forgets to check a citation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2F0EA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783080"/>
            <a:ext cx="457200" cy="457200"/>
          </a:xfrm>
          <a:prstGeom prst="ellipse">
            <a:avLst/>
          </a:prstGeom>
          <a:solidFill>
            <a:srgbClr val="C77B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Workshop — Stage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42316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tacit knowledge — near-misses that were never logged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whether a deviation is credible enough to act 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the AI's four analytical passes surfaced but couldn't settle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cross-discipline debate (ops vs. metallurgy vs. instrumentation)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with accountability — the report becomes an official record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AI compresses the synthesis bottleneck; it does not replace the judgment call — it makes the room's time worth more.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2026-09-16T15:03:38Z</dcterms:created>
  <dcterms:modified xsi:type="dcterms:W3CDTF">2026-09-16T15:03:38Z</dcterms:modified>
</cp:coreProperties>
</file>