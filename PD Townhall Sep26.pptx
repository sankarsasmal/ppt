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45" r:id="rId2"/>
    <p:sldId id="398" r:id="rId3"/>
    <p:sldId id="399" r:id="rId4"/>
    <p:sldId id="400" r:id="rId5"/>
  </p:sldIdLst>
  <p:sldSz cx="12192000" cy="6858000"/>
  <p:notesSz cx="6797675" cy="9926638"/>
  <p:embeddedFontLst>
    <p:embeddedFont>
      <p:font typeface="Inter"/>
      <p:regular r:id="rId8"/>
    </p:embeddedFont>
    <p:embeddedFont>
      <p:font typeface="ShellBook" panose="00000500000000000000" pitchFamily="2" charset="0"/>
      <p:regular r:id="rId9"/>
    </p:embeddedFont>
    <p:embeddedFont>
      <p:font typeface="ShellHeavy" panose="00000700000000000000" pitchFamily="2" charset="0"/>
      <p:regular r:id="rId10"/>
      <p:bold r:id="rId11"/>
    </p:embeddedFont>
    <p:embeddedFont>
      <p:font typeface="ShellMedium" panose="00000600000000000000" pitchFamily="2" charset="0"/>
      <p:regular r:id="rId12"/>
    </p:embeddedFont>
  </p:embeddedFont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00"/>
    <a:srgbClr val="FBCE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4" autoAdjust="0"/>
    <p:restoredTop sz="92442" autoAdjust="0"/>
  </p:normalViewPr>
  <p:slideViewPr>
    <p:cSldViewPr snapToGrid="0" snapToObjects="1" showGuides="1">
      <p:cViewPr varScale="1">
        <p:scale>
          <a:sx n="154" d="100"/>
          <a:sy n="154" d="100"/>
        </p:scale>
        <p:origin x="20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40" y="67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88C09-A274-4C07-9395-CBE67C0DE912}" type="datetimeFigureOut">
              <a:rPr lang="en-GB" smtClean="0">
                <a:latin typeface="ShellMedium" panose="00000600000000000000" pitchFamily="50" charset="0"/>
              </a:rPr>
              <a:pPr/>
              <a:t>28/09/2026</a:t>
            </a:fld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005D9-1AAC-4E6D-B9B3-BB8CB4FD9D30}" type="slidenum">
              <a:rPr lang="en-GB" smtClean="0">
                <a:latin typeface="ShellMedium" panose="00000600000000000000" pitchFamily="50" charset="0"/>
              </a:rPr>
              <a:pPr/>
              <a:t>‹#›</a:t>
            </a:fld>
            <a:endParaRPr lang="en-GB" dirty="0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>
                <a:latin typeface="ShellMedium" panose="00000600000000000000" pitchFamily="50" charset="0"/>
              </a:rPr>
              <a:pPr/>
              <a:t>28/09/2026</a:t>
            </a:fld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Medium" pitchFamily="2" charset="0"/>
              </a:defRPr>
            </a:lvl1pPr>
          </a:lstStyle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>
                <a:latin typeface="ShellMedium" panose="00000600000000000000" pitchFamily="50" charset="0"/>
              </a:rPr>
              <a:pPr/>
              <a:t>‹#›</a:t>
            </a:fld>
            <a:endParaRPr lang="en-GB" dirty="0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ShellMedium" panose="00000600000000000000" pitchFamily="50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9C825-F38E-45BB-92C1-043DE61C9183}" type="slidenum">
              <a:rPr lang="en-GB" smtClean="0">
                <a:latin typeface="ShellMedium" panose="00000600000000000000" pitchFamily="50" charset="0"/>
              </a:rPr>
              <a:pPr/>
              <a:t>1</a:t>
            </a:fld>
            <a:endParaRPr lang="en-GB" dirty="0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251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ADD2-8975-BEE1-DD6C-551E55AB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D2122-8E06-BC16-6C9F-86DF0FB78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29BBB-63C3-FF58-381A-A8EF59B2C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87216-D2D1-C3D7-C113-2F607D79FA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9C825-F38E-45BB-92C1-043DE61C9183}" type="slidenum">
              <a:rPr lang="en-GB" smtClean="0">
                <a:latin typeface="ShellMedium" panose="00000600000000000000" pitchFamily="50" charset="0"/>
              </a:rPr>
              <a:pPr/>
              <a:t>2</a:t>
            </a:fld>
            <a:endParaRPr lang="en-GB" dirty="0">
              <a:latin typeface="ShellMedium" panose="000006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68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7820A-AE09-329F-69A2-148A6BE1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58E41-98D4-23F8-ADD9-B81F6F693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4D9F3-2D49-6718-9BFB-8CA2E030D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F8C7E-C3FF-2527-B66E-4B7E6E855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9C825-F38E-45BB-92C1-043DE61C91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249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92BBE-FC56-C0C7-2F7A-9E057C87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6839-00C9-A122-599A-ACC83F475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05904-B4D5-8A6A-DE51-49922CEDC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>
              <a:latin typeface="ShellMedium" panose="00000600000000000000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19896-DB1A-D7E8-8BC5-4822582A9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9C825-F38E-45BB-92C1-043DE61C918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95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24"/>
            <a:ext cx="12193293" cy="68572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28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766800" y="2754403"/>
            <a:ext cx="9973373" cy="918000"/>
          </a:xfrm>
          <a:noFill/>
        </p:spPr>
        <p:txBody>
          <a:bodyPr lIns="0" tIns="0" rIns="0" anchor="b" anchorCtr="0"/>
          <a:lstStyle>
            <a:lvl1pPr>
              <a:lnSpc>
                <a:spcPct val="11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9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766800" y="3805856"/>
            <a:ext cx="9976548" cy="749808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6800" y="4832087"/>
            <a:ext cx="7871121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 dirty="0"/>
              <a:t>Click to insert Author’s Name</a:t>
            </a:r>
          </a:p>
        </p:txBody>
      </p:sp>
      <p:sp>
        <p:nvSpPr>
          <p:cNvPr id="33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6800" y="5083916"/>
            <a:ext cx="7871121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 dirty="0"/>
              <a:t>Click to insert Role in Organisation</a:t>
            </a:r>
          </a:p>
        </p:txBody>
      </p:sp>
      <p:sp>
        <p:nvSpPr>
          <p:cNvPr id="24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8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3" name="TextBox 2" descr="CONFIDENTIAL_TAG_0xFFEE">
            <a:extLst>
              <a:ext uri="{FF2B5EF4-FFF2-40B4-BE49-F238E27FC236}">
                <a16:creationId xmlns:a16="http://schemas.microsoft.com/office/drawing/2014/main" id="{A32DB8F9-9393-D959-D5F3-B98FB7DF98C1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4" pos="7357" userDrawn="1">
          <p15:clr>
            <a:srgbClr val="FBAE40"/>
          </p15:clr>
        </p15:guide>
        <p15:guide id="5" pos="1121" userDrawn="1">
          <p15:clr>
            <a:srgbClr val="FBAE40"/>
          </p15:clr>
        </p15:guide>
        <p15:guide id="6" orient="horz" pos="4074" userDrawn="1">
          <p15:clr>
            <a:srgbClr val="FBAE40"/>
          </p15:clr>
        </p15:guide>
        <p15:guide id="7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5175" y="2286000"/>
            <a:ext cx="4143255" cy="1386000"/>
          </a:xfrm>
          <a:noFill/>
        </p:spPr>
        <p:txBody>
          <a:bodyPr lIns="0" tIns="0" rIns="0" anchor="b" anchorCtr="0"/>
          <a:lstStyle>
            <a:lvl1pPr>
              <a:lnSpc>
                <a:spcPct val="11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5175" y="3805200"/>
            <a:ext cx="4060821" cy="749808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22" name="Text Placeholder 31"/>
          <p:cNvSpPr>
            <a:spLocks noGrp="1"/>
          </p:cNvSpPr>
          <p:nvPr>
            <p:ph type="body" sz="quarter" idx="10" hasCustomPrompt="1"/>
          </p:nvPr>
        </p:nvSpPr>
        <p:spPr>
          <a:xfrm>
            <a:off x="765175" y="4831200"/>
            <a:ext cx="4060821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 dirty="0"/>
              <a:t>Click to insert Author’s Name</a:t>
            </a:r>
          </a:p>
        </p:txBody>
      </p:sp>
      <p:sp>
        <p:nvSpPr>
          <p:cNvPr id="23" name="Text Placeholder 31"/>
          <p:cNvSpPr>
            <a:spLocks noGrp="1"/>
          </p:cNvSpPr>
          <p:nvPr>
            <p:ph type="body" sz="quarter" idx="11" hasCustomPrompt="1"/>
          </p:nvPr>
        </p:nvSpPr>
        <p:spPr>
          <a:xfrm>
            <a:off x="765175" y="5083200"/>
            <a:ext cx="4060821" cy="489785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 dirty="0"/>
              <a:t>Click to insert Role in Organisation</a:t>
            </a:r>
          </a:p>
        </p:txBody>
      </p:sp>
      <p:sp>
        <p:nvSpPr>
          <p:cNvPr id="30" name="Text Box 11" descr="&lt;COMPANY_NAME&gt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3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" name="Picture Placeholder 2"/>
          <p:cNvSpPr>
            <a:spLocks noGrp="1"/>
          </p:cNvSpPr>
          <p:nvPr userDrawn="1">
            <p:ph type="pic" sz="quarter" idx="12"/>
          </p:nvPr>
        </p:nvSpPr>
        <p:spPr bwMode="auto">
          <a:xfrm>
            <a:off x="5047384" y="1"/>
            <a:ext cx="7144616" cy="6359524"/>
          </a:xfrm>
          <a:custGeom>
            <a:avLst/>
            <a:gdLst>
              <a:gd name="connsiteX0" fmla="*/ 0 w 7141676"/>
              <a:gd name="connsiteY0" fmla="*/ 0 h 6316132"/>
              <a:gd name="connsiteX1" fmla="*/ 7141676 w 7141676"/>
              <a:gd name="connsiteY1" fmla="*/ 0 h 6316132"/>
              <a:gd name="connsiteX2" fmla="*/ 7141676 w 7141676"/>
              <a:gd name="connsiteY2" fmla="*/ 6316132 h 6316132"/>
              <a:gd name="connsiteX3" fmla="*/ 0 w 7141676"/>
              <a:gd name="connsiteY3" fmla="*/ 6316132 h 6316132"/>
              <a:gd name="connsiteX4" fmla="*/ 0 w 7141676"/>
              <a:gd name="connsiteY4" fmla="*/ 0 h 6316132"/>
              <a:gd name="connsiteX0" fmla="*/ 2940 w 7144616"/>
              <a:gd name="connsiteY0" fmla="*/ 0 h 6316132"/>
              <a:gd name="connsiteX1" fmla="*/ 7144616 w 7144616"/>
              <a:gd name="connsiteY1" fmla="*/ 0 h 6316132"/>
              <a:gd name="connsiteX2" fmla="*/ 7144616 w 7144616"/>
              <a:gd name="connsiteY2" fmla="*/ 6316132 h 6316132"/>
              <a:gd name="connsiteX3" fmla="*/ 2940 w 7144616"/>
              <a:gd name="connsiteY3" fmla="*/ 6316132 h 6316132"/>
              <a:gd name="connsiteX4" fmla="*/ 0 w 7144616"/>
              <a:gd name="connsiteY4" fmla="*/ 5779942 h 6316132"/>
              <a:gd name="connsiteX5" fmla="*/ 2940 w 7144616"/>
              <a:gd name="connsiteY5" fmla="*/ 0 h 6316132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2940 w 7144616"/>
              <a:gd name="connsiteY4" fmla="*/ 6316132 h 6316773"/>
              <a:gd name="connsiteX5" fmla="*/ 0 w 7144616"/>
              <a:gd name="connsiteY5" fmla="*/ 5779942 h 6316773"/>
              <a:gd name="connsiteX6" fmla="*/ 2940 w 7144616"/>
              <a:gd name="connsiteY6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7008"/>
              <a:gd name="connsiteX1" fmla="*/ 7144616 w 7144616"/>
              <a:gd name="connsiteY1" fmla="*/ 0 h 6317008"/>
              <a:gd name="connsiteX2" fmla="*/ 7144616 w 7144616"/>
              <a:gd name="connsiteY2" fmla="*/ 6316132 h 6317008"/>
              <a:gd name="connsiteX3" fmla="*/ 537870 w 7144616"/>
              <a:gd name="connsiteY3" fmla="*/ 6316773 h 6317008"/>
              <a:gd name="connsiteX4" fmla="*/ 0 w 7144616"/>
              <a:gd name="connsiteY4" fmla="*/ 5779942 h 6317008"/>
              <a:gd name="connsiteX5" fmla="*/ 2940 w 7144616"/>
              <a:gd name="connsiteY5" fmla="*/ 0 h 6317008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44616" h="6316773">
                <a:moveTo>
                  <a:pt x="2940" y="0"/>
                </a:moveTo>
                <a:lnTo>
                  <a:pt x="7144616" y="0"/>
                </a:lnTo>
                <a:lnTo>
                  <a:pt x="7144616" y="6316132"/>
                </a:lnTo>
                <a:lnTo>
                  <a:pt x="537870" y="6316773"/>
                </a:lnTo>
                <a:cubicBezTo>
                  <a:pt x="214457" y="6313295"/>
                  <a:pt x="5024" y="6140981"/>
                  <a:pt x="0" y="5779942"/>
                </a:cubicBezTo>
                <a:lnTo>
                  <a:pt x="2940" y="0"/>
                </a:lnTo>
                <a:close/>
              </a:path>
            </a:pathLst>
          </a:cu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12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8EEFEF67-9041-B5D9-06A9-DFD8044E86C9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520605"/>
      </p:ext>
    </p:extLst>
  </p:cSld>
  <p:clrMapOvr>
    <a:masterClrMapping/>
  </p:clrMapOvr>
  <p:transition/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 userDrawn="1">
            <p:ph type="pic" sz="quarter" idx="12"/>
          </p:nvPr>
        </p:nvSpPr>
        <p:spPr bwMode="auto">
          <a:xfrm>
            <a:off x="5077731" y="1015519"/>
            <a:ext cx="7115469" cy="5344822"/>
          </a:xfrm>
          <a:custGeom>
            <a:avLst/>
            <a:gdLst>
              <a:gd name="connsiteX0" fmla="*/ 0 w 7113204"/>
              <a:gd name="connsiteY0" fmla="*/ 0 h 5343523"/>
              <a:gd name="connsiteX1" fmla="*/ 7113204 w 7113204"/>
              <a:gd name="connsiteY1" fmla="*/ 0 h 5343523"/>
              <a:gd name="connsiteX2" fmla="*/ 7113204 w 7113204"/>
              <a:gd name="connsiteY2" fmla="*/ 5343523 h 5343523"/>
              <a:gd name="connsiteX3" fmla="*/ 0 w 7113204"/>
              <a:gd name="connsiteY3" fmla="*/ 5343523 h 5343523"/>
              <a:gd name="connsiteX4" fmla="*/ 0 w 7113204"/>
              <a:gd name="connsiteY4" fmla="*/ 0 h 5343523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0 w 7113204"/>
              <a:gd name="connsiteY4" fmla="*/ 5343523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0 w 7113204"/>
              <a:gd name="connsiteY4" fmla="*/ 5343523 h 5344338"/>
              <a:gd name="connsiteX5" fmla="*/ 1802 w 7113204"/>
              <a:gd name="connsiteY5" fmla="*/ 4810262 h 5344338"/>
              <a:gd name="connsiteX6" fmla="*/ 0 w 7113204"/>
              <a:gd name="connsiteY6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0 h 5344338"/>
              <a:gd name="connsiteX1" fmla="*/ 7113204 w 7113204"/>
              <a:gd name="connsiteY1" fmla="*/ 0 h 5344338"/>
              <a:gd name="connsiteX2" fmla="*/ 7113204 w 7113204"/>
              <a:gd name="connsiteY2" fmla="*/ 5343523 h 5344338"/>
              <a:gd name="connsiteX3" fmla="*/ 503508 w 7113204"/>
              <a:gd name="connsiteY3" fmla="*/ 5344338 h 5344338"/>
              <a:gd name="connsiteX4" fmla="*/ 1802 w 7113204"/>
              <a:gd name="connsiteY4" fmla="*/ 4810262 h 5344338"/>
              <a:gd name="connsiteX5" fmla="*/ 0 w 7113204"/>
              <a:gd name="connsiteY5" fmla="*/ 0 h 5344338"/>
              <a:gd name="connsiteX0" fmla="*/ 0 w 7113204"/>
              <a:gd name="connsiteY0" fmla="*/ 453 h 5344791"/>
              <a:gd name="connsiteX1" fmla="*/ 519692 w 7113204"/>
              <a:gd name="connsiteY1" fmla="*/ 0 h 5344791"/>
              <a:gd name="connsiteX2" fmla="*/ 7113204 w 7113204"/>
              <a:gd name="connsiteY2" fmla="*/ 453 h 5344791"/>
              <a:gd name="connsiteX3" fmla="*/ 7113204 w 7113204"/>
              <a:gd name="connsiteY3" fmla="*/ 5343976 h 5344791"/>
              <a:gd name="connsiteX4" fmla="*/ 503508 w 7113204"/>
              <a:gd name="connsiteY4" fmla="*/ 5344791 h 5344791"/>
              <a:gd name="connsiteX5" fmla="*/ 1802 w 7113204"/>
              <a:gd name="connsiteY5" fmla="*/ 4810715 h 5344791"/>
              <a:gd name="connsiteX6" fmla="*/ 0 w 7113204"/>
              <a:gd name="connsiteY6" fmla="*/ 453 h 5344791"/>
              <a:gd name="connsiteX0" fmla="*/ 39320 w 7152524"/>
              <a:gd name="connsiteY0" fmla="*/ 48299 h 5392637"/>
              <a:gd name="connsiteX1" fmla="*/ 559012 w 7152524"/>
              <a:gd name="connsiteY1" fmla="*/ 47846 h 5392637"/>
              <a:gd name="connsiteX2" fmla="*/ 7152524 w 7152524"/>
              <a:gd name="connsiteY2" fmla="*/ 48299 h 5392637"/>
              <a:gd name="connsiteX3" fmla="*/ 7152524 w 7152524"/>
              <a:gd name="connsiteY3" fmla="*/ 5391822 h 5392637"/>
              <a:gd name="connsiteX4" fmla="*/ 542828 w 7152524"/>
              <a:gd name="connsiteY4" fmla="*/ 5392637 h 5392637"/>
              <a:gd name="connsiteX5" fmla="*/ 41122 w 7152524"/>
              <a:gd name="connsiteY5" fmla="*/ 4858561 h 5392637"/>
              <a:gd name="connsiteX6" fmla="*/ 37076 w 7152524"/>
              <a:gd name="connsiteY6" fmla="*/ 496955 h 5392637"/>
              <a:gd name="connsiteX7" fmla="*/ 39320 w 7152524"/>
              <a:gd name="connsiteY7" fmla="*/ 48299 h 5392637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55497 w 7270945"/>
              <a:gd name="connsiteY0" fmla="*/ 497244 h 5392926"/>
              <a:gd name="connsiteX1" fmla="*/ 677433 w 7270945"/>
              <a:gd name="connsiteY1" fmla="*/ 48135 h 5392926"/>
              <a:gd name="connsiteX2" fmla="*/ 7270945 w 7270945"/>
              <a:gd name="connsiteY2" fmla="*/ 48588 h 5392926"/>
              <a:gd name="connsiteX3" fmla="*/ 7270945 w 7270945"/>
              <a:gd name="connsiteY3" fmla="*/ 5392111 h 5392926"/>
              <a:gd name="connsiteX4" fmla="*/ 661249 w 7270945"/>
              <a:gd name="connsiteY4" fmla="*/ 5392926 h 5392926"/>
              <a:gd name="connsiteX5" fmla="*/ 159543 w 7270945"/>
              <a:gd name="connsiteY5" fmla="*/ 4858850 h 5392926"/>
              <a:gd name="connsiteX6" fmla="*/ 155497 w 7270945"/>
              <a:gd name="connsiteY6" fmla="*/ 497244 h 5392926"/>
              <a:gd name="connsiteX0" fmla="*/ 184805 w 7300253"/>
              <a:gd name="connsiteY0" fmla="*/ 449109 h 5344791"/>
              <a:gd name="connsiteX1" fmla="*/ 706741 w 7300253"/>
              <a:gd name="connsiteY1" fmla="*/ 0 h 5344791"/>
              <a:gd name="connsiteX2" fmla="*/ 7300253 w 7300253"/>
              <a:gd name="connsiteY2" fmla="*/ 453 h 5344791"/>
              <a:gd name="connsiteX3" fmla="*/ 7300253 w 7300253"/>
              <a:gd name="connsiteY3" fmla="*/ 5343976 h 5344791"/>
              <a:gd name="connsiteX4" fmla="*/ 690557 w 7300253"/>
              <a:gd name="connsiteY4" fmla="*/ 5344791 h 5344791"/>
              <a:gd name="connsiteX5" fmla="*/ 188851 w 7300253"/>
              <a:gd name="connsiteY5" fmla="*/ 4810715 h 5344791"/>
              <a:gd name="connsiteX6" fmla="*/ 184805 w 7300253"/>
              <a:gd name="connsiteY6" fmla="*/ 449109 h 5344791"/>
              <a:gd name="connsiteX0" fmla="*/ 155498 w 7270946"/>
              <a:gd name="connsiteY0" fmla="*/ 497244 h 5392926"/>
              <a:gd name="connsiteX1" fmla="*/ 677434 w 7270946"/>
              <a:gd name="connsiteY1" fmla="*/ 48135 h 5392926"/>
              <a:gd name="connsiteX2" fmla="*/ 7270946 w 7270946"/>
              <a:gd name="connsiteY2" fmla="*/ 48588 h 5392926"/>
              <a:gd name="connsiteX3" fmla="*/ 7270946 w 7270946"/>
              <a:gd name="connsiteY3" fmla="*/ 5392111 h 5392926"/>
              <a:gd name="connsiteX4" fmla="*/ 661250 w 7270946"/>
              <a:gd name="connsiteY4" fmla="*/ 5392926 h 5392926"/>
              <a:gd name="connsiteX5" fmla="*/ 159544 w 7270946"/>
              <a:gd name="connsiteY5" fmla="*/ 4858850 h 5392926"/>
              <a:gd name="connsiteX6" fmla="*/ 155498 w 7270946"/>
              <a:gd name="connsiteY6" fmla="*/ 497244 h 5392926"/>
              <a:gd name="connsiteX0" fmla="*/ 37199 w 7152647"/>
              <a:gd name="connsiteY0" fmla="*/ 527190 h 5422872"/>
              <a:gd name="connsiteX1" fmla="*/ 559135 w 7152647"/>
              <a:gd name="connsiteY1" fmla="*/ 78081 h 5422872"/>
              <a:gd name="connsiteX2" fmla="*/ 7152647 w 7152647"/>
              <a:gd name="connsiteY2" fmla="*/ 78534 h 5422872"/>
              <a:gd name="connsiteX3" fmla="*/ 7152647 w 7152647"/>
              <a:gd name="connsiteY3" fmla="*/ 5422057 h 5422872"/>
              <a:gd name="connsiteX4" fmla="*/ 542951 w 7152647"/>
              <a:gd name="connsiteY4" fmla="*/ 5422872 h 5422872"/>
              <a:gd name="connsiteX5" fmla="*/ 41245 w 7152647"/>
              <a:gd name="connsiteY5" fmla="*/ 4888796 h 5422872"/>
              <a:gd name="connsiteX6" fmla="*/ 37199 w 7152647"/>
              <a:gd name="connsiteY6" fmla="*/ 527190 h 5422872"/>
              <a:gd name="connsiteX0" fmla="*/ 27 w 7115475"/>
              <a:gd name="connsiteY0" fmla="*/ 522980 h 5418662"/>
              <a:gd name="connsiteX1" fmla="*/ 521963 w 7115475"/>
              <a:gd name="connsiteY1" fmla="*/ 73871 h 5418662"/>
              <a:gd name="connsiteX2" fmla="*/ 7115475 w 7115475"/>
              <a:gd name="connsiteY2" fmla="*/ 74324 h 5418662"/>
              <a:gd name="connsiteX3" fmla="*/ 7115475 w 7115475"/>
              <a:gd name="connsiteY3" fmla="*/ 5417847 h 5418662"/>
              <a:gd name="connsiteX4" fmla="*/ 505779 w 7115475"/>
              <a:gd name="connsiteY4" fmla="*/ 5418662 h 5418662"/>
              <a:gd name="connsiteX5" fmla="*/ 4073 w 7115475"/>
              <a:gd name="connsiteY5" fmla="*/ 4884586 h 5418662"/>
              <a:gd name="connsiteX6" fmla="*/ 27 w 7115475"/>
              <a:gd name="connsiteY6" fmla="*/ 522980 h 5418662"/>
              <a:gd name="connsiteX0" fmla="*/ 161 w 7115609"/>
              <a:gd name="connsiteY0" fmla="*/ 449127 h 5344809"/>
              <a:gd name="connsiteX1" fmla="*/ 522097 w 7115609"/>
              <a:gd name="connsiteY1" fmla="*/ 18 h 5344809"/>
              <a:gd name="connsiteX2" fmla="*/ 7115609 w 7115609"/>
              <a:gd name="connsiteY2" fmla="*/ 471 h 5344809"/>
              <a:gd name="connsiteX3" fmla="*/ 7115609 w 7115609"/>
              <a:gd name="connsiteY3" fmla="*/ 5343994 h 5344809"/>
              <a:gd name="connsiteX4" fmla="*/ 505913 w 7115609"/>
              <a:gd name="connsiteY4" fmla="*/ 5344809 h 5344809"/>
              <a:gd name="connsiteX5" fmla="*/ 4207 w 7115609"/>
              <a:gd name="connsiteY5" fmla="*/ 4810733 h 5344809"/>
              <a:gd name="connsiteX6" fmla="*/ 161 w 7115609"/>
              <a:gd name="connsiteY6" fmla="*/ 449127 h 5344809"/>
              <a:gd name="connsiteX0" fmla="*/ 196 w 7115644"/>
              <a:gd name="connsiteY0" fmla="*/ 449124 h 5344806"/>
              <a:gd name="connsiteX1" fmla="*/ 522132 w 7115644"/>
              <a:gd name="connsiteY1" fmla="*/ 15 h 5344806"/>
              <a:gd name="connsiteX2" fmla="*/ 7115644 w 7115644"/>
              <a:gd name="connsiteY2" fmla="*/ 468 h 5344806"/>
              <a:gd name="connsiteX3" fmla="*/ 7115644 w 7115644"/>
              <a:gd name="connsiteY3" fmla="*/ 5343991 h 5344806"/>
              <a:gd name="connsiteX4" fmla="*/ 505948 w 7115644"/>
              <a:gd name="connsiteY4" fmla="*/ 5344806 h 5344806"/>
              <a:gd name="connsiteX5" fmla="*/ 4242 w 7115644"/>
              <a:gd name="connsiteY5" fmla="*/ 4810730 h 5344806"/>
              <a:gd name="connsiteX6" fmla="*/ 196 w 7115644"/>
              <a:gd name="connsiteY6" fmla="*/ 449124 h 5344806"/>
              <a:gd name="connsiteX0" fmla="*/ 196 w 7115644"/>
              <a:gd name="connsiteY0" fmla="*/ 449132 h 5344814"/>
              <a:gd name="connsiteX1" fmla="*/ 522132 w 7115644"/>
              <a:gd name="connsiteY1" fmla="*/ 23 h 5344814"/>
              <a:gd name="connsiteX2" fmla="*/ 7115644 w 7115644"/>
              <a:gd name="connsiteY2" fmla="*/ 476 h 5344814"/>
              <a:gd name="connsiteX3" fmla="*/ 7115644 w 7115644"/>
              <a:gd name="connsiteY3" fmla="*/ 5343999 h 5344814"/>
              <a:gd name="connsiteX4" fmla="*/ 505948 w 7115644"/>
              <a:gd name="connsiteY4" fmla="*/ 5344814 h 5344814"/>
              <a:gd name="connsiteX5" fmla="*/ 4242 w 7115644"/>
              <a:gd name="connsiteY5" fmla="*/ 4810738 h 5344814"/>
              <a:gd name="connsiteX6" fmla="*/ 196 w 7115644"/>
              <a:gd name="connsiteY6" fmla="*/ 449132 h 5344814"/>
              <a:gd name="connsiteX0" fmla="*/ 21 w 7115469"/>
              <a:gd name="connsiteY0" fmla="*/ 449140 h 5344822"/>
              <a:gd name="connsiteX1" fmla="*/ 521957 w 7115469"/>
              <a:gd name="connsiteY1" fmla="*/ 31 h 5344822"/>
              <a:gd name="connsiteX2" fmla="*/ 7115469 w 7115469"/>
              <a:gd name="connsiteY2" fmla="*/ 484 h 5344822"/>
              <a:gd name="connsiteX3" fmla="*/ 7115469 w 7115469"/>
              <a:gd name="connsiteY3" fmla="*/ 5344007 h 5344822"/>
              <a:gd name="connsiteX4" fmla="*/ 505773 w 7115469"/>
              <a:gd name="connsiteY4" fmla="*/ 5344822 h 5344822"/>
              <a:gd name="connsiteX5" fmla="*/ 4067 w 7115469"/>
              <a:gd name="connsiteY5" fmla="*/ 4810746 h 5344822"/>
              <a:gd name="connsiteX6" fmla="*/ 21 w 7115469"/>
              <a:gd name="connsiteY6" fmla="*/ 449140 h 5344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15469" h="5344822">
                <a:moveTo>
                  <a:pt x="21" y="449140"/>
                </a:moveTo>
                <a:cubicBezTo>
                  <a:pt x="-2303" y="101747"/>
                  <a:pt x="197851" y="-2068"/>
                  <a:pt x="521957" y="31"/>
                </a:cubicBezTo>
                <a:lnTo>
                  <a:pt x="7115469" y="484"/>
                </a:lnTo>
                <a:lnTo>
                  <a:pt x="7115469" y="5344007"/>
                </a:lnTo>
                <a:lnTo>
                  <a:pt x="505773" y="5344822"/>
                </a:lnTo>
                <a:cubicBezTo>
                  <a:pt x="180743" y="5344822"/>
                  <a:pt x="1369" y="5166796"/>
                  <a:pt x="4067" y="4810746"/>
                </a:cubicBezTo>
                <a:cubicBezTo>
                  <a:pt x="4741" y="4820187"/>
                  <a:pt x="2345" y="796533"/>
                  <a:pt x="21" y="449140"/>
                </a:cubicBezTo>
                <a:close/>
              </a:path>
            </a:pathLst>
          </a:cu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7" name="Rectangle 6" descr="Rectangle 6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02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766800" y="2286000"/>
            <a:ext cx="4141630" cy="1386000"/>
          </a:xfrm>
          <a:noFill/>
        </p:spPr>
        <p:txBody>
          <a:bodyPr lIns="0" tIns="0" rIns="0" anchor="b" anchorCtr="0"/>
          <a:lstStyle>
            <a:lvl1pPr>
              <a:lnSpc>
                <a:spcPct val="11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3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766800" y="3805199"/>
            <a:ext cx="4036789" cy="7488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4" name="Text Placeholder 3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6800" y="4831200"/>
            <a:ext cx="4043018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 dirty="0"/>
              <a:t>Click to insert Author’s Name</a:t>
            </a:r>
          </a:p>
        </p:txBody>
      </p:sp>
      <p:sp>
        <p:nvSpPr>
          <p:cNvPr id="105" name="Text Placeholder 3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6800" y="5083200"/>
            <a:ext cx="4043018" cy="489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 noProof="1"/>
              <a:t>Click to insert Role in Organisation</a:t>
            </a:r>
          </a:p>
        </p:txBody>
      </p:sp>
      <p:sp>
        <p:nvSpPr>
          <p:cNvPr id="90" name="Rectangle 4" descr="Rectangle 4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88" name="Rectangle 5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12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A31BB0FD-587D-B6C4-53E4-9687183D972E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712602"/>
      </p:ext>
    </p:extLst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3058" userDrawn="1">
          <p15:clr>
            <a:srgbClr val="FBAE40"/>
          </p15:clr>
        </p15:guide>
        <p15:guide id="2" orient="horz" pos="2235" userDrawn="1">
          <p15:clr>
            <a:srgbClr val="FBAE40"/>
          </p15:clr>
        </p15:guide>
        <p15:guide id="3" orient="horz" pos="2562" userDrawn="1">
          <p15:clr>
            <a:srgbClr val="FBAE40"/>
          </p15:clr>
        </p15:guide>
        <p15:guide id="4" orient="horz" pos="29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&lt;ignore&gt;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4723" cy="6857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07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6800" y="2754000"/>
            <a:ext cx="9972000" cy="918000"/>
          </a:xfrm>
          <a:noFill/>
        </p:spPr>
        <p:txBody>
          <a:bodyPr lIns="0" tIns="0" rIns="0" anchor="b" anchorCtr="0"/>
          <a:lstStyle>
            <a:lvl1pPr>
              <a:lnSpc>
                <a:spcPct val="100000"/>
              </a:lnSpc>
              <a:defRPr sz="3600" b="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6800" y="3805200"/>
            <a:ext cx="9975600" cy="748800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sz="20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04" name="Text Placeholder 31"/>
          <p:cNvSpPr>
            <a:spLocks noGrp="1"/>
          </p:cNvSpPr>
          <p:nvPr>
            <p:ph type="body" sz="quarter" idx="10" hasCustomPrompt="1"/>
          </p:nvPr>
        </p:nvSpPr>
        <p:spPr>
          <a:xfrm>
            <a:off x="766800" y="4831200"/>
            <a:ext cx="7869600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Heavy" panose="00000700000000000000" pitchFamily="2" charset="0"/>
              </a:defRPr>
            </a:lvl1pPr>
          </a:lstStyle>
          <a:p>
            <a:pPr lvl="0"/>
            <a:r>
              <a:rPr lang="en-GB" dirty="0"/>
              <a:t>Click to insert Author’s Name</a:t>
            </a:r>
          </a:p>
        </p:txBody>
      </p:sp>
      <p:sp>
        <p:nvSpPr>
          <p:cNvPr id="105" name="Text Placeholder 31"/>
          <p:cNvSpPr>
            <a:spLocks noGrp="1"/>
          </p:cNvSpPr>
          <p:nvPr>
            <p:ph type="body" sz="quarter" idx="11" hasCustomPrompt="1"/>
          </p:nvPr>
        </p:nvSpPr>
        <p:spPr>
          <a:xfrm>
            <a:off x="766800" y="5083200"/>
            <a:ext cx="7869600" cy="237600"/>
          </a:xfrm>
        </p:spPr>
        <p:txBody>
          <a:bodyPr anchor="t" anchorCtr="0"/>
          <a:lstStyle>
            <a:lvl1pPr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pPr lvl="0"/>
            <a:r>
              <a:rPr lang="en-GB" noProof="1"/>
              <a:t>Click to insert Role in Organisation</a:t>
            </a:r>
          </a:p>
        </p:txBody>
      </p:sp>
      <p:sp>
        <p:nvSpPr>
          <p:cNvPr id="90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8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40" y="517459"/>
            <a:ext cx="1887660" cy="1887660"/>
          </a:xfrm>
          <a:prstGeom prst="rect">
            <a:avLst/>
          </a:prstGeom>
          <a:ln>
            <a:noFill/>
          </a:ln>
        </p:spPr>
      </p:pic>
      <p:sp>
        <p:nvSpPr>
          <p:cNvPr id="12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0C229789-A42C-D9ED-210B-AB32441FFFCD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869577"/>
      </p:ext>
    </p:extLst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3058">
          <p15:clr>
            <a:srgbClr val="FBAE40"/>
          </p15:clr>
        </p15:guide>
        <p15:guide id="2" orient="horz" pos="22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65288"/>
            <a:ext cx="10914063" cy="4694236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8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8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3CA7E8EA-E7AE-887C-5939-A5BBFBCC7CAC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81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7" t="7660" r="49917" b="6682"/>
          <a:stretch/>
        </p:blipFill>
        <p:spPr>
          <a:xfrm>
            <a:off x="8458199" y="0"/>
            <a:ext cx="3727939" cy="6617454"/>
          </a:xfrm>
          <a:prstGeom prst="rect">
            <a:avLst/>
          </a:prstGeom>
        </p:spPr>
      </p:pic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65288"/>
            <a:ext cx="10914063" cy="4694236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8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8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1D6E674B-E271-E990-6AF7-A62402BA72FB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761515"/>
      </p:ext>
    </p:extLst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81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 descr="&lt;ignore&gt;"/>
          <p:cNvSpPr>
            <a:spLocks noGrp="1"/>
          </p:cNvSpPr>
          <p:nvPr>
            <p:ph type="pic" sz="quarter" idx="12"/>
          </p:nvPr>
        </p:nvSpPr>
        <p:spPr bwMode="auto">
          <a:xfrm>
            <a:off x="-2381" y="0"/>
            <a:ext cx="12194382" cy="68580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65288"/>
            <a:ext cx="5211763" cy="4694236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8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8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5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4828A5A2-9BEF-B473-63B9-472C32F79892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05781"/>
      </p:ext>
    </p:extLst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81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799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765174" y="1686556"/>
            <a:ext cx="10914063" cy="4672967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176400" indent="-176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354200" indent="-1778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532000" indent="-1778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684400" indent="-1524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tabLst/>
              <a:defRPr sz="1100"/>
            </a:lvl5pPr>
            <a:lvl6pPr marL="824100" indent="-1397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4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E2578127-C151-964F-D2DA-50AC76CF7321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7" t="31706" r="31262" b="6682"/>
          <a:stretch/>
        </p:blipFill>
        <p:spPr>
          <a:xfrm>
            <a:off x="9355015" y="0"/>
            <a:ext cx="2831124" cy="2606898"/>
          </a:xfrm>
          <a:prstGeom prst="rect">
            <a:avLst/>
          </a:prstGeom>
        </p:spPr>
      </p:pic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6472014" y="1666800"/>
            <a:ext cx="5207223" cy="4694237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/>
            </a:lvl1pPr>
            <a:lvl2pPr marL="230400" indent="-230400"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¢"/>
              <a:defRPr sz="1800"/>
            </a:lvl2pPr>
            <a:lvl3pPr marL="459000" indent="-228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800"/>
            </a:lvl3pPr>
            <a:lvl4pPr marL="687600" indent="-2286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800"/>
            </a:lvl4pPr>
            <a:lvl5pPr marL="890800" indent="-2032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600"/>
            </a:lvl5pPr>
            <a:lvl6pPr marL="1043200" indent="-152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765174" y="1666800"/>
            <a:ext cx="5211763" cy="469423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/>
            </a:lvl1pPr>
            <a:lvl2pPr marL="230400" indent="-230400"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/>
            </a:lvl2pPr>
            <a:lvl3pPr marL="459000" indent="-228600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800"/>
            </a:lvl3pPr>
            <a:lvl4pPr marL="687600" indent="-2286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800"/>
            </a:lvl4pPr>
            <a:lvl5pPr marL="890800" indent="-2032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600"/>
            </a:lvl5pPr>
            <a:lvl6pPr marL="1043200" indent="-152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2" name="TextBox 1" descr="CONFIDENTIAL_TAG_0xFFEE">
            <a:extLst>
              <a:ext uri="{FF2B5EF4-FFF2-40B4-BE49-F238E27FC236}">
                <a16:creationId xmlns:a16="http://schemas.microsoft.com/office/drawing/2014/main" id="{D96B2F36-F3F5-0B2F-CBFB-28458885806C}"/>
              </a:ext>
            </a:extLst>
          </p:cNvPr>
          <p:cNvSpPr txBox="1"/>
          <p:nvPr userDrawn="1"/>
        </p:nvSpPr>
        <p:spPr>
          <a:xfrm>
            <a:off x="8457822" y="6481427"/>
            <a:ext cx="1079500" cy="169277"/>
          </a:xfrm>
          <a:prstGeom prst="rect">
            <a:avLst/>
          </a:prstGeom>
          <a:noFill/>
          <a:ln>
            <a:noFill/>
          </a:ln>
          <a:effectLst>
            <a:glow>
              <a:srgbClr val="000000"/>
            </a:glow>
          </a:effectLst>
        </p:spPr>
        <p:txBody>
          <a:bodyPr vert="horz" wrap="square" lIns="0" tIns="0" rIns="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hellMedium" panose="00000600000000000000" pitchFamily="50" charset="0"/>
                <a:ea typeface="+mn-ea"/>
                <a:cs typeface="+mn-cs"/>
              </a:rPr>
              <a:t>INTERNAL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 panose="00000600000000000000" pitchFamily="50" charset="0"/>
              <a:ea typeface="+mn-ea"/>
              <a:cs typeface="+mn-cs"/>
            </a:endParaRPr>
          </a:p>
        </p:txBody>
      </p:sp>
    </p:spTree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765" userDrawn="1">
          <p15:clr>
            <a:srgbClr val="FBAE40"/>
          </p15:clr>
        </p15:guide>
        <p15:guide id="3" pos="391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Hig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sz="2400" dirty="0" smtClean="0"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3"/>
          </p:nvPr>
        </p:nvSpPr>
        <p:spPr>
          <a:xfrm>
            <a:off x="6472014" y="1688400"/>
            <a:ext cx="5207224" cy="4672970"/>
          </a:xfrm>
        </p:spPr>
        <p:txBody>
          <a:bodyPr/>
          <a:lstStyle>
            <a:lvl1pPr marL="0" indent="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400"/>
            </a:lvl1pPr>
            <a:lvl2pPr marL="176400" indent="-1764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¢"/>
              <a:defRPr sz="1400"/>
            </a:lvl2pPr>
            <a:lvl3pPr marL="354200" indent="-1778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400"/>
            </a:lvl3pPr>
            <a:lvl4pPr marL="532000" indent="-1778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400"/>
            </a:lvl4pPr>
            <a:lvl5pPr marL="684400" indent="-1524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5pPr>
            <a:lvl6pPr marL="824100" indent="-1397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tabLst/>
              <a:defRPr sz="11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765174" y="1686554"/>
            <a:ext cx="5211763" cy="4672971"/>
          </a:xfrm>
        </p:spPr>
        <p:txBody>
          <a:bodyPr/>
          <a:lstStyle>
            <a:lvl1pPr marL="0" indent="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400"/>
            </a:lvl1pPr>
            <a:lvl2pPr marL="176400" indent="-17640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¢"/>
              <a:defRPr sz="1400"/>
            </a:lvl2pPr>
            <a:lvl3pPr marL="354200" indent="-177800">
              <a:lnSpc>
                <a:spcPct val="140000"/>
              </a:lnSpc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400"/>
            </a:lvl3pPr>
            <a:lvl4pPr marL="532000" indent="-177800">
              <a:lnSpc>
                <a:spcPct val="140000"/>
              </a:lnSpc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400"/>
            </a:lvl4pPr>
            <a:lvl5pPr marL="684400" indent="-1524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5pPr>
            <a:lvl6pPr marL="824100" indent="-1397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1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</p:spTree>
  </p:cSld>
  <p:clrMapOvr>
    <a:masterClrMapping/>
  </p:clrMapOvr>
  <p:transition/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2"/>
          </p:nvPr>
        </p:nvSpPr>
        <p:spPr bwMode="auto">
          <a:xfrm>
            <a:off x="5047384" y="0"/>
            <a:ext cx="7144616" cy="6857999"/>
          </a:xfrm>
          <a:custGeom>
            <a:avLst/>
            <a:gdLst>
              <a:gd name="connsiteX0" fmla="*/ 0 w 7141676"/>
              <a:gd name="connsiteY0" fmla="*/ 0 h 6316132"/>
              <a:gd name="connsiteX1" fmla="*/ 7141676 w 7141676"/>
              <a:gd name="connsiteY1" fmla="*/ 0 h 6316132"/>
              <a:gd name="connsiteX2" fmla="*/ 7141676 w 7141676"/>
              <a:gd name="connsiteY2" fmla="*/ 6316132 h 6316132"/>
              <a:gd name="connsiteX3" fmla="*/ 0 w 7141676"/>
              <a:gd name="connsiteY3" fmla="*/ 6316132 h 6316132"/>
              <a:gd name="connsiteX4" fmla="*/ 0 w 7141676"/>
              <a:gd name="connsiteY4" fmla="*/ 0 h 6316132"/>
              <a:gd name="connsiteX0" fmla="*/ 2940 w 7144616"/>
              <a:gd name="connsiteY0" fmla="*/ 0 h 6316132"/>
              <a:gd name="connsiteX1" fmla="*/ 7144616 w 7144616"/>
              <a:gd name="connsiteY1" fmla="*/ 0 h 6316132"/>
              <a:gd name="connsiteX2" fmla="*/ 7144616 w 7144616"/>
              <a:gd name="connsiteY2" fmla="*/ 6316132 h 6316132"/>
              <a:gd name="connsiteX3" fmla="*/ 2940 w 7144616"/>
              <a:gd name="connsiteY3" fmla="*/ 6316132 h 6316132"/>
              <a:gd name="connsiteX4" fmla="*/ 0 w 7144616"/>
              <a:gd name="connsiteY4" fmla="*/ 5779942 h 6316132"/>
              <a:gd name="connsiteX5" fmla="*/ 2940 w 7144616"/>
              <a:gd name="connsiteY5" fmla="*/ 0 h 6316132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2940 w 7144616"/>
              <a:gd name="connsiteY4" fmla="*/ 6316132 h 6316773"/>
              <a:gd name="connsiteX5" fmla="*/ 0 w 7144616"/>
              <a:gd name="connsiteY5" fmla="*/ 5779942 h 6316773"/>
              <a:gd name="connsiteX6" fmla="*/ 2940 w 7144616"/>
              <a:gd name="connsiteY6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7008"/>
              <a:gd name="connsiteX1" fmla="*/ 7144616 w 7144616"/>
              <a:gd name="connsiteY1" fmla="*/ 0 h 6317008"/>
              <a:gd name="connsiteX2" fmla="*/ 7144616 w 7144616"/>
              <a:gd name="connsiteY2" fmla="*/ 6316132 h 6317008"/>
              <a:gd name="connsiteX3" fmla="*/ 537870 w 7144616"/>
              <a:gd name="connsiteY3" fmla="*/ 6316773 h 6317008"/>
              <a:gd name="connsiteX4" fmla="*/ 0 w 7144616"/>
              <a:gd name="connsiteY4" fmla="*/ 5779942 h 6317008"/>
              <a:gd name="connsiteX5" fmla="*/ 2940 w 7144616"/>
              <a:gd name="connsiteY5" fmla="*/ 0 h 6317008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  <a:gd name="connsiteX0" fmla="*/ 2940 w 7144616"/>
              <a:gd name="connsiteY0" fmla="*/ 0 h 6316773"/>
              <a:gd name="connsiteX1" fmla="*/ 7144616 w 7144616"/>
              <a:gd name="connsiteY1" fmla="*/ 0 h 6316773"/>
              <a:gd name="connsiteX2" fmla="*/ 7144616 w 7144616"/>
              <a:gd name="connsiteY2" fmla="*/ 6316132 h 6316773"/>
              <a:gd name="connsiteX3" fmla="*/ 537870 w 7144616"/>
              <a:gd name="connsiteY3" fmla="*/ 6316773 h 6316773"/>
              <a:gd name="connsiteX4" fmla="*/ 0 w 7144616"/>
              <a:gd name="connsiteY4" fmla="*/ 5779942 h 6316773"/>
              <a:gd name="connsiteX5" fmla="*/ 2940 w 7144616"/>
              <a:gd name="connsiteY5" fmla="*/ 0 h 6316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44616" h="6316773">
                <a:moveTo>
                  <a:pt x="2940" y="0"/>
                </a:moveTo>
                <a:lnTo>
                  <a:pt x="7144616" y="0"/>
                </a:lnTo>
                <a:lnTo>
                  <a:pt x="7144616" y="6316132"/>
                </a:lnTo>
                <a:lnTo>
                  <a:pt x="537870" y="6316773"/>
                </a:lnTo>
                <a:cubicBezTo>
                  <a:pt x="214457" y="6313295"/>
                  <a:pt x="5024" y="6140981"/>
                  <a:pt x="0" y="5779942"/>
                </a:cubicBezTo>
                <a:lnTo>
                  <a:pt x="2940" y="0"/>
                </a:lnTo>
                <a:close/>
              </a:path>
            </a:pathLst>
          </a:cu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4425244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US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2" name="Text Placeholder 43"/>
          <p:cNvSpPr>
            <a:spLocks noGrp="1"/>
          </p:cNvSpPr>
          <p:nvPr>
            <p:ph type="body" sz="quarter" idx="11"/>
          </p:nvPr>
        </p:nvSpPr>
        <p:spPr>
          <a:xfrm>
            <a:off x="765175" y="1665286"/>
            <a:ext cx="3829404" cy="4694239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/>
            </a:lvl1pPr>
            <a:lvl2pPr marL="230400" indent="-230400"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/>
            </a:lvl2pPr>
            <a:lvl3pPr marL="459000" indent="-228600"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Char char=""/>
              <a:defRPr sz="1800"/>
            </a:lvl3pPr>
            <a:lvl4pPr marL="687600" indent="-2286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800"/>
            </a:lvl4pPr>
            <a:lvl5pPr marL="890800" indent="-2032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600"/>
            </a:lvl5pPr>
            <a:lvl6pPr marL="1043200" indent="-15240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"/>
              <a:defRPr sz="120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2813743"/>
      </p:ext>
    </p:extLst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765">
          <p15:clr>
            <a:srgbClr val="FBAE40"/>
          </p15:clr>
        </p15:guide>
        <p15:guide id="3" pos="391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509312" y="6201069"/>
            <a:ext cx="5543051" cy="158455"/>
          </a:xfrm>
        </p:spPr>
        <p:txBody>
          <a:bodyPr wrap="square">
            <a:noAutofit/>
          </a:bodyPr>
          <a:lstStyle>
            <a:lvl1pPr>
              <a:defRPr sz="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edit source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7" cy="752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 smtClean="0"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508000" y="4116538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42" name="Chart Placeholder 16"/>
          <p:cNvSpPr>
            <a:spLocks noGrp="1"/>
          </p:cNvSpPr>
          <p:nvPr>
            <p:ph type="chart" sz="quarter" idx="47"/>
          </p:nvPr>
        </p:nvSpPr>
        <p:spPr>
          <a:xfrm>
            <a:off x="508000" y="4456229"/>
            <a:ext cx="5468938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508000" y="1780690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508000" y="2120382"/>
            <a:ext cx="5468938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6215063" y="4116538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107" name="Chart Placeholder 16"/>
          <p:cNvSpPr>
            <a:spLocks noGrp="1"/>
          </p:cNvSpPr>
          <p:nvPr>
            <p:ph type="chart" sz="quarter" idx="59"/>
          </p:nvPr>
        </p:nvSpPr>
        <p:spPr>
          <a:xfrm>
            <a:off x="6215063" y="4456229"/>
            <a:ext cx="54641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6215063" y="1780690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6215063" y="2120382"/>
            <a:ext cx="54641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29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3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</p:spTree>
  </p:cSld>
  <p:clrMapOvr>
    <a:masterClrMapping/>
  </p:clrMapOvr>
  <p:transition/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509312" y="6201069"/>
            <a:ext cx="5543051" cy="158455"/>
          </a:xfrm>
        </p:spPr>
        <p:txBody>
          <a:bodyPr wrap="square">
            <a:noAutofit/>
          </a:bodyPr>
          <a:lstStyle>
            <a:lvl1pPr>
              <a:defRPr sz="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edit source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7" cy="752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 smtClean="0"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508000" y="4116538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Subtitle appears here</a:t>
            </a:r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508000" y="1780690"/>
            <a:ext cx="5468938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508000" y="2120382"/>
            <a:ext cx="5468938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6215063" y="4116538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Subtitle appears here</a:t>
            </a:r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6215063" y="1780690"/>
            <a:ext cx="54641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6215063" y="2120382"/>
            <a:ext cx="54641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29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3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19" name="Content Placeholder 9"/>
          <p:cNvSpPr>
            <a:spLocks noGrp="1"/>
          </p:cNvSpPr>
          <p:nvPr>
            <p:ph sz="quarter" idx="11"/>
          </p:nvPr>
        </p:nvSpPr>
        <p:spPr>
          <a:xfrm>
            <a:off x="509312" y="4510882"/>
            <a:ext cx="546762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63"/>
          </p:nvPr>
        </p:nvSpPr>
        <p:spPr>
          <a:xfrm>
            <a:off x="6215063" y="4510882"/>
            <a:ext cx="546762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717710"/>
      </p:ext>
    </p:extLst>
  </p:cSld>
  <p:clrMapOvr>
    <a:masterClrMapping/>
  </p:clrMapOvr>
  <p:transition/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aph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51"/>
          <p:cNvSpPr>
            <a:spLocks noGrp="1"/>
          </p:cNvSpPr>
          <p:nvPr>
            <p:ph sz="quarter" idx="29" hasCustomPrompt="1"/>
          </p:nvPr>
        </p:nvSpPr>
        <p:spPr>
          <a:xfrm>
            <a:off x="509312" y="6201069"/>
            <a:ext cx="5543051" cy="158455"/>
          </a:xfrm>
        </p:spPr>
        <p:txBody>
          <a:bodyPr wrap="square">
            <a:noAutofit/>
          </a:bodyPr>
          <a:lstStyle>
            <a:lvl1pPr>
              <a:defRPr sz="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edit source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7" cy="752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lang="en-GB" noProof="0" dirty="0" smtClean="0"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0" name="Content Placeholder 51"/>
          <p:cNvSpPr>
            <a:spLocks noGrp="1"/>
          </p:cNvSpPr>
          <p:nvPr>
            <p:ph sz="quarter" idx="46" hasCustomPrompt="1"/>
          </p:nvPr>
        </p:nvSpPr>
        <p:spPr>
          <a:xfrm>
            <a:off x="507999" y="4116538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Subtitle appears here</a:t>
            </a:r>
          </a:p>
        </p:txBody>
      </p:sp>
      <p:sp>
        <p:nvSpPr>
          <p:cNvPr id="100" name="Content Placeholder 51"/>
          <p:cNvSpPr>
            <a:spLocks noGrp="1"/>
          </p:cNvSpPr>
          <p:nvPr>
            <p:ph sz="quarter" idx="55" hasCustomPrompt="1"/>
          </p:nvPr>
        </p:nvSpPr>
        <p:spPr>
          <a:xfrm>
            <a:off x="507999" y="1780690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102" name="Chart Placeholder 16"/>
          <p:cNvSpPr>
            <a:spLocks noGrp="1"/>
          </p:cNvSpPr>
          <p:nvPr>
            <p:ph type="chart" sz="quarter" idx="56"/>
          </p:nvPr>
        </p:nvSpPr>
        <p:spPr>
          <a:xfrm>
            <a:off x="507999" y="2120382"/>
            <a:ext cx="26066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105" name="Content Placeholder 51"/>
          <p:cNvSpPr>
            <a:spLocks noGrp="1"/>
          </p:cNvSpPr>
          <p:nvPr>
            <p:ph sz="quarter" idx="58" hasCustomPrompt="1"/>
          </p:nvPr>
        </p:nvSpPr>
        <p:spPr>
          <a:xfrm>
            <a:off x="6235536" y="4116538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Subtitle appears here</a:t>
            </a:r>
          </a:p>
        </p:txBody>
      </p:sp>
      <p:sp>
        <p:nvSpPr>
          <p:cNvPr id="110" name="Content Placeholder 51"/>
          <p:cNvSpPr>
            <a:spLocks noGrp="1"/>
          </p:cNvSpPr>
          <p:nvPr>
            <p:ph sz="quarter" idx="61" hasCustomPrompt="1"/>
          </p:nvPr>
        </p:nvSpPr>
        <p:spPr>
          <a:xfrm>
            <a:off x="6235536" y="1780690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112" name="Chart Placeholder 16"/>
          <p:cNvSpPr>
            <a:spLocks noGrp="1"/>
          </p:cNvSpPr>
          <p:nvPr>
            <p:ph type="chart" sz="quarter" idx="62"/>
          </p:nvPr>
        </p:nvSpPr>
        <p:spPr>
          <a:xfrm>
            <a:off x="6235536" y="2120382"/>
            <a:ext cx="2606400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29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36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3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19" name="Content Placeholder 9"/>
          <p:cNvSpPr>
            <a:spLocks noGrp="1"/>
          </p:cNvSpPr>
          <p:nvPr>
            <p:ph sz="quarter" idx="11"/>
          </p:nvPr>
        </p:nvSpPr>
        <p:spPr>
          <a:xfrm>
            <a:off x="509312" y="4510882"/>
            <a:ext cx="2606050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63"/>
          </p:nvPr>
        </p:nvSpPr>
        <p:spPr>
          <a:xfrm>
            <a:off x="6235534" y="4510882"/>
            <a:ext cx="260804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1" name="Content Placeholder 51"/>
          <p:cNvSpPr>
            <a:spLocks noGrp="1"/>
          </p:cNvSpPr>
          <p:nvPr>
            <p:ph sz="quarter" idx="64" hasCustomPrompt="1"/>
          </p:nvPr>
        </p:nvSpPr>
        <p:spPr>
          <a:xfrm>
            <a:off x="3369575" y="4116538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Subtitle appears here</a:t>
            </a:r>
          </a:p>
        </p:txBody>
      </p:sp>
      <p:sp>
        <p:nvSpPr>
          <p:cNvPr id="22" name="Content Placeholder 51"/>
          <p:cNvSpPr>
            <a:spLocks noGrp="1"/>
          </p:cNvSpPr>
          <p:nvPr>
            <p:ph sz="quarter" idx="65" hasCustomPrompt="1"/>
          </p:nvPr>
        </p:nvSpPr>
        <p:spPr>
          <a:xfrm>
            <a:off x="3369575" y="1780690"/>
            <a:ext cx="2606675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23" name="Chart Placeholder 16"/>
          <p:cNvSpPr>
            <a:spLocks noGrp="1"/>
          </p:cNvSpPr>
          <p:nvPr>
            <p:ph type="chart" sz="quarter" idx="66"/>
          </p:nvPr>
        </p:nvSpPr>
        <p:spPr>
          <a:xfrm>
            <a:off x="3369575" y="2120382"/>
            <a:ext cx="2606675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24" name="Content Placeholder 9"/>
          <p:cNvSpPr>
            <a:spLocks noGrp="1"/>
          </p:cNvSpPr>
          <p:nvPr>
            <p:ph sz="quarter" idx="67"/>
          </p:nvPr>
        </p:nvSpPr>
        <p:spPr>
          <a:xfrm>
            <a:off x="3370888" y="4510882"/>
            <a:ext cx="2606050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7" name="Content Placeholder 51"/>
          <p:cNvSpPr>
            <a:spLocks noGrp="1"/>
          </p:cNvSpPr>
          <p:nvPr>
            <p:ph sz="quarter" idx="68" hasCustomPrompt="1"/>
          </p:nvPr>
        </p:nvSpPr>
        <p:spPr>
          <a:xfrm>
            <a:off x="9071193" y="4116538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 mar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Subtitle appears here</a:t>
            </a:r>
          </a:p>
        </p:txBody>
      </p:sp>
      <p:sp>
        <p:nvSpPr>
          <p:cNvPr id="48" name="Content Placeholder 51"/>
          <p:cNvSpPr>
            <a:spLocks noGrp="1"/>
          </p:cNvSpPr>
          <p:nvPr>
            <p:ph sz="quarter" idx="69" hasCustomPrompt="1"/>
          </p:nvPr>
        </p:nvSpPr>
        <p:spPr>
          <a:xfrm>
            <a:off x="9071193" y="1780690"/>
            <a:ext cx="2606400" cy="234616"/>
          </a:xfrm>
        </p:spPr>
        <p:txBody>
          <a:bodyPr vert="horz" wrap="square" lIns="0" tIns="0" rIns="0" bIns="0" rtlCol="0">
            <a:spAutoFit/>
          </a:bodyPr>
          <a:lstStyle>
            <a:lvl1pPr>
              <a:lnSpc>
                <a:spcPct val="100000"/>
              </a:lnSpc>
              <a:defRPr lang="nl-NL" sz="1400" kern="1200" cap="none" baseline="0" dirty="0">
                <a:solidFill>
                  <a:schemeClr val="tx1"/>
                </a:solidFill>
                <a:latin typeface="ShellHeavy" panose="00000700000000000000" pitchFamily="2" charset="0"/>
                <a:ea typeface="+mn-ea"/>
                <a:cs typeface="+mn-cs"/>
              </a:defRPr>
            </a:lvl1pPr>
          </a:lstStyle>
          <a:p>
            <a:pPr marL="0" lvl="0" indent="0" algn="l" defTabSz="1219170" rtl="0" eaLnBrk="1" latinLnBrk="0" hangingPunct="1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F7D117"/>
              </a:buClr>
              <a:buSzPct val="120000"/>
              <a:buFont typeface="Wingdings" pitchFamily="2" charset="2"/>
              <a:buNone/>
            </a:pPr>
            <a:r>
              <a:rPr lang="en-GB" dirty="0"/>
              <a:t>Chart title appears here</a:t>
            </a:r>
          </a:p>
        </p:txBody>
      </p:sp>
      <p:sp>
        <p:nvSpPr>
          <p:cNvPr id="49" name="Chart Placeholder 16"/>
          <p:cNvSpPr>
            <a:spLocks noGrp="1"/>
          </p:cNvSpPr>
          <p:nvPr>
            <p:ph type="chart" sz="quarter" idx="70"/>
          </p:nvPr>
        </p:nvSpPr>
        <p:spPr>
          <a:xfrm>
            <a:off x="9071193" y="2120382"/>
            <a:ext cx="2606400" cy="162364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icon to add chart</a:t>
            </a:r>
            <a:endParaRPr lang="en-GB" dirty="0"/>
          </a:p>
        </p:txBody>
      </p:sp>
      <p:sp>
        <p:nvSpPr>
          <p:cNvPr id="50" name="Content Placeholder 9"/>
          <p:cNvSpPr>
            <a:spLocks noGrp="1"/>
          </p:cNvSpPr>
          <p:nvPr>
            <p:ph sz="quarter" idx="71"/>
          </p:nvPr>
        </p:nvSpPr>
        <p:spPr>
          <a:xfrm>
            <a:off x="9071191" y="4510882"/>
            <a:ext cx="2608046" cy="1568988"/>
          </a:xfrm>
        </p:spPr>
        <p:txBody>
          <a:bodyPr/>
          <a:lstStyle>
            <a:lvl1pPr marL="0" indent="0" defTabSz="357708">
              <a:lnSpc>
                <a:spcPct val="140000"/>
              </a:lnSpc>
              <a:spcBef>
                <a:spcPts val="0"/>
              </a:spcBef>
              <a:defRPr sz="1400"/>
            </a:lvl1pPr>
            <a:lvl2pPr marL="230400" indent="-230400" defTabSz="357708">
              <a:lnSpc>
                <a:spcPct val="140000"/>
              </a:lnSpc>
              <a:spcBef>
                <a:spcPts val="0"/>
              </a:spcBef>
              <a:defRPr sz="1400"/>
            </a:lvl2pPr>
            <a:lvl3pPr marL="459000" indent="-228600" defTabSz="357708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400"/>
            </a:lvl3pPr>
            <a:lvl4pPr marL="687600" indent="-2286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/>
            </a:lvl4pPr>
            <a:lvl5pPr marL="890800" indent="-203200" defTabSz="357708">
              <a:lnSpc>
                <a:spcPct val="14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100"/>
            </a:lvl5pPr>
            <a:lvl6pPr marL="1043200" indent="-152400" defTabSz="357708">
              <a:lnSpc>
                <a:spcPct val="14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050"/>
            </a:lvl6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258848"/>
      </p:ext>
    </p:extLst>
  </p:cSld>
  <p:clrMapOvr>
    <a:masterClrMapping/>
  </p:clrMapOvr>
  <p:transition/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" t="3243" r="26982"/>
          <a:stretch/>
        </p:blipFill>
        <p:spPr>
          <a:xfrm flipH="1">
            <a:off x="0" y="0"/>
            <a:ext cx="8067404" cy="6858000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601520" y="4826000"/>
            <a:ext cx="4077539" cy="89596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/>
          </p:nvPr>
        </p:nvSpPr>
        <p:spPr>
          <a:xfrm>
            <a:off x="7601520" y="3258524"/>
            <a:ext cx="4077539" cy="150886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200" b="0" cap="none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19994" y="1908483"/>
            <a:ext cx="2724653" cy="1123888"/>
          </a:xfrm>
          <a:prstGeom prst="rect">
            <a:avLst/>
          </a:prstGeom>
        </p:spPr>
        <p:txBody>
          <a:bodyPr lIns="0" tIns="0" rIns="0" bIns="0"/>
          <a:lstStyle>
            <a:lvl1pPr marL="0" algn="l" defTabSz="1219170" rtl="0" eaLnBrk="1" latinLnBrk="0" hangingPunct="1">
              <a:lnSpc>
                <a:spcPct val="100000"/>
              </a:lnSpc>
              <a:buClr>
                <a:srgbClr val="DD1D21"/>
              </a:buClr>
              <a:buSzPct val="85000"/>
              <a:buNone/>
              <a:tabLst>
                <a:tab pos="1081088" algn="l"/>
              </a:tabLst>
              <a:defRPr lang="en-GB" sz="7300" kern="10000" spc="-600" baseline="0" dirty="0">
                <a:ln w="3175">
                  <a:noFill/>
                </a:ln>
                <a:solidFill>
                  <a:schemeClr val="accent2"/>
                </a:solidFill>
                <a:latin typeface="ShellHeavy" panose="00000700000000000000" pitchFamily="2" charset="0"/>
                <a:ea typeface="ShellHeavy" panose="00000700000000000000" pitchFamily="2" charset="0"/>
                <a:cs typeface="ShellHeavy" panose="00000700000000000000" pitchFamily="2" charset="0"/>
              </a:defRPr>
            </a:lvl1pPr>
          </a:lstStyle>
          <a:p>
            <a:pPr lvl="0"/>
            <a:r>
              <a:rPr lang="en-GB" dirty="0"/>
              <a:t>0.1</a:t>
            </a:r>
          </a:p>
        </p:txBody>
      </p:sp>
      <p:sp>
        <p:nvSpPr>
          <p:cNvPr id="14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5" name="Text Box 11" descr="&lt;COMPANY_NAME&gt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</p:spTree>
  </p:cSld>
  <p:clrMapOvr>
    <a:masterClrMapping/>
  </p:clrMapOvr>
  <p:transition/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 bwMode="gray">
          <a:xfrm>
            <a:off x="-4046" y="483102"/>
            <a:ext cx="1394397" cy="184552"/>
          </a:xfrm>
          <a:prstGeom prst="rect">
            <a:avLst/>
          </a:prstGeom>
          <a:solidFill>
            <a:srgbClr val="FFFF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/>
          <p:cNvSpPr/>
          <p:nvPr userDrawn="1"/>
        </p:nvSpPr>
        <p:spPr bwMode="white">
          <a:xfrm>
            <a:off x="501606" y="488935"/>
            <a:ext cx="1311092" cy="1188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2"/>
          </p:nvPr>
        </p:nvSpPr>
        <p:spPr bwMode="auto">
          <a:xfrm>
            <a:off x="5578475" y="0"/>
            <a:ext cx="6616248" cy="6857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1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5175" y="3258523"/>
            <a:ext cx="4066542" cy="1508861"/>
          </a:xfrm>
          <a:noFill/>
        </p:spPr>
        <p:txBody>
          <a:bodyPr lIns="0" tIns="0" rIns="0"/>
          <a:lstStyle>
            <a:lvl1pPr>
              <a:defRPr sz="3200" kern="1200" cap="none" spc="0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72990" y="4826586"/>
            <a:ext cx="4066542" cy="8953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  <a:defRPr lang="en-GB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8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291707099"/>
      </p:ext>
    </p:extLst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  <p15:guide id="3" orient="horz" pos="23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lang="en-US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1219170" rtl="0" eaLnBrk="1" latinLnBrk="0" hangingPunct="1">
              <a:lnSpc>
                <a:spcPct val="95000"/>
              </a:lnSpc>
              <a:spcBef>
                <a:spcPct val="0"/>
              </a:spcBef>
              <a:buNone/>
            </a:pPr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3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7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</p:spTree>
  </p:cSld>
  <p:clrMapOvr>
    <a:masterClrMapping/>
  </p:clrMapOvr>
  <p:transition/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-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 descr="&lt;ignore&gt;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4382" cy="68580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/>
          <a:lstStyle>
            <a:lvl1pPr>
              <a:defRPr sz="2133"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8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4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3" name="Text Placeholder 2" descr="&lt;IGNORE&gt;" title="&lt;IGNORE&gt;"/>
          <p:cNvSpPr>
            <a:spLocks noGrp="1"/>
          </p:cNvSpPr>
          <p:nvPr>
            <p:ph type="body" sz="quarter" idx="13"/>
          </p:nvPr>
        </p:nvSpPr>
        <p:spPr>
          <a:xfrm>
            <a:off x="513179" y="1681888"/>
            <a:ext cx="11166561" cy="2861742"/>
          </a:xfrm>
        </p:spPr>
        <p:txBody>
          <a:bodyPr/>
          <a:lstStyle>
            <a:lvl1pPr>
              <a:lnSpc>
                <a:spcPct val="110000"/>
              </a:lnSpc>
              <a:defRPr lang="en-US" sz="3600" b="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3662350"/>
      </p:ext>
    </p:extLst>
  </p:cSld>
  <p:clrMapOvr>
    <a:masterClrMapping/>
  </p:clrMapOvr>
  <p:transition/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45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4" r="47297" b="27130"/>
          <a:stretch/>
        </p:blipFill>
        <p:spPr>
          <a:xfrm>
            <a:off x="5207633" y="0"/>
            <a:ext cx="6999607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66800" y="2344620"/>
            <a:ext cx="5187472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0" b="0" cap="none" baseline="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r>
              <a:rPr lang="en-GB" dirty="0"/>
              <a:t>Click to edit Master title style, if required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6800" y="723550"/>
            <a:ext cx="6375761" cy="140021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0" cap="none" baseline="0">
                <a:solidFill>
                  <a:srgbClr val="FFC600"/>
                </a:solidFill>
                <a:latin typeface="ShellHeavy" panose="00000700000000000000" pitchFamily="2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GB" dirty="0"/>
              <a:t>Q&amp;A</a:t>
            </a:r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27" name="Text Box 11" descr="&lt;COMPANY_NAME&gt;"/>
          <p:cNvSpPr txBox="1">
            <a:spLocks noChangeArrowheads="1"/>
          </p:cNvSpPr>
          <p:nvPr userDrawn="1"/>
        </p:nvSpPr>
        <p:spPr bwMode="gray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bg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2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</p:spTree>
  </p:cSld>
  <p:clrMapOvr>
    <a:masterClrMapping/>
  </p:clrMapOvr>
  <p:transition/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 - Opt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34" r="47297" b="27130"/>
          <a:stretch/>
        </p:blipFill>
        <p:spPr>
          <a:xfrm>
            <a:off x="5207633" y="0"/>
            <a:ext cx="6999607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title" hasCustomPrompt="1"/>
          </p:nvPr>
        </p:nvSpPr>
        <p:spPr>
          <a:xfrm>
            <a:off x="766800" y="4169538"/>
            <a:ext cx="5187472" cy="13620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0" b="0" cap="none" baseline="0">
                <a:solidFill>
                  <a:schemeClr val="tx1"/>
                </a:solidFill>
                <a:latin typeface="ShellMedium" panose="00000600000000000000" pitchFamily="2" charset="0"/>
              </a:defRPr>
            </a:lvl1pPr>
          </a:lstStyle>
          <a:p>
            <a:r>
              <a:rPr lang="en-GB" dirty="0"/>
              <a:t>Click to edit Master title style, if required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6800" y="2548468"/>
            <a:ext cx="6375761" cy="140021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0" cap="none" baseline="0">
                <a:solidFill>
                  <a:schemeClr val="accent2"/>
                </a:solidFill>
                <a:latin typeface="ShellHeavy" panose="00000700000000000000" pitchFamily="2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GB" dirty="0"/>
              <a:t>Q&amp;A</a:t>
            </a:r>
          </a:p>
        </p:txBody>
      </p:sp>
      <p:sp>
        <p:nvSpPr>
          <p:cNvPr id="26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28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9108116"/>
      </p:ext>
    </p:extLst>
  </p:cSld>
  <p:clrMapOvr>
    <a:masterClrMapping/>
  </p:clrMapOvr>
  <p:transition/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10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11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2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</p:spTree>
  </p:cSld>
  <p:clrMapOvr>
    <a:masterClrMapping/>
  </p:clrMapOvr>
  <p:transition/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(Mandator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210578B-6748-D13F-2DB9-5CED7C14B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21052" t="21948" r="21837" b="21613"/>
          <a:stretch/>
        </p:blipFill>
        <p:spPr>
          <a:xfrm>
            <a:off x="4900055" y="2247127"/>
            <a:ext cx="2391891" cy="2363746"/>
          </a:xfrm>
          <a:prstGeom prst="rect">
            <a:avLst/>
          </a:prstGeom>
          <a:noFill/>
        </p:spPr>
      </p:pic>
    </p:spTree>
  </p:cSld>
  <p:clrMapOvr>
    <a:masterClrMapping/>
  </p:clrMapOvr>
  <p:transition/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5175" y="1665289"/>
            <a:ext cx="10914062" cy="46941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712800"/>
            <a:ext cx="11171238" cy="8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Rectangle 3" descr="&lt;Shell Yellow Bar&gt;" title="&lt;Shell Yellow Bar&gt;"/>
          <p:cNvSpPr/>
          <p:nvPr userDrawn="1"/>
        </p:nvSpPr>
        <p:spPr bwMode="gray">
          <a:xfrm>
            <a:off x="-6201" y="508000"/>
            <a:ext cx="1269984" cy="381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7056" y="6469199"/>
            <a:ext cx="4435312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>
            <a:lvl1pPr algn="ct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 </a:t>
            </a:r>
          </a:p>
        </p:txBody>
      </p:sp>
      <p:sp>
        <p:nvSpPr>
          <p:cNvPr id="83" name="Rectangle 4" descr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670343" y="6469200"/>
            <a:ext cx="1440000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marL="0" algn="ctr" defTabSz="1219170" rtl="0" eaLnBrk="1" latinLnBrk="0" hangingPunct="1">
              <a:defRPr lang="en-US" sz="85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 noProof="1"/>
              <a:t>September 2026</a:t>
            </a:r>
          </a:p>
        </p:txBody>
      </p:sp>
      <p:sp>
        <p:nvSpPr>
          <p:cNvPr id="85" name="Rectangle 6" descr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24177" y="6469199"/>
            <a:ext cx="355564" cy="23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45720" numCol="1" anchor="t" anchorCtr="0" compatLnSpc="1">
            <a:prstTxWarp prst="textNoShape">
              <a:avLst/>
            </a:prstTxWarp>
          </a:bodyPr>
          <a:lstStyle>
            <a:lvl1pPr algn="r">
              <a:defRPr sz="85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D32BAE6A-B452-4007-8177-56DD051636F9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4" name="Text Box 11" descr="&lt;COMPANY_NAME&gt;&#10;"/>
          <p:cNvSpPr txBox="1">
            <a:spLocks noChangeArrowheads="1"/>
          </p:cNvSpPr>
          <p:nvPr userDrawn="1"/>
        </p:nvSpPr>
        <p:spPr bwMode="auto">
          <a:xfrm>
            <a:off x="512259" y="6469199"/>
            <a:ext cx="3360000" cy="237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t" anchorCtr="0">
            <a:noAutofit/>
          </a:bodyPr>
          <a:lstStyle/>
          <a:p>
            <a:pPr>
              <a:defRPr/>
            </a:pPr>
            <a:r>
              <a:rPr lang="en-GB" sz="850" noProof="1">
                <a:solidFill>
                  <a:schemeClr val="tx1"/>
                </a:solidFill>
                <a:latin typeface="+mn-lt"/>
                <a:cs typeface="Arial" pitchFamily="34" charset="0"/>
              </a:rPr>
              <a:t>Copyright of Shell International B.V.</a:t>
            </a:r>
          </a:p>
        </p:txBody>
      </p:sp>
      <p:sp>
        <p:nvSpPr>
          <p:cNvPr id="95" name="Rectangle 94" descr="&lt;Shell Yellow Bar&gt;" title="&lt;Shell Yellow Bar&gt;"/>
          <p:cNvSpPr/>
          <p:nvPr userDrawn="1"/>
        </p:nvSpPr>
        <p:spPr bwMode="gray">
          <a:xfrm>
            <a:off x="-3222" y="6820523"/>
            <a:ext cx="12193200" cy="38100"/>
          </a:xfrm>
          <a:prstGeom prst="rect">
            <a:avLst/>
          </a:prstGeom>
          <a:solidFill>
            <a:srgbClr val="FFC6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696" r:id="rId3"/>
    <p:sldLayoutId id="2147483698" r:id="rId4"/>
    <p:sldLayoutId id="2147483693" r:id="rId5"/>
    <p:sldLayoutId id="2147483705" r:id="rId6"/>
    <p:sldLayoutId id="2147483699" r:id="rId7"/>
    <p:sldLayoutId id="2147483691" r:id="rId8"/>
    <p:sldLayoutId id="2147483667" r:id="rId9"/>
    <p:sldLayoutId id="2147483692" r:id="rId10"/>
    <p:sldLayoutId id="2147483704" r:id="rId11"/>
    <p:sldLayoutId id="2147483694" r:id="rId12"/>
    <p:sldLayoutId id="2147483702" r:id="rId13"/>
    <p:sldLayoutId id="2147483703" r:id="rId14"/>
    <p:sldLayoutId id="2147483680" r:id="rId15"/>
    <p:sldLayoutId id="2147483697" r:id="rId16"/>
    <p:sldLayoutId id="2147483678" r:id="rId17"/>
    <p:sldLayoutId id="2147483700" r:id="rId18"/>
    <p:sldLayoutId id="2147483681" r:id="rId19"/>
    <p:sldLayoutId id="2147483701" r:id="rId20"/>
    <p:sldLayoutId id="2147483682" r:id="rId21"/>
    <p:sldLayoutId id="2147483683" r:id="rId22"/>
  </p:sldLayoutIdLst>
  <p:transition>
    <p:fade/>
  </p:transition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800" b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304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accent2"/>
        </a:buClr>
        <a:buSzPct val="75000"/>
        <a:buFont typeface="Wingdings" panose="05000000000000000000" pitchFamily="2" charset="2"/>
        <a:buChar char="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9000" indent="-2286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accent2"/>
        </a:buClr>
        <a:buSzPct val="100000"/>
        <a:buFont typeface="Wingdings" panose="05000000000000000000" pitchFamily="2" charset="2"/>
        <a:buChar char="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87600" indent="-2286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Wingdings" panose="05000000000000000000" pitchFamily="2" charset="2"/>
        <a:buChar char="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90800" indent="-2032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Wingdings" panose="05000000000000000000" pitchFamily="2" charset="2"/>
        <a:buChar char="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200" indent="-152400" algn="l" defTabSz="357708" rtl="0" eaLnBrk="1" latinLnBrk="0" hangingPunct="1">
        <a:lnSpc>
          <a:spcPct val="140000"/>
        </a:lnSpc>
        <a:spcBef>
          <a:spcPts val="0"/>
        </a:spcBef>
        <a:spcAft>
          <a:spcPts val="0"/>
        </a:spcAft>
        <a:buClr>
          <a:schemeClr val="tx1"/>
        </a:buClr>
        <a:buSzPct val="100000"/>
        <a:buFont typeface="Wingdings" panose="05000000000000000000" pitchFamily="2" charset="2"/>
        <a:buChar char="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320" userDrawn="1">
          <p15:clr>
            <a:srgbClr val="F26B43"/>
          </p15:clr>
        </p15:guide>
        <p15:guide id="3" pos="7357" userDrawn="1">
          <p15:clr>
            <a:srgbClr val="F26B43"/>
          </p15:clr>
        </p15:guide>
        <p15:guide id="4" orient="horz" pos="444" userDrawn="1">
          <p15:clr>
            <a:srgbClr val="F26B43"/>
          </p15:clr>
        </p15:guide>
        <p15:guide id="5" orient="horz" pos="1049" userDrawn="1">
          <p15:clr>
            <a:srgbClr val="F26B43"/>
          </p15:clr>
        </p15:guide>
        <p15:guide id="6" orient="horz" pos="958" userDrawn="1">
          <p15:clr>
            <a:srgbClr val="F26B43"/>
          </p15:clr>
        </p15:guide>
        <p15:guide id="7" orient="horz" pos="4071" userDrawn="1">
          <p15:clr>
            <a:srgbClr val="F26B43"/>
          </p15:clr>
        </p15:guide>
        <p15:guide id="8" orient="horz" pos="4006" userDrawn="1">
          <p15:clr>
            <a:srgbClr val="F26B43"/>
          </p15:clr>
        </p15:guide>
        <p15:guide id="9" pos="3765" userDrawn="1">
          <p15:clr>
            <a:srgbClr val="F26B43"/>
          </p15:clr>
        </p15:guide>
        <p15:guide id="10" pos="3915" userDrawn="1">
          <p15:clr>
            <a:srgbClr val="F26B43"/>
          </p15:clr>
        </p15:guide>
        <p15:guide id="11" orient="horz" pos="320" userDrawn="1">
          <p15:clr>
            <a:srgbClr val="F26B43"/>
          </p15:clr>
        </p15:guide>
        <p15:guide id="12" orient="horz" pos="368" userDrawn="1">
          <p15:clr>
            <a:srgbClr val="F26B43"/>
          </p15:clr>
        </p15:guide>
        <p15:guide id="13" pos="1118" userDrawn="1">
          <p15:clr>
            <a:srgbClr val="F26B43"/>
          </p15:clr>
        </p15:guide>
        <p15:guide id="14" orient="horz" pos="4225" userDrawn="1">
          <p15:clr>
            <a:srgbClr val="F26B43"/>
          </p15:clr>
        </p15:guide>
        <p15:guide id="15" pos="482" userDrawn="1">
          <p15:clr>
            <a:srgbClr val="F26B43"/>
          </p15:clr>
        </p15:guide>
        <p15:guide id="16" pos="642" userDrawn="1">
          <p15:clr>
            <a:srgbClr val="F26B43"/>
          </p15:clr>
        </p15:guide>
        <p15:guide id="17" orient="horz" pos="1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noProof="1"/>
              <a:t>September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dirty="0" smtClean="0"/>
              <a:pPr/>
              <a:t>1</a:t>
            </a:fld>
            <a:endParaRPr lang="en-GB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1"/>
              <a:t> 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89156EED-3F61-5454-1BA3-D39ABC2FC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01897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30A57B79-354C-9D83-D5F3-BFD175995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98215"/>
            <a:ext cx="228600" cy="228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17B21C-F43A-639E-4F78-1460CD8C2B87}"/>
              </a:ext>
            </a:extLst>
          </p:cNvPr>
          <p:cNvSpPr txBox="1"/>
          <p:nvPr/>
        </p:nvSpPr>
        <p:spPr>
          <a:xfrm>
            <a:off x="609600" y="241710"/>
            <a:ext cx="205895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A1A1A"/>
                </a:solidFill>
                <a:latin typeface="+mj-lt"/>
              </a:rPr>
              <a:t>W</a:t>
            </a:r>
            <a:r>
              <a:rPr lang="en-US" sz="1400" b="1" i="0" u="none" dirty="0">
                <a:solidFill>
                  <a:srgbClr val="1A1A1A"/>
                </a:solidFill>
                <a:latin typeface="+mj-lt"/>
              </a:rPr>
              <a:t>hy</a:t>
            </a:r>
            <a:r>
              <a:rPr sz="1400" b="1" i="0" u="none" dirty="0">
                <a:solidFill>
                  <a:srgbClr val="1A1A1A"/>
                </a:solidFill>
                <a:latin typeface="+mj-lt"/>
              </a:rPr>
              <a:t> N</a:t>
            </a:r>
            <a:r>
              <a:rPr lang="en-US" sz="1400" b="1" i="0" u="none" dirty="0">
                <a:solidFill>
                  <a:srgbClr val="1A1A1A"/>
                </a:solidFill>
                <a:latin typeface="+mj-lt"/>
              </a:rPr>
              <a:t>ow</a:t>
            </a:r>
            <a:r>
              <a:rPr sz="1400" b="1" i="0" u="none" dirty="0">
                <a:solidFill>
                  <a:srgbClr val="1A1A1A"/>
                </a:solidFill>
                <a:latin typeface="+mj-lt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5DB55-115C-EF60-B7C2-07E4208CBAA2}"/>
              </a:ext>
            </a:extLst>
          </p:cNvPr>
          <p:cNvSpPr txBox="1"/>
          <p:nvPr/>
        </p:nvSpPr>
        <p:spPr>
          <a:xfrm>
            <a:off x="628650" y="708248"/>
            <a:ext cx="5812489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400" b="1" i="0" u="none" dirty="0">
                <a:solidFill>
                  <a:srgbClr val="DD1D21"/>
                </a:solidFill>
                <a:latin typeface="ShellHeavy (Headings)"/>
              </a:rPr>
              <a:t>Fewer Skids, Broader Remit, Faster MOC Cadence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D957E4-B15C-F52C-F90D-37C9F51B0F85}"/>
              </a:ext>
            </a:extLst>
          </p:cNvPr>
          <p:cNvGrpSpPr/>
          <p:nvPr/>
        </p:nvGrpSpPr>
        <p:grpSpPr>
          <a:xfrm>
            <a:off x="609600" y="2516235"/>
            <a:ext cx="6164914" cy="472526"/>
            <a:chOff x="609600" y="2832645"/>
            <a:chExt cx="6164914" cy="472526"/>
          </a:xfrm>
        </p:grpSpPr>
        <p:pic>
          <p:nvPicPr>
            <p:cNvPr id="20" name="Picture 19" descr="image.png">
              <a:extLst>
                <a:ext uri="{FF2B5EF4-FFF2-40B4-BE49-F238E27FC236}">
                  <a16:creationId xmlns:a16="http://schemas.microsoft.com/office/drawing/2014/main" id="{91B24E33-4146-C386-FC23-733BCC10F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" y="2870745"/>
              <a:ext cx="200025" cy="2286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0BBB3F-7D08-BF4A-B79C-6977D7F66C1F}"/>
                </a:ext>
              </a:extLst>
            </p:cNvPr>
            <p:cNvSpPr txBox="1"/>
            <p:nvPr/>
          </p:nvSpPr>
          <p:spPr>
            <a:xfrm>
              <a:off x="962025" y="2832645"/>
              <a:ext cx="1506823" cy="23083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1" i="0" u="none" dirty="0">
                  <a:solidFill>
                    <a:srgbClr val="1A1A1A"/>
                  </a:solidFill>
                  <a:latin typeface="ShellMedium" panose="00000600000000000000" pitchFamily="2" charset="0"/>
                </a:rPr>
                <a:t>Lab consolidation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60A728-D9FF-4D41-235B-70BA38138E78}"/>
                </a:ext>
              </a:extLst>
            </p:cNvPr>
            <p:cNvSpPr txBox="1"/>
            <p:nvPr/>
          </p:nvSpPr>
          <p:spPr>
            <a:xfrm>
              <a:off x="962025" y="3099345"/>
              <a:ext cx="5812489" cy="205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sz="1400" b="0" i="0" u="none" dirty="0">
                  <a:solidFill>
                    <a:srgbClr val="4A4A4A"/>
                  </a:solidFill>
                  <a:latin typeface="ShellBook" panose="00000500000000000000" pitchFamily="2" charset="0"/>
                </a:rPr>
                <a:t>Fewer capability units in service, each carrying a broader remit than before</a:t>
              </a:r>
              <a:r>
                <a:rPr sz="1200" b="0" i="0" u="none" dirty="0">
                  <a:solidFill>
                    <a:srgbClr val="4A4A4A"/>
                  </a:solidFill>
                  <a:latin typeface="Inter"/>
                </a:rPr>
                <a:t>.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59474C3-8F5A-4C29-16FD-95783A210272}"/>
              </a:ext>
            </a:extLst>
          </p:cNvPr>
          <p:cNvSpPr txBox="1"/>
          <p:nvPr/>
        </p:nvSpPr>
        <p:spPr>
          <a:xfrm>
            <a:off x="962025" y="3263797"/>
            <a:ext cx="203260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A1A1A"/>
                </a:solidFill>
              </a:rPr>
              <a:t>Capability-based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4A33CB-0A51-CCA9-0D5C-6F6ED95E1183}"/>
              </a:ext>
            </a:extLst>
          </p:cNvPr>
          <p:cNvSpPr txBox="1"/>
          <p:nvPr/>
        </p:nvSpPr>
        <p:spPr>
          <a:xfrm>
            <a:off x="962024" y="3530497"/>
            <a:ext cx="6477583" cy="423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dirty="0">
                <a:solidFill>
                  <a:srgbClr val="4A4A4A"/>
                </a:solidFill>
                <a:latin typeface="ShellBook" panose="00000500000000000000" pitchFamily="2" charset="0"/>
              </a:rPr>
              <a:t>The same skid now serves ad hoc requests across very different chemistries, not one fixed process. Every new chemistry or envelope change triggers its own MOC cycle.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27A631-E77C-EF56-AEC4-F8C3FEE70FBF}"/>
              </a:ext>
            </a:extLst>
          </p:cNvPr>
          <p:cNvSpPr txBox="1"/>
          <p:nvPr/>
        </p:nvSpPr>
        <p:spPr>
          <a:xfrm>
            <a:off x="990600" y="4260115"/>
            <a:ext cx="155170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A1A1A"/>
                </a:solidFill>
              </a:rPr>
              <a:t>Review bottleneck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1D78F9-1E99-3CA4-6182-FECD17A5079F}"/>
              </a:ext>
            </a:extLst>
          </p:cNvPr>
          <p:cNvSpPr txBox="1"/>
          <p:nvPr/>
        </p:nvSpPr>
        <p:spPr>
          <a:xfrm>
            <a:off x="990600" y="4526815"/>
            <a:ext cx="7122318" cy="205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400" dirty="0">
                <a:solidFill>
                  <a:srgbClr val="4A4A4A"/>
                </a:solidFill>
                <a:latin typeface="ShellBook" panose="00000500000000000000" pitchFamily="2" charset="0"/>
              </a:rPr>
              <a:t>Manual hazard-basis prep can't keep pace with an ad hoc, high-frequency request cadence.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2AA77E-6C72-6A09-0329-5D695C3FA30E}"/>
              </a:ext>
            </a:extLst>
          </p:cNvPr>
          <p:cNvGrpSpPr/>
          <p:nvPr/>
        </p:nvGrpSpPr>
        <p:grpSpPr>
          <a:xfrm>
            <a:off x="628650" y="5051524"/>
            <a:ext cx="10972800" cy="1143000"/>
            <a:chOff x="609600" y="5270599"/>
            <a:chExt cx="10972800" cy="1143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744905-4162-3CAB-BC54-8204F221EB67}"/>
                </a:ext>
              </a:extLst>
            </p:cNvPr>
            <p:cNvSpPr/>
            <p:nvPr/>
          </p:nvSpPr>
          <p:spPr>
            <a:xfrm>
              <a:off x="609600" y="5270599"/>
              <a:ext cx="10972800" cy="1143000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72AB68-9838-85FF-9382-9539D3179CF9}"/>
                </a:ext>
              </a:extLst>
            </p:cNvPr>
            <p:cNvSpPr/>
            <p:nvPr/>
          </p:nvSpPr>
          <p:spPr>
            <a:xfrm>
              <a:off x="609600" y="5270599"/>
              <a:ext cx="38100" cy="1143000"/>
            </a:xfrm>
            <a:prstGeom prst="rect">
              <a:avLst/>
            </a:prstGeom>
            <a:solidFill>
              <a:srgbClr val="DD1D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>
              <a:extLst>
                <a:ext uri="{FF2B5EF4-FFF2-40B4-BE49-F238E27FC236}">
                  <a16:creationId xmlns:a16="http://schemas.microsoft.com/office/drawing/2014/main" id="{1F033F15-C61E-FA9D-357B-1796D447D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" y="5461099"/>
              <a:ext cx="228600" cy="2286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E3609A-4696-47E9-6F63-6FF254420B53}"/>
                </a:ext>
              </a:extLst>
            </p:cNvPr>
            <p:cNvSpPr txBox="1"/>
            <p:nvPr/>
          </p:nvSpPr>
          <p:spPr>
            <a:xfrm>
              <a:off x="1181100" y="5422999"/>
              <a:ext cx="1226298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1A1A1A"/>
                  </a:solidFill>
                </a:rPr>
                <a:t>Frequent MOCs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93121DA-77D5-CD20-AB36-0BFCA6B87FDC}"/>
                </a:ext>
              </a:extLst>
            </p:cNvPr>
            <p:cNvSpPr txBox="1"/>
            <p:nvPr/>
          </p:nvSpPr>
          <p:spPr>
            <a:xfrm>
              <a:off x="1181100" y="5692939"/>
              <a:ext cx="10210800" cy="4594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300" dirty="0">
                  <a:solidFill>
                    <a:srgbClr val="4A4A4A"/>
                  </a:solidFill>
                  <a:latin typeface="ShellBook" panose="00000500000000000000" pitchFamily="2" charset="0"/>
                </a:rPr>
                <a:t>The result: safety review volume and frequency are rising faster than headcount can absorb them — the same shared capability now needs an </a:t>
              </a:r>
              <a:r>
                <a:rPr sz="1300" b="1" dirty="0" err="1">
                  <a:solidFill>
                    <a:srgbClr val="FF0000"/>
                  </a:solidFill>
                  <a:latin typeface="ShellBook" panose="00000500000000000000" pitchFamily="2" charset="0"/>
                </a:rPr>
                <a:t>SafetyLens</a:t>
              </a:r>
              <a:r>
                <a:rPr sz="1300" dirty="0">
                  <a:solidFill>
                    <a:srgbClr val="4A4A4A"/>
                  </a:solidFill>
                  <a:latin typeface="ShellBook" panose="00000500000000000000" pitchFamily="2" charset="0"/>
                </a:rPr>
                <a:t> basis prepared far more often than the old.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0283EAF0-B95E-0107-B1A9-A51C2BC4617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351273" y="1449000"/>
            <a:ext cx="4696711" cy="313114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7D9ED3C-E758-073C-CF09-11079B439D45}"/>
              </a:ext>
            </a:extLst>
          </p:cNvPr>
          <p:cNvSpPr/>
          <p:nvPr/>
        </p:nvSpPr>
        <p:spPr>
          <a:xfrm>
            <a:off x="-8944" y="504615"/>
            <a:ext cx="1220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D50C-3DA8-35D9-C4B4-9DA02FFB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6239-23F2-C63E-DCF9-39E17A46263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GB" noProof="1"/>
              <a:t>September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FCAA2-419E-C2F6-730F-C2BB8D163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32BAE6A-B452-4007-8177-56DD051636F9}" type="slidenum">
              <a:rPr lang="en-GB" noProof="1" dirty="0" smtClean="0"/>
              <a:pPr/>
              <a:t>2</a:t>
            </a:fld>
            <a:endParaRPr lang="en-GB" noProof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7A15C-9B46-169C-2365-D6BD043C9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1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DC299A-EE78-F0DF-822B-8302F07C2F89}"/>
              </a:ext>
            </a:extLst>
          </p:cNvPr>
          <p:cNvSpPr txBox="1"/>
          <p:nvPr/>
        </p:nvSpPr>
        <p:spPr>
          <a:xfrm>
            <a:off x="609600" y="241710"/>
            <a:ext cx="205895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400" b="1" i="0" u="none" dirty="0">
                <a:solidFill>
                  <a:srgbClr val="1A1A1A"/>
                </a:solidFill>
                <a:latin typeface="+mj-lt"/>
              </a:rPr>
              <a:t>What It Is 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E47AB0-12E5-D547-AE65-8830DFC6E784}"/>
              </a:ext>
            </a:extLst>
          </p:cNvPr>
          <p:cNvSpPr/>
          <p:nvPr/>
        </p:nvSpPr>
        <p:spPr>
          <a:xfrm>
            <a:off x="-8944" y="504615"/>
            <a:ext cx="9000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EEF3AD-CC76-D489-61A5-2E1B9DBD1365}"/>
              </a:ext>
            </a:extLst>
          </p:cNvPr>
          <p:cNvGrpSpPr/>
          <p:nvPr/>
        </p:nvGrpSpPr>
        <p:grpSpPr>
          <a:xfrm>
            <a:off x="9563565" y="123056"/>
            <a:ext cx="2799159" cy="828675"/>
            <a:chOff x="9201150" y="5813524"/>
            <a:chExt cx="2799159" cy="828675"/>
          </a:xfrm>
        </p:grpSpPr>
        <p:sp>
          <p:nvSpPr>
            <p:cNvPr id="3" name="Rounded Rectangle 3">
              <a:extLst>
                <a:ext uri="{FF2B5EF4-FFF2-40B4-BE49-F238E27FC236}">
                  <a16:creationId xmlns:a16="http://schemas.microsoft.com/office/drawing/2014/main" id="{070D127B-76D3-5FE0-3B8F-C45867E3876D}"/>
                </a:ext>
              </a:extLst>
            </p:cNvPr>
            <p:cNvSpPr/>
            <p:nvPr/>
          </p:nvSpPr>
          <p:spPr>
            <a:xfrm>
              <a:off x="9201150" y="5813524"/>
              <a:ext cx="2609850" cy="828675"/>
            </a:xfrm>
            <a:prstGeom prst="roundRect">
              <a:avLst>
                <a:gd name="adj" fmla="val 4597"/>
              </a:avLst>
            </a:prstGeom>
            <a:solidFill>
              <a:srgbClr val="F2F2F2"/>
            </a:solidFill>
            <a:ln w="285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image.png">
              <a:extLst>
                <a:ext uri="{FF2B5EF4-FFF2-40B4-BE49-F238E27FC236}">
                  <a16:creationId xmlns:a16="http://schemas.microsoft.com/office/drawing/2014/main" id="{EC38BEA3-BAE4-A687-5E68-1B9A41265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5950" y="6075461"/>
              <a:ext cx="304800" cy="3048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A2DC8C-DDB7-9E8A-CA7C-5266D6A35C43}"/>
                </a:ext>
              </a:extLst>
            </p:cNvPr>
            <p:cNvSpPr txBox="1"/>
            <p:nvPr/>
          </p:nvSpPr>
          <p:spPr>
            <a:xfrm>
              <a:off x="9925050" y="6042124"/>
              <a:ext cx="2075259" cy="3714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400" b="1" i="0" u="none" dirty="0" err="1">
                  <a:solidFill>
                    <a:srgbClr val="DD1D21"/>
                  </a:solidFill>
                  <a:latin typeface="Inter"/>
                </a:rPr>
                <a:t>safety</a:t>
              </a:r>
              <a:r>
                <a:rPr sz="2400" b="1" i="0" u="none" dirty="0" err="1">
                  <a:latin typeface="Inter"/>
                </a:rPr>
                <a:t>Lens</a:t>
              </a:r>
              <a:endParaRPr sz="2400" b="1" i="0" u="none" dirty="0">
                <a:latin typeface="Inter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AF0C825-D334-CD40-9421-90322ABED9DF}"/>
              </a:ext>
            </a:extLst>
          </p:cNvPr>
          <p:cNvSpPr txBox="1"/>
          <p:nvPr/>
        </p:nvSpPr>
        <p:spPr>
          <a:xfrm>
            <a:off x="6787812" y="1221065"/>
            <a:ext cx="516437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/>
            <a:r>
              <a:rPr lang="en-US" sz="3400" b="1" dirty="0">
                <a:solidFill>
                  <a:srgbClr val="DD1D21"/>
                </a:solidFill>
                <a:latin typeface="ShellHeavy (Headings)"/>
              </a:rPr>
              <a:t>Why the Draft Can Be Trusted ?</a:t>
            </a:r>
            <a:endParaRPr lang="en-IN" sz="3400" b="1" dirty="0">
              <a:solidFill>
                <a:srgbClr val="DD1D21"/>
              </a:solidFill>
              <a:latin typeface="ShellHeavy (Headings)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CC7CD0-C920-9773-3925-36E8D0096EB0}"/>
              </a:ext>
            </a:extLst>
          </p:cNvPr>
          <p:cNvSpPr txBox="1"/>
          <p:nvPr/>
        </p:nvSpPr>
        <p:spPr>
          <a:xfrm>
            <a:off x="609600" y="846837"/>
            <a:ext cx="3010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hellMedium" panose="00000600000000000000" pitchFamily="2" charset="0"/>
              </a:rPr>
              <a:t>The tool drafts the basis; it never accepts the risk. 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ShellMedium" panose="00000600000000000000" pitchFamily="2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1BFAE8E-5D73-F256-D6DC-F8D2B6677852}"/>
              </a:ext>
            </a:extLst>
          </p:cNvPr>
          <p:cNvGrpSpPr/>
          <p:nvPr/>
        </p:nvGrpSpPr>
        <p:grpSpPr>
          <a:xfrm>
            <a:off x="609599" y="2588729"/>
            <a:ext cx="3530452" cy="3329418"/>
            <a:chOff x="609599" y="2681745"/>
            <a:chExt cx="3171825" cy="2991212"/>
          </a:xfrm>
        </p:grpSpPr>
        <p:pic>
          <p:nvPicPr>
            <p:cNvPr id="11" name="Picture Placeholder 48">
              <a:extLst>
                <a:ext uri="{FF2B5EF4-FFF2-40B4-BE49-F238E27FC236}">
                  <a16:creationId xmlns:a16="http://schemas.microsoft.com/office/drawing/2014/main" id="{C3D22BEE-D204-EDE1-B236-C52F9F338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30" r="14630"/>
            <a:stretch/>
          </p:blipFill>
          <p:spPr>
            <a:xfrm>
              <a:off x="609599" y="2681745"/>
              <a:ext cx="3171825" cy="2991212"/>
            </a:xfrm>
            <a:custGeom>
              <a:avLst/>
              <a:gdLst>
                <a:gd name="csX0" fmla="*/ 0 w 3171825"/>
                <a:gd name="csY0" fmla="*/ 0 h 2991212"/>
                <a:gd name="csX1" fmla="*/ 3171825 w 3171825"/>
                <a:gd name="csY1" fmla="*/ 0 h 2991212"/>
                <a:gd name="csX2" fmla="*/ 3171825 w 3171825"/>
                <a:gd name="csY2" fmla="*/ 2991212 h 2991212"/>
                <a:gd name="csX3" fmla="*/ 0 w 3171825"/>
                <a:gd name="csY3" fmla="*/ 2991212 h 2991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71825" h="2991212">
                  <a:moveTo>
                    <a:pt x="0" y="0"/>
                  </a:moveTo>
                  <a:lnTo>
                    <a:pt x="3171825" y="0"/>
                  </a:lnTo>
                  <a:lnTo>
                    <a:pt x="3171825" y="2991212"/>
                  </a:lnTo>
                  <a:lnTo>
                    <a:pt x="0" y="2991212"/>
                  </a:lnTo>
                  <a:close/>
                </a:path>
              </a:pathLst>
            </a:cu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94D43D-E42E-B9F9-BB3F-3E42084EC997}"/>
                </a:ext>
              </a:extLst>
            </p:cNvPr>
            <p:cNvSpPr/>
            <p:nvPr/>
          </p:nvSpPr>
          <p:spPr>
            <a:xfrm>
              <a:off x="609599" y="2681745"/>
              <a:ext cx="3171825" cy="2991212"/>
            </a:xfrm>
            <a:prstGeom prst="rect">
              <a:avLst/>
            </a:prstGeom>
            <a:gradFill flip="none" rotWithShape="1">
              <a:gsLst>
                <a:gs pos="0">
                  <a:srgbClr val="ED1C23">
                    <a:lumMod val="93000"/>
                  </a:srgbClr>
                </a:gs>
                <a:gs pos="92000">
                  <a:srgbClr val="ED1C23">
                    <a:lumMod val="50000"/>
                    <a:alpha val="0"/>
                  </a:srgb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DCFEC0-02EB-C961-9B0A-58D5097857DC}"/>
                </a:ext>
              </a:extLst>
            </p:cNvPr>
            <p:cNvSpPr txBox="1"/>
            <p:nvPr/>
          </p:nvSpPr>
          <p:spPr>
            <a:xfrm>
              <a:off x="797747" y="2999800"/>
              <a:ext cx="2783747" cy="1050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ShellBook" panose="00000500000000000000" pitchFamily="2" charset="0"/>
                </a:rPr>
                <a:t>Four independent analytical passes run on the same evidence. Conflicts between them are shown to the workshop, never quietly averaged away.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0B649BC-0BF3-876E-4F70-66188DBCDE8A}"/>
                </a:ext>
              </a:extLst>
            </p:cNvPr>
            <p:cNvSpPr/>
            <p:nvPr/>
          </p:nvSpPr>
          <p:spPr>
            <a:xfrm>
              <a:off x="830260" y="5026206"/>
              <a:ext cx="2730502" cy="370740"/>
            </a:xfrm>
            <a:prstGeom prst="roundRect">
              <a:avLst>
                <a:gd name="adj" fmla="val 50000"/>
              </a:avLst>
            </a:prstGeom>
            <a:solidFill>
              <a:srgbClr val="FED4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47A5DF-5D4F-5E6D-B269-73BA0D6D6B44}"/>
                </a:ext>
              </a:extLst>
            </p:cNvPr>
            <p:cNvSpPr txBox="1"/>
            <p:nvPr/>
          </p:nvSpPr>
          <p:spPr>
            <a:xfrm>
              <a:off x="1148280" y="5073076"/>
              <a:ext cx="206784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</a:rPr>
                <a:t>Disagreement is preserved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EFCAEED-B135-33AB-6817-70CDD535156B}"/>
              </a:ext>
            </a:extLst>
          </p:cNvPr>
          <p:cNvGrpSpPr/>
          <p:nvPr/>
        </p:nvGrpSpPr>
        <p:grpSpPr>
          <a:xfrm>
            <a:off x="4463220" y="2588438"/>
            <a:ext cx="3531600" cy="3330000"/>
            <a:chOff x="3886199" y="2681745"/>
            <a:chExt cx="3171826" cy="2991212"/>
          </a:xfrm>
        </p:grpSpPr>
        <p:pic>
          <p:nvPicPr>
            <p:cNvPr id="10" name="Picture Placeholder 50">
              <a:extLst>
                <a:ext uri="{FF2B5EF4-FFF2-40B4-BE49-F238E27FC236}">
                  <a16:creationId xmlns:a16="http://schemas.microsoft.com/office/drawing/2014/main" id="{96D4E2B6-7F51-E2B6-D50D-53BE5E797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72" r="20172"/>
            <a:stretch/>
          </p:blipFill>
          <p:spPr>
            <a:xfrm>
              <a:off x="3886200" y="2681745"/>
              <a:ext cx="3171825" cy="2991212"/>
            </a:xfrm>
            <a:custGeom>
              <a:avLst/>
              <a:gdLst>
                <a:gd name="csX0" fmla="*/ 0 w 3171825"/>
                <a:gd name="csY0" fmla="*/ 0 h 2991212"/>
                <a:gd name="csX1" fmla="*/ 3171825 w 3171825"/>
                <a:gd name="csY1" fmla="*/ 0 h 2991212"/>
                <a:gd name="csX2" fmla="*/ 3171825 w 3171825"/>
                <a:gd name="csY2" fmla="*/ 2991212 h 2991212"/>
                <a:gd name="csX3" fmla="*/ 0 w 3171825"/>
                <a:gd name="csY3" fmla="*/ 2991212 h 2991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71825" h="2991212">
                  <a:moveTo>
                    <a:pt x="0" y="0"/>
                  </a:moveTo>
                  <a:lnTo>
                    <a:pt x="3171825" y="0"/>
                  </a:lnTo>
                  <a:lnTo>
                    <a:pt x="3171825" y="2991212"/>
                  </a:lnTo>
                  <a:lnTo>
                    <a:pt x="0" y="2991212"/>
                  </a:lnTo>
                  <a:close/>
                </a:path>
              </a:pathLst>
            </a:cu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DA1CE24-0B14-716E-7017-025ABB19A630}"/>
                </a:ext>
              </a:extLst>
            </p:cNvPr>
            <p:cNvSpPr/>
            <p:nvPr/>
          </p:nvSpPr>
          <p:spPr>
            <a:xfrm>
              <a:off x="3886199" y="2681745"/>
              <a:ext cx="3171825" cy="2991212"/>
            </a:xfrm>
            <a:prstGeom prst="rect">
              <a:avLst/>
            </a:prstGeom>
            <a:gradFill>
              <a:gsLst>
                <a:gs pos="0">
                  <a:srgbClr val="FED400">
                    <a:lumMod val="91000"/>
                  </a:srgbClr>
                </a:gs>
                <a:gs pos="92000">
                  <a:srgbClr val="FED400">
                    <a:lumMod val="50000"/>
                    <a:alpha val="0"/>
                  </a:srgbClr>
                </a:gs>
              </a:gsLst>
              <a:lin ang="5400000" scaled="1"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747DF84-C97E-5D48-9F48-619D5E13E52B}"/>
                </a:ext>
              </a:extLst>
            </p:cNvPr>
            <p:cNvSpPr/>
            <p:nvPr/>
          </p:nvSpPr>
          <p:spPr>
            <a:xfrm>
              <a:off x="4106860" y="5026206"/>
              <a:ext cx="2730502" cy="370740"/>
            </a:xfrm>
            <a:prstGeom prst="roundRect">
              <a:avLst>
                <a:gd name="adj" fmla="val 50000"/>
              </a:avLst>
            </a:prstGeom>
            <a:solidFill>
              <a:srgbClr val="ED1C2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800" b="0" i="0" u="none" strike="noStrike" kern="0" cap="none" spc="0" normalizeH="0" baseline="0" noProof="0">
                <a:ln>
                  <a:noFill/>
                </a:ln>
                <a:solidFill>
                  <a:srgbClr val="ED1C23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35467F9-7495-7241-9164-B4B4F79FE024}"/>
                </a:ext>
              </a:extLst>
            </p:cNvPr>
            <p:cNvSpPr txBox="1"/>
            <p:nvPr/>
          </p:nvSpPr>
          <p:spPr>
            <a:xfrm>
              <a:off x="4605207" y="5074213"/>
              <a:ext cx="173063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</a:rPr>
                <a:t>Every finding is tiered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49E1593-74B2-5F79-A624-7B761C70374B}"/>
                </a:ext>
              </a:extLst>
            </p:cNvPr>
            <p:cNvSpPr txBox="1"/>
            <p:nvPr/>
          </p:nvSpPr>
          <p:spPr>
            <a:xfrm>
              <a:off x="4053615" y="2999800"/>
              <a:ext cx="2783747" cy="66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hellBook" panose="00000500000000000000" pitchFamily="2" charset="0"/>
                </a:rPr>
                <a:t>Evidenced, Inferred, or Gap — shown explicitly, never blended into one confident narrative tone.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DE8A61E-5A0A-DB01-BA79-85D2C172D726}"/>
              </a:ext>
            </a:extLst>
          </p:cNvPr>
          <p:cNvGrpSpPr/>
          <p:nvPr/>
        </p:nvGrpSpPr>
        <p:grpSpPr>
          <a:xfrm>
            <a:off x="8317989" y="2588438"/>
            <a:ext cx="3531600" cy="3330000"/>
            <a:chOff x="8317989" y="2588438"/>
            <a:chExt cx="3171826" cy="2991212"/>
          </a:xfrm>
        </p:grpSpPr>
        <p:pic>
          <p:nvPicPr>
            <p:cNvPr id="9" name="Picture Placeholder 52">
              <a:extLst>
                <a:ext uri="{FF2B5EF4-FFF2-40B4-BE49-F238E27FC236}">
                  <a16:creationId xmlns:a16="http://schemas.microsoft.com/office/drawing/2014/main" id="{35E2907D-6435-2768-F7BE-99879EFCB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68" r="14668"/>
            <a:stretch/>
          </p:blipFill>
          <p:spPr>
            <a:xfrm>
              <a:off x="8317990" y="2588438"/>
              <a:ext cx="3171825" cy="2991212"/>
            </a:xfrm>
            <a:custGeom>
              <a:avLst/>
              <a:gdLst>
                <a:gd name="csX0" fmla="*/ 0 w 3171825"/>
                <a:gd name="csY0" fmla="*/ 0 h 2991212"/>
                <a:gd name="csX1" fmla="*/ 3171825 w 3171825"/>
                <a:gd name="csY1" fmla="*/ 0 h 2991212"/>
                <a:gd name="csX2" fmla="*/ 3171825 w 3171825"/>
                <a:gd name="csY2" fmla="*/ 2991212 h 2991212"/>
                <a:gd name="csX3" fmla="*/ 0 w 3171825"/>
                <a:gd name="csY3" fmla="*/ 2991212 h 29912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171825" h="2991212">
                  <a:moveTo>
                    <a:pt x="0" y="0"/>
                  </a:moveTo>
                  <a:lnTo>
                    <a:pt x="3171825" y="0"/>
                  </a:lnTo>
                  <a:lnTo>
                    <a:pt x="3171825" y="2991212"/>
                  </a:lnTo>
                  <a:lnTo>
                    <a:pt x="0" y="2991212"/>
                  </a:lnTo>
                  <a:close/>
                </a:path>
              </a:pathLst>
            </a:cu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E17F35C-87FB-2B9B-3EEB-D84E9661BAE4}"/>
                </a:ext>
              </a:extLst>
            </p:cNvPr>
            <p:cNvSpPr/>
            <p:nvPr/>
          </p:nvSpPr>
          <p:spPr>
            <a:xfrm>
              <a:off x="8317989" y="2588438"/>
              <a:ext cx="3171825" cy="2991212"/>
            </a:xfrm>
            <a:prstGeom prst="rect">
              <a:avLst/>
            </a:prstGeom>
            <a:gradFill flip="none" rotWithShape="1">
              <a:gsLst>
                <a:gs pos="0">
                  <a:srgbClr val="ED1C23">
                    <a:lumMod val="93000"/>
                  </a:srgbClr>
                </a:gs>
                <a:gs pos="92000">
                  <a:srgbClr val="ED1C23">
                    <a:lumMod val="50000"/>
                    <a:alpha val="0"/>
                  </a:srgbClr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450E925E-DD8F-945E-47D3-B39CD411681D}"/>
                </a:ext>
              </a:extLst>
            </p:cNvPr>
            <p:cNvSpPr/>
            <p:nvPr/>
          </p:nvSpPr>
          <p:spPr>
            <a:xfrm>
              <a:off x="8538650" y="4932899"/>
              <a:ext cx="2730502" cy="370740"/>
            </a:xfrm>
            <a:prstGeom prst="roundRect">
              <a:avLst>
                <a:gd name="adj" fmla="val 50000"/>
              </a:avLst>
            </a:prstGeom>
            <a:solidFill>
              <a:srgbClr val="FED4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C357F5-7015-D466-D455-8AAA0C7F239F}"/>
                </a:ext>
              </a:extLst>
            </p:cNvPr>
            <p:cNvSpPr txBox="1"/>
            <p:nvPr/>
          </p:nvSpPr>
          <p:spPr>
            <a:xfrm>
              <a:off x="8623512" y="4969358"/>
              <a:ext cx="2642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rgbClr val="000000">
                      <a:lumMod val="85000"/>
                      <a:lumOff val="15000"/>
                    </a:srgbClr>
                  </a:solidFill>
                </a:rPr>
                <a:t>S</a:t>
              </a:r>
              <a:r>
                <a:rPr kumimoji="0" lang="en-US" sz="1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</a:rPr>
                <a:t>creening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</a:rPr>
                <a:t> agent, not a decision-maker</a:t>
              </a:r>
              <a:endPara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CD659C5-9169-B279-6A1D-741C59250E18}"/>
                </a:ext>
              </a:extLst>
            </p:cNvPr>
            <p:cNvSpPr txBox="1"/>
            <p:nvPr/>
          </p:nvSpPr>
          <p:spPr>
            <a:xfrm>
              <a:off x="8482231" y="2906493"/>
              <a:ext cx="2855039" cy="1244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hellBook" panose="00000500000000000000" pitchFamily="2" charset="0"/>
                </a:rPr>
                <a:t>From user inputs and connected safety documents, generates an evidence-based hazard-identification draft. It does not perform HAZOP, LOPA, safeguard/ESD assessment, or approve operations.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3D5DBAE-E2E3-3085-8CA6-10587FB07D95}"/>
              </a:ext>
            </a:extLst>
          </p:cNvPr>
          <p:cNvGrpSpPr/>
          <p:nvPr/>
        </p:nvGrpSpPr>
        <p:grpSpPr>
          <a:xfrm>
            <a:off x="609599" y="1607875"/>
            <a:ext cx="3797301" cy="730306"/>
            <a:chOff x="1235075" y="1732952"/>
            <a:chExt cx="3726224" cy="73030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D3A7F2C-D7F4-8082-78D9-430CC49FACD5}"/>
                </a:ext>
              </a:extLst>
            </p:cNvPr>
            <p:cNvSpPr/>
            <p:nvPr/>
          </p:nvSpPr>
          <p:spPr>
            <a:xfrm>
              <a:off x="1235075" y="1732952"/>
              <a:ext cx="3726224" cy="730306"/>
            </a:xfrm>
            <a:prstGeom prst="roundRect">
              <a:avLst>
                <a:gd name="adj" fmla="val 3965"/>
              </a:avLst>
            </a:prstGeom>
            <a:solidFill>
              <a:srgbClr val="FED4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3552FD7-4738-068A-30A9-9EDFBE314B4E}"/>
                </a:ext>
              </a:extLst>
            </p:cNvPr>
            <p:cNvSpPr txBox="1"/>
            <p:nvPr/>
          </p:nvSpPr>
          <p:spPr>
            <a:xfrm>
              <a:off x="1280794" y="1896819"/>
              <a:ext cx="347992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</a:rPr>
                <a:t>It has no approval authority</a:t>
              </a:r>
              <a:endPara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059208F-2F05-922E-25B7-60E2E20BA911}"/>
                </a:ext>
              </a:extLst>
            </p:cNvPr>
            <p:cNvSpPr/>
            <p:nvPr/>
          </p:nvSpPr>
          <p:spPr>
            <a:xfrm>
              <a:off x="1235075" y="1732952"/>
              <a:ext cx="45719" cy="730306"/>
            </a:xfrm>
            <a:prstGeom prst="roundRect">
              <a:avLst>
                <a:gd name="adj" fmla="val 3965"/>
              </a:avLst>
            </a:prstGeom>
            <a:solidFill>
              <a:srgbClr val="FF000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56778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23E6-3087-7506-12C0-0991AEC5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964C1-AFD1-97F5-B61E-DA0524D61F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0" b="0" i="0" u="none" strike="noStrike" kern="1200" cap="none" spc="0" normalizeH="0" baseline="0" noProof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/>
                <a:ea typeface="+mn-ea"/>
                <a:cs typeface="Arial" pitchFamily="34" charset="0"/>
              </a:rPr>
              <a:t>September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141BB-6F74-FAD7-67FF-A330C1B93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2BAE6A-B452-4007-8177-56DD051636F9}" type="slidenum">
              <a:rPr kumimoji="0" lang="en-GB" sz="850" b="0" i="0" u="none" strike="noStrike" kern="1200" cap="none" spc="0" normalizeH="0" baseline="0" noProof="1" dirty="0" smtClean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/>
                <a:ea typeface="+mn-ea"/>
                <a:cs typeface="Arial" pitchFamily="34" charset="0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850" b="0" i="0" u="none" strike="noStrike" kern="1200" cap="none" spc="0" normalizeH="0" baseline="0" noProof="1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Arial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5D575-A517-7C9D-7D4A-657E6528A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0" b="0" i="0" u="none" strike="noStrike" kern="1200" cap="none" spc="0" normalizeH="0" baseline="0" noProof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/>
                <a:ea typeface="+mn-ea"/>
                <a:cs typeface="Arial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2D2926-36FA-C200-26D5-FB3C83D345FA}"/>
              </a:ext>
            </a:extLst>
          </p:cNvPr>
          <p:cNvSpPr txBox="1"/>
          <p:nvPr/>
        </p:nvSpPr>
        <p:spPr>
          <a:xfrm>
            <a:off x="609600" y="241710"/>
            <a:ext cx="205895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hellHeavy (Headings)"/>
              </a:rPr>
              <a:t>Moment of Truth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C2E7A-698E-3DF2-59BD-E40A89A6F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193" y="975692"/>
            <a:ext cx="2806268" cy="1414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FFCCBE-A485-47D1-EDF4-6940D7BD9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35496">
            <a:off x="740739" y="1026082"/>
            <a:ext cx="3614678" cy="10798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238AA9-9EA1-50AE-EE25-4DF839CB9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41929">
            <a:off x="862012" y="2770269"/>
            <a:ext cx="3600000" cy="16853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480D60C-6AB8-DC5A-EE39-C637D8C97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068" y="2685570"/>
            <a:ext cx="3600000" cy="14149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52E581-E0F0-7748-1B2F-65DDF3A4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838" y="5009110"/>
            <a:ext cx="3600000" cy="10637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8132D49-40E8-3A7C-39B8-A07F2D4BB1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347" y="5254715"/>
            <a:ext cx="3600000" cy="10766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94C0142-669E-F76C-AAFA-5D8963F18E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3586" y="3191114"/>
            <a:ext cx="3600000" cy="10471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6ABC2B7-47D2-CA1D-8472-7C38F92FF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15654">
            <a:off x="4211854" y="3912205"/>
            <a:ext cx="3600000" cy="11529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6E0ED95-A2A6-5E1A-1B9D-B879A6D504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494469">
            <a:off x="8192894" y="4487041"/>
            <a:ext cx="3600000" cy="88090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FDE9F109-6BEB-9E15-BB90-61A7F0FFC8EE}"/>
              </a:ext>
            </a:extLst>
          </p:cNvPr>
          <p:cNvGrpSpPr/>
          <p:nvPr/>
        </p:nvGrpSpPr>
        <p:grpSpPr>
          <a:xfrm>
            <a:off x="9563565" y="123056"/>
            <a:ext cx="2799159" cy="828675"/>
            <a:chOff x="9201150" y="5813524"/>
            <a:chExt cx="2799159" cy="828675"/>
          </a:xfrm>
        </p:grpSpPr>
        <p:sp>
          <p:nvSpPr>
            <p:cNvPr id="46" name="Rounded Rectangle 3">
              <a:extLst>
                <a:ext uri="{FF2B5EF4-FFF2-40B4-BE49-F238E27FC236}">
                  <a16:creationId xmlns:a16="http://schemas.microsoft.com/office/drawing/2014/main" id="{95E53CB8-3061-366A-4164-C99A437CC620}"/>
                </a:ext>
              </a:extLst>
            </p:cNvPr>
            <p:cNvSpPr/>
            <p:nvPr/>
          </p:nvSpPr>
          <p:spPr>
            <a:xfrm>
              <a:off x="9201150" y="5813524"/>
              <a:ext cx="2609850" cy="828675"/>
            </a:xfrm>
            <a:prstGeom prst="roundRect">
              <a:avLst>
                <a:gd name="adj" fmla="val 4597"/>
              </a:avLst>
            </a:prstGeom>
            <a:solidFill>
              <a:srgbClr val="F2F2F2"/>
            </a:solidFill>
            <a:ln w="285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7" name="Picture 46" descr="image.png">
              <a:extLst>
                <a:ext uri="{FF2B5EF4-FFF2-40B4-BE49-F238E27FC236}">
                  <a16:creationId xmlns:a16="http://schemas.microsoft.com/office/drawing/2014/main" id="{C2B00014-57C1-18E2-F982-2BDB53D1E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505950" y="6075461"/>
              <a:ext cx="304800" cy="3048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6B80B95-AC73-1DCC-AB7C-7FCEE7D5D22E}"/>
                </a:ext>
              </a:extLst>
            </p:cNvPr>
            <p:cNvSpPr txBox="1"/>
            <p:nvPr/>
          </p:nvSpPr>
          <p:spPr>
            <a:xfrm>
              <a:off x="9925050" y="6042124"/>
              <a:ext cx="2075259" cy="3714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400" b="1" i="0" u="none" dirty="0" err="1">
                  <a:solidFill>
                    <a:srgbClr val="DD1D21"/>
                  </a:solidFill>
                  <a:latin typeface="Inter"/>
                </a:rPr>
                <a:t>safety</a:t>
              </a:r>
              <a:r>
                <a:rPr sz="2400" b="1" i="0" u="none" dirty="0" err="1">
                  <a:latin typeface="Inter"/>
                </a:rPr>
                <a:t>Lens</a:t>
              </a:r>
              <a:endParaRPr sz="2400" b="1" i="0" u="none" dirty="0">
                <a:latin typeface="Inter"/>
              </a:endParaRP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8240CCB9-8197-62C4-9779-90C3348269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0380" y="1309244"/>
            <a:ext cx="2858110" cy="173089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88900" dir="7500000" sx="95000" sy="95000" kx="195000" ky="145000" algn="tl" rotWithShape="0">
              <a:srgbClr val="000000">
                <a:alpha val="15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B08B8E1-8A1D-B2FA-0F61-DD1E42A4BA7E}"/>
              </a:ext>
            </a:extLst>
          </p:cNvPr>
          <p:cNvSpPr/>
          <p:nvPr/>
        </p:nvSpPr>
        <p:spPr>
          <a:xfrm>
            <a:off x="-8944" y="504615"/>
            <a:ext cx="9000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169031078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3C0F-BBD4-78F4-28E1-942E2B1B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16771-3F76-B86C-F78E-8B03ADC7AF4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0" b="0" i="0" u="none" strike="noStrike" kern="1200" cap="none" spc="0" normalizeH="0" baseline="0" noProof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/>
                <a:ea typeface="+mn-ea"/>
                <a:cs typeface="Arial" pitchFamily="34" charset="0"/>
              </a:rPr>
              <a:t>September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DDE3-5147-6D99-E4E0-9DA023DEB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2BAE6A-B452-4007-8177-56DD051636F9}" type="slidenum">
              <a:rPr kumimoji="0" lang="en-GB" sz="850" b="0" i="0" u="none" strike="noStrike" kern="1200" cap="none" spc="0" normalizeH="0" baseline="0" noProof="1" dirty="0" smtClean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/>
                <a:ea typeface="+mn-ea"/>
                <a:cs typeface="Arial" pitchFamily="34" charset="0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850" b="0" i="0" u="none" strike="noStrike" kern="1200" cap="none" spc="0" normalizeH="0" baseline="0" noProof="1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Arial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9F88C-8628-C8AC-7E8E-617735974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0" b="0" i="0" u="none" strike="noStrike" kern="1200" cap="none" spc="0" normalizeH="0" baseline="0" noProof="1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Medium"/>
                <a:ea typeface="+mn-ea"/>
                <a:cs typeface="Arial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9872B4-B3A4-EB69-8FE5-FB5EC5046525}"/>
              </a:ext>
            </a:extLst>
          </p:cNvPr>
          <p:cNvSpPr txBox="1"/>
          <p:nvPr/>
        </p:nvSpPr>
        <p:spPr>
          <a:xfrm>
            <a:off x="609600" y="241710"/>
            <a:ext cx="205895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hellHeavy (Headings)"/>
              </a:rPr>
              <a:t>Value Creation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A147B44-6EB8-ED19-E85B-04D400F17575}"/>
              </a:ext>
            </a:extLst>
          </p:cNvPr>
          <p:cNvGrpSpPr/>
          <p:nvPr/>
        </p:nvGrpSpPr>
        <p:grpSpPr>
          <a:xfrm>
            <a:off x="9563565" y="123056"/>
            <a:ext cx="2799159" cy="828675"/>
            <a:chOff x="9201150" y="5813524"/>
            <a:chExt cx="2799159" cy="828675"/>
          </a:xfrm>
        </p:grpSpPr>
        <p:sp>
          <p:nvSpPr>
            <p:cNvPr id="46" name="Rounded Rectangle 3">
              <a:extLst>
                <a:ext uri="{FF2B5EF4-FFF2-40B4-BE49-F238E27FC236}">
                  <a16:creationId xmlns:a16="http://schemas.microsoft.com/office/drawing/2014/main" id="{C847C3CB-F824-432B-43D9-9EFD2C34C249}"/>
                </a:ext>
              </a:extLst>
            </p:cNvPr>
            <p:cNvSpPr/>
            <p:nvPr/>
          </p:nvSpPr>
          <p:spPr>
            <a:xfrm>
              <a:off x="9201150" y="5813524"/>
              <a:ext cx="2609850" cy="828675"/>
            </a:xfrm>
            <a:prstGeom prst="roundRect">
              <a:avLst>
                <a:gd name="adj" fmla="val 4597"/>
              </a:avLst>
            </a:prstGeom>
            <a:solidFill>
              <a:srgbClr val="F2F2F2"/>
            </a:solidFill>
            <a:ln w="28575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7" name="Picture 46" descr="image.png">
              <a:extLst>
                <a:ext uri="{FF2B5EF4-FFF2-40B4-BE49-F238E27FC236}">
                  <a16:creationId xmlns:a16="http://schemas.microsoft.com/office/drawing/2014/main" id="{BEF18AAA-E9D9-D632-F99E-23AB250B8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05950" y="6075461"/>
              <a:ext cx="304800" cy="3048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72D3A4D-6E00-6FAA-3E3D-25E884687817}"/>
                </a:ext>
              </a:extLst>
            </p:cNvPr>
            <p:cNvSpPr txBox="1"/>
            <p:nvPr/>
          </p:nvSpPr>
          <p:spPr>
            <a:xfrm>
              <a:off x="9925050" y="6042124"/>
              <a:ext cx="2075259" cy="3714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400" b="1" i="0" u="none" dirty="0" err="1">
                  <a:solidFill>
                    <a:srgbClr val="DD1D21"/>
                  </a:solidFill>
                  <a:latin typeface="Inter"/>
                </a:rPr>
                <a:t>safety</a:t>
              </a:r>
              <a:r>
                <a:rPr sz="2400" b="1" i="0" u="none" dirty="0" err="1">
                  <a:latin typeface="Inter"/>
                </a:rPr>
                <a:t>Lens</a:t>
              </a:r>
              <a:endParaRPr sz="2400" b="1" i="0" u="none" dirty="0">
                <a:latin typeface="Inter"/>
              </a:endParaRPr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24FD07DE-FAE6-2169-6AB9-2D0297FDF509}"/>
              </a:ext>
            </a:extLst>
          </p:cNvPr>
          <p:cNvSpPr/>
          <p:nvPr/>
        </p:nvSpPr>
        <p:spPr>
          <a:xfrm>
            <a:off x="-8944" y="504615"/>
            <a:ext cx="9000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29B8E8-6AB4-9716-FA79-83A911612D87}"/>
              </a:ext>
            </a:extLst>
          </p:cNvPr>
          <p:cNvSpPr txBox="1"/>
          <p:nvPr/>
        </p:nvSpPr>
        <p:spPr>
          <a:xfrm>
            <a:off x="5821378" y="1111992"/>
            <a:ext cx="518874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3400" b="1" dirty="0">
                <a:solidFill>
                  <a:srgbClr val="ED1C23"/>
                </a:solidFill>
                <a:latin typeface="ShellHeavy (Headings)"/>
              </a:rPr>
              <a:t>The operating reality this tool is built for — not a hypothetical efficiency case.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EBC22-3728-87AE-8275-2B9E38550876}"/>
              </a:ext>
            </a:extLst>
          </p:cNvPr>
          <p:cNvSpPr txBox="1"/>
          <p:nvPr/>
        </p:nvSpPr>
        <p:spPr>
          <a:xfrm>
            <a:off x="538825" y="5109943"/>
            <a:ext cx="4816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It compresses the pre-read, so </a:t>
            </a:r>
            <a:r>
              <a:rPr lang="en-US" sz="1600" kern="0" dirty="0"/>
              <a:t>that argument now starts from a cited synthesis, not memory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4EFB0F-AF91-BC4A-E4D5-140E423BF2D0}"/>
              </a:ext>
            </a:extLst>
          </p:cNvPr>
          <p:cNvGrpSpPr/>
          <p:nvPr/>
        </p:nvGrpSpPr>
        <p:grpSpPr>
          <a:xfrm>
            <a:off x="606924" y="1204027"/>
            <a:ext cx="4650120" cy="3787360"/>
            <a:chOff x="606924" y="1301434"/>
            <a:chExt cx="4650120" cy="37873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DC7A7E-938B-876E-D3DC-8F9947A392E3}"/>
                </a:ext>
              </a:extLst>
            </p:cNvPr>
            <p:cNvSpPr/>
            <p:nvPr/>
          </p:nvSpPr>
          <p:spPr>
            <a:xfrm>
              <a:off x="606925" y="1498565"/>
              <a:ext cx="4513921" cy="3590229"/>
            </a:xfrm>
            <a:prstGeom prst="rect">
              <a:avLst/>
            </a:prstGeom>
            <a:solidFill>
              <a:srgbClr val="ED1C2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C8E8F0F-7903-01C5-8768-0DDB9CD04C29}"/>
                </a:ext>
              </a:extLst>
            </p:cNvPr>
            <p:cNvGrpSpPr/>
            <p:nvPr/>
          </p:nvGrpSpPr>
          <p:grpSpPr>
            <a:xfrm>
              <a:off x="606924" y="1301434"/>
              <a:ext cx="4650120" cy="3787359"/>
              <a:chOff x="7541879" y="2095499"/>
              <a:chExt cx="4650120" cy="3787359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E86051E-1F37-E90A-9157-CCBDBA16E4B6}"/>
                  </a:ext>
                </a:extLst>
              </p:cNvPr>
              <p:cNvSpPr/>
              <p:nvPr/>
            </p:nvSpPr>
            <p:spPr>
              <a:xfrm>
                <a:off x="7541879" y="2095500"/>
                <a:ext cx="4650120" cy="3787358"/>
              </a:xfrm>
              <a:prstGeom prst="rect">
                <a:avLst/>
              </a:prstGeom>
              <a:solidFill>
                <a:srgbClr val="FBDD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B466F9C-5273-47B8-3107-60491F4626DC}"/>
                  </a:ext>
                </a:extLst>
              </p:cNvPr>
              <p:cNvSpPr/>
              <p:nvPr/>
            </p:nvSpPr>
            <p:spPr>
              <a:xfrm>
                <a:off x="7544555" y="2095499"/>
                <a:ext cx="4647444" cy="89952"/>
              </a:xfrm>
              <a:prstGeom prst="rect">
                <a:avLst/>
              </a:prstGeom>
              <a:solidFill>
                <a:srgbClr val="DD1D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4" name="Picture 13" descr="image.png">
                <a:extLst>
                  <a:ext uri="{FF2B5EF4-FFF2-40B4-BE49-F238E27FC236}">
                    <a16:creationId xmlns:a16="http://schemas.microsoft.com/office/drawing/2014/main" id="{D32D7C23-6AE3-FBAA-80B1-F030EEDF3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0249" y="2496442"/>
                <a:ext cx="3327350" cy="381000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23E6FE-86E5-BA30-7376-5046862C1632}"/>
                  </a:ext>
                </a:extLst>
              </p:cNvPr>
              <p:cNvSpPr txBox="1"/>
              <p:nvPr/>
            </p:nvSpPr>
            <p:spPr>
              <a:xfrm>
                <a:off x="7950249" y="3106042"/>
                <a:ext cx="1639873" cy="28212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>
                  <a:lnSpc>
                    <a:spcPts val="2160"/>
                  </a:lnSpc>
                </a:pPr>
                <a:r>
                  <a:rPr sz="2000" b="1" spc="50" dirty="0">
                    <a:solidFill>
                      <a:srgbClr val="1A1A1A"/>
                    </a:solidFill>
                  </a:rPr>
                  <a:t>The Real Shift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3425E3-F171-315E-1596-12463FE5763C}"/>
                  </a:ext>
                </a:extLst>
              </p:cNvPr>
              <p:cNvSpPr txBox="1"/>
              <p:nvPr/>
            </p:nvSpPr>
            <p:spPr>
              <a:xfrm>
                <a:off x="7950249" y="3532733"/>
                <a:ext cx="4105552" cy="1772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sz="1400" dirty="0">
                    <a:solidFill>
                      <a:srgbClr val="4A4A4A"/>
                    </a:solidFill>
                    <a:latin typeface="ShellBook" panose="00000500000000000000" pitchFamily="2" charset="0"/>
                  </a:rPr>
                  <a:t>Don't let this get pattern-matched to “AI-powered HAZOP” and judged against a 40-year-old methodology it never tried to be: 
</a:t>
                </a:r>
                <a:r>
                  <a:rPr dirty="0"/>
                  <a:t>
</a:t>
                </a:r>
                <a:r>
                  <a:rPr sz="1350" b="1" i="0" u="none" dirty="0"/>
                  <a:t>It replaces the week spent reading old SOPs before the workshop starts — not the workshop, and not the judgment call.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53A531-6A81-2DD9-1F37-540F641994AB}"/>
              </a:ext>
            </a:extLst>
          </p:cNvPr>
          <p:cNvGrpSpPr/>
          <p:nvPr/>
        </p:nvGrpSpPr>
        <p:grpSpPr>
          <a:xfrm>
            <a:off x="6255946" y="3888463"/>
            <a:ext cx="3600000" cy="457200"/>
            <a:chOff x="6096000" y="4669658"/>
            <a:chExt cx="3600000" cy="4572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8E2A33-1614-3FC7-F8E8-776E0E66D04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669658"/>
              <a:ext cx="3600000" cy="0"/>
            </a:xfrm>
            <a:prstGeom prst="line">
              <a:avLst/>
            </a:prstGeom>
            <a:noFill/>
            <a:ln w="6350" cap="rnd" cmpd="sng" algn="ctr">
              <a:solidFill>
                <a:srgbClr val="ED1C23"/>
              </a:solidFill>
              <a:prstDash val="solid"/>
              <a:miter lim="800000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CDD6CD0-99CA-1CFE-17FC-2B2FE1EA6BF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126858"/>
              <a:ext cx="3600000" cy="0"/>
            </a:xfrm>
            <a:prstGeom prst="line">
              <a:avLst/>
            </a:prstGeom>
            <a:noFill/>
            <a:ln w="6350" cap="rnd" cmpd="sng" algn="ctr">
              <a:solidFill>
                <a:srgbClr val="ED1C23"/>
              </a:solidFill>
              <a:prstDash val="solid"/>
              <a:miter lim="800000"/>
            </a:ln>
            <a:effectLst/>
          </p:spPr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96DF60D-5ECC-200E-4D0D-A75CBDED0B28}"/>
              </a:ext>
            </a:extLst>
          </p:cNvPr>
          <p:cNvSpPr txBox="1"/>
          <p:nvPr/>
        </p:nvSpPr>
        <p:spPr>
          <a:xfrm>
            <a:off x="6137705" y="3524500"/>
            <a:ext cx="3710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350" b="1" dirty="0"/>
              <a:t>Catches document drift before the field does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AE79BE-549E-6B7D-3FB9-E1FE9D542C23}"/>
              </a:ext>
            </a:extLst>
          </p:cNvPr>
          <p:cNvSpPr txBox="1"/>
          <p:nvPr/>
        </p:nvSpPr>
        <p:spPr>
          <a:xfrm>
            <a:off x="6137704" y="3991029"/>
            <a:ext cx="394557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IN" sz="1350" b="1" dirty="0"/>
              <a:t>Applies literature-grounded checks consistently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FB196B-F244-036F-B749-68FE3B9AFA1A}"/>
              </a:ext>
            </a:extLst>
          </p:cNvPr>
          <p:cNvSpPr txBox="1"/>
          <p:nvPr/>
        </p:nvSpPr>
        <p:spPr>
          <a:xfrm>
            <a:off x="6137705" y="4457558"/>
            <a:ext cx="3710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350" b="1" dirty="0"/>
              <a:t>Builds a compounding evidence base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A9A1E6F1-8562-8A91-AA39-1111C560E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1505" y="3579707"/>
            <a:ext cx="195102" cy="195102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9AE61EC-3BA5-4250-A3EC-60B9B65B6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1505" y="4037617"/>
            <a:ext cx="195102" cy="195102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D99BBE1-23DE-A794-BB57-55FD5F9C7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1505" y="4495317"/>
            <a:ext cx="195102" cy="19510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CB3081-2682-0982-CEF0-DCEBDB807E57}"/>
              </a:ext>
            </a:extLst>
          </p:cNvPr>
          <p:cNvCxnSpPr>
            <a:cxnSpLocks/>
          </p:cNvCxnSpPr>
          <p:nvPr/>
        </p:nvCxnSpPr>
        <p:spPr>
          <a:xfrm>
            <a:off x="6255946" y="4814934"/>
            <a:ext cx="3600000" cy="0"/>
          </a:xfrm>
          <a:prstGeom prst="line">
            <a:avLst/>
          </a:prstGeom>
          <a:noFill/>
          <a:ln w="6350" cap="rnd" cmpd="sng" algn="ctr">
            <a:solidFill>
              <a:srgbClr val="ED1C23"/>
            </a:solidFill>
            <a:prstDash val="solid"/>
            <a:miter lim="800000"/>
          </a:ln>
          <a:effectLst/>
        </p:spPr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A64357B9-B523-AD31-344B-51549709A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1505" y="4979294"/>
            <a:ext cx="195102" cy="1951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30ED6B2-7180-B256-D5E1-C0817CC22CB2}"/>
              </a:ext>
            </a:extLst>
          </p:cNvPr>
          <p:cNvSpPr txBox="1"/>
          <p:nvPr/>
        </p:nvSpPr>
        <p:spPr>
          <a:xfrm>
            <a:off x="6137705" y="4924087"/>
            <a:ext cx="3710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350" b="1" dirty="0"/>
              <a:t>Narrow, defensible scope </a:t>
            </a:r>
          </a:p>
        </p:txBody>
      </p:sp>
    </p:spTree>
    <p:extLst>
      <p:ext uri="{BB962C8B-B14F-4D97-AF65-F5344CB8AC3E}">
        <p14:creationId xmlns:p14="http://schemas.microsoft.com/office/powerpoint/2010/main" val="17535360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Shell layouts with footer">
  <a:themeElements>
    <a:clrScheme name="Shell Colour Palette 2024">
      <a:dk1>
        <a:srgbClr val="4A4A4A"/>
      </a:dk1>
      <a:lt1>
        <a:srgbClr val="FFFFFF"/>
      </a:lt1>
      <a:dk2>
        <a:srgbClr val="919191"/>
      </a:dk2>
      <a:lt2>
        <a:srgbClr val="F5F5F5"/>
      </a:lt2>
      <a:accent1>
        <a:srgbClr val="FFC600"/>
      </a:accent1>
      <a:accent2>
        <a:srgbClr val="DD1D21"/>
      </a:accent2>
      <a:accent3>
        <a:srgbClr val="336094"/>
      </a:accent3>
      <a:accent4>
        <a:srgbClr val="86207C"/>
      </a:accent4>
      <a:accent5>
        <a:srgbClr val="617E31"/>
      </a:accent5>
      <a:accent6>
        <a:srgbClr val="ED8A00"/>
      </a:accent6>
      <a:hlink>
        <a:srgbClr val="336094"/>
      </a:hlink>
      <a:folHlink>
        <a:srgbClr val="336094"/>
      </a:folHlink>
    </a:clrScheme>
    <a:fontScheme name="Shell Font Theme">
      <a:majorFont>
        <a:latin typeface="ShellHeavy"/>
        <a:ea typeface=""/>
        <a:cs typeface=""/>
      </a:majorFont>
      <a:minorFont>
        <a:latin typeface="Shell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 algn="ctr">
          <a:noFill/>
          <a:miter lim="800000"/>
          <a:headEnd/>
          <a:tailEnd/>
        </a:ln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230400" indent="-230400" defTabSz="357708">
          <a:lnSpc>
            <a:spcPct val="140000"/>
          </a:lnSpc>
          <a:buClr>
            <a:schemeClr val="accent2"/>
          </a:buClr>
          <a:buSzPct val="75000"/>
          <a:buFont typeface="Wingdings" panose="05000000000000000000" pitchFamily="2" charset="2"/>
          <a:buChar char=""/>
          <a:defRPr sz="1800" dirty="0" err="1"/>
        </a:defPPr>
      </a:lstStyle>
    </a:txDef>
  </a:objectDefaults>
  <a:extraClrSchemeLst/>
  <a:custClrLst>
    <a:custClr name="Main Yellow 200">
      <a:srgbClr val="FFC600"/>
    </a:custClr>
    <a:custClr name="Main Shell Red">
      <a:srgbClr val="DD1D21"/>
    </a:custClr>
    <a:custClr name="Main Shell Grey 700">
      <a:srgbClr val="4A4A4A"/>
    </a:custClr>
    <a:custClr name="Main Night 600">
      <a:srgbClr val="336094"/>
    </a:custClr>
    <a:custClr name="Main Ocean 400">
      <a:srgbClr val="0097A9"/>
    </a:custClr>
    <a:custClr name="Main Sky 400">
      <a:srgbClr val="0097BB"/>
    </a:custClr>
    <a:custClr name="Main Violet 500">
      <a:srgbClr val="9A60A4"/>
    </a:custClr>
    <a:custClr name="Main Sunset 500">
      <a:srgbClr val="D54410"/>
    </a:custClr>
    <a:custClr name="Main Sand 100">
      <a:srgbClr val="E1DDA9"/>
    </a:custClr>
    <a:custClr name="Main Earth 700">
      <a:srgbClr val="743A1E"/>
    </a:custClr>
    <a:custClr name="Shell Yellow 50">
      <a:srgbClr val="FFF7B4"/>
    </a:custClr>
    <a:custClr name="Shell Red 300">
      <a:srgbClr val="FF887B"/>
    </a:custClr>
    <a:custClr name="Shell Grey 900">
      <a:srgbClr val="292929"/>
    </a:custClr>
    <a:custClr name="Night 400">
      <a:srgbClr val="6E94C0"/>
    </a:custClr>
    <a:custClr name="Ocean 600">
      <a:srgbClr val="006B7B"/>
    </a:custClr>
    <a:custClr name="Sky 200">
      <a:srgbClr val="95C9DC"/>
    </a:custClr>
    <a:custClr name="Violet 300">
      <a:srgbClr val="C39EC9"/>
    </a:custClr>
    <a:custClr name="Sunset 300">
      <a:srgbClr val="FF8966"/>
    </a:custClr>
    <a:custClr name="Sand 400">
      <a:srgbClr val="979361"/>
    </a:custClr>
    <a:custClr name="Earth 500">
      <a:srgbClr val="9E684F"/>
    </a:custClr>
    <a:custClr name="White">
      <a:srgbClr val="FFFFFF"/>
    </a:custClr>
    <a:custClr name="Shell Red 100">
      <a:srgbClr val="FFD6D0"/>
    </a:custClr>
    <a:custClr name="Shell Grey 400">
      <a:srgbClr val="919191"/>
    </a:custClr>
    <a:custClr name="Night 200">
      <a:srgbClr val="ACC3DE"/>
    </a:custClr>
    <a:custClr name="Ocean 200">
      <a:srgbClr val="81CCD9"/>
    </a:custClr>
    <a:custClr name="Main Forrest 500">
      <a:srgbClr val="008557"/>
    </a:custClr>
    <a:custClr name="Violet 100">
      <a:srgbClr val="E9DBEB"/>
    </a:custClr>
    <a:custClr name="Sunset 100">
      <a:srgbClr val="FFD7C8"/>
    </a:custClr>
    <a:custClr name="Main Stone 300">
      <a:srgbClr val="B6B099"/>
    </a:custClr>
    <a:custClr name="Earth 300&#10;">
      <a:srgbClr val="C3A494"/>
    </a:custClr>
    <a:custClr name="White">
      <a:srgbClr val="FFFFFF"/>
    </a:custClr>
    <a:custClr name="White">
      <a:srgbClr val="FFFFFF"/>
    </a:custClr>
    <a:custClr name="Grey 50">
      <a:srgbClr val="F5F5F5"/>
    </a:custClr>
    <a:custClr name="Main Grass 200">
      <a:srgbClr val="A0C963"/>
    </a:custClr>
    <a:custClr name="Main Seaweed 300">
      <a:srgbClr val="A8B11A"/>
    </a:custClr>
    <a:custClr name="Forrest 300">
      <a:srgbClr val="6FB993"/>
    </a:custClr>
    <a:custClr name="Main Berry 700">
      <a:srgbClr val="86207C"/>
    </a:custClr>
    <a:custClr name="Main Sunrise 300">
      <a:srgbClr val="ED8A00"/>
    </a:custClr>
    <a:custClr name="Stone 100">
      <a:srgbClr val="E4DFC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Seaweed 100">
      <a:srgbClr val="DDE599"/>
    </a:custClr>
    <a:custClr name="Forrest 100">
      <a:srgbClr val="CBE6D7"/>
    </a:custClr>
    <a:custClr name="Berry 500">
      <a:srgbClr val="A65A9B"/>
    </a:custClr>
    <a:custClr name="Sunrise 100">
      <a:srgbClr val="FFDAAE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nscreen;2057;Pos1;Date1;Widescreen Shell template - 16x9 V1-114.potx" id="{EA57E8F1-0A8E-43EC-8A63-E72EACD85022}" vid="{E5531754-AD54-4027-9ADD-12E4F8FB3AA0}"/>
    </a:ext>
  </a:extLst>
</a:theme>
</file>

<file path=ppt/theme/theme2.xml><?xml version="1.0" encoding="utf-8"?>
<a:theme xmlns:a="http://schemas.openxmlformats.org/drawingml/2006/main" name="Office Theme">
  <a:themeElements>
    <a:clrScheme name="Shell Colour Palette 2023">
      <a:dk1>
        <a:srgbClr val="4A4A4A"/>
      </a:dk1>
      <a:lt1>
        <a:srgbClr val="FFFFFF"/>
      </a:lt1>
      <a:dk2>
        <a:srgbClr val="919191"/>
      </a:dk2>
      <a:lt2>
        <a:srgbClr val="E0E0E0"/>
      </a:lt2>
      <a:accent1>
        <a:srgbClr val="FFC600"/>
      </a:accent1>
      <a:accent2>
        <a:srgbClr val="DD1D21"/>
      </a:accent2>
      <a:accent3>
        <a:srgbClr val="336094"/>
      </a:accent3>
      <a:accent4>
        <a:srgbClr val="86207C"/>
      </a:accent4>
      <a:accent5>
        <a:srgbClr val="617E31"/>
      </a:accent5>
      <a:accent6>
        <a:srgbClr val="ED8A00"/>
      </a:accent6>
      <a:hlink>
        <a:srgbClr val="336094"/>
      </a:hlink>
      <a:folHlink>
        <a:srgbClr val="336094"/>
      </a:folHlink>
    </a:clrScheme>
    <a:fontScheme name="Office">
      <a:maj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hellMedium"/>
        <a:font script="Hebr" typeface="Shell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hellMedium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hell Colour Palette 2023">
      <a:dk1>
        <a:srgbClr val="4A4A4A"/>
      </a:dk1>
      <a:lt1>
        <a:srgbClr val="FFFFFF"/>
      </a:lt1>
      <a:dk2>
        <a:srgbClr val="919191"/>
      </a:dk2>
      <a:lt2>
        <a:srgbClr val="E0E0E0"/>
      </a:lt2>
      <a:accent1>
        <a:srgbClr val="FFC600"/>
      </a:accent1>
      <a:accent2>
        <a:srgbClr val="DD1D21"/>
      </a:accent2>
      <a:accent3>
        <a:srgbClr val="336094"/>
      </a:accent3>
      <a:accent4>
        <a:srgbClr val="86207C"/>
      </a:accent4>
      <a:accent5>
        <a:srgbClr val="617E31"/>
      </a:accent5>
      <a:accent6>
        <a:srgbClr val="ED8A00"/>
      </a:accent6>
      <a:hlink>
        <a:srgbClr val="336094"/>
      </a:hlink>
      <a:folHlink>
        <a:srgbClr val="336094"/>
      </a:folHlink>
    </a:clrScheme>
    <a:fontScheme name="Office">
      <a:maj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Shell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hellMedium"/>
        <a:font script="Hebr" typeface="Shell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hellMedium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Onscreen;2057;Pos1;Date1;Widescreen Shell template - 16x9 V1-114</Template>
  <TotalTime>139</TotalTime>
  <Words>359</Words>
  <Application>Microsoft Office PowerPoint</Application>
  <PresentationFormat>Widescreen</PresentationFormat>
  <Paragraphs>49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ShellHeavy (Headings)</vt:lpstr>
      <vt:lpstr>Arial</vt:lpstr>
      <vt:lpstr>ShellMedium</vt:lpstr>
      <vt:lpstr>Calibri</vt:lpstr>
      <vt:lpstr>ShellBook</vt:lpstr>
      <vt:lpstr>Inter</vt:lpstr>
      <vt:lpstr>Wingdings</vt:lpstr>
      <vt:lpstr>ShellHeavy</vt:lpstr>
      <vt:lpstr>Shell layouts with footer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Sasmal, Sankar PTIN-DRX/D/L/D</dc:creator>
  <cp:lastModifiedBy>Sasmal, Sankar PTIN-DRX/D/L/D</cp:lastModifiedBy>
  <cp:revision>8</cp:revision>
  <dcterms:created xsi:type="dcterms:W3CDTF">2026-09-28T03:18:56Z</dcterms:created>
  <dcterms:modified xsi:type="dcterms:W3CDTF">2026-09-28T05:38:43Z</dcterms:modified>
  <cp:category>Shell_IC: INTERNAL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6</vt:i4>
  </property>
</Properties>
</file>