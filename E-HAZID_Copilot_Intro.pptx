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Skids, Broader Remit, Faster MOC Cadence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reality this tool is built for — not a hypothetical efficiency case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2F4F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2860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614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consolidation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capability units in service, each carrying a broader remit than before</a:t>
            </a:r>
            <a:endParaRPr lang="en-US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285750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55848" y="210312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2F4FA"/>
          </a:solidFill>
          <a:ln/>
        </p:spPr>
      </p:sp>
      <p:sp>
        <p:nvSpPr>
          <p:cNvPr id="11" name="Shape 9"/>
          <p:cNvSpPr/>
          <p:nvPr/>
        </p:nvSpPr>
        <p:spPr>
          <a:xfrm>
            <a:off x="3538728" y="22860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3872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7614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Capability-based model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skid now serves ad hoc requests across very different chemistries, not one fixed process</a:t>
            </a:r>
            <a:endParaRPr lang="en-US" sz="108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85750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54496" y="210312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2F4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437376" y="22860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37376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37376" y="27614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Frequent MOCs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37376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chemistry or envelope change on a shared capability triggers its own management-of-change cycle</a:t>
            </a:r>
            <a:endParaRPr lang="en-US" sz="108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285750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9153144" y="2103120"/>
            <a:ext cx="2514600" cy="2148840"/>
          </a:xfrm>
          <a:prstGeom prst="roundRect">
            <a:avLst>
              <a:gd name="adj" fmla="val 4255"/>
            </a:avLst>
          </a:prstGeom>
          <a:solidFill>
            <a:srgbClr val="F2F4FA"/>
          </a:solidFill>
          <a:ln/>
        </p:spPr>
      </p:sp>
      <p:sp>
        <p:nvSpPr>
          <p:cNvPr id="23" name="Shape 21"/>
          <p:cNvSpPr/>
          <p:nvPr/>
        </p:nvSpPr>
        <p:spPr>
          <a:xfrm>
            <a:off x="9336024" y="22860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336024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76148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bottleneck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324612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hazard-basis prep can't keep pace with an ad hoc, high-frequency request cadence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457200" y="4572000"/>
            <a:ext cx="112471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7091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review volume and frequency are rising faster than headcount can absorb them — the same shared capability now needs an E-HAZID basis prepared far more often than the old, single-chemistry-per-skid model ever required.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2026-09-23T15:44:47Z</dcterms:created>
  <dcterms:modified xsi:type="dcterms:W3CDTF">2026-09-23T15:44:47Z</dcterms:modified>
</cp:coreProperties>
</file>