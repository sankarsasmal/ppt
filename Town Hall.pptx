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E1E02E-6483-459F-870B-6E22971637EE}" v="10" dt="2026-09-24T16:08:04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ar sasmal" userId="7cc7cfdf578d6be9" providerId="LiveId" clId="{2EE82C2E-6822-440B-856B-187278D40C76}"/>
    <pc:docChg chg="undo custSel addSld modSld">
      <pc:chgData name="sankar sasmal" userId="7cc7cfdf578d6be9" providerId="LiveId" clId="{2EE82C2E-6822-440B-856B-187278D40C76}" dt="2026-09-24T16:08:04.065" v="210"/>
      <pc:docMkLst>
        <pc:docMk/>
      </pc:docMkLst>
      <pc:sldChg chg="modSp mod">
        <pc:chgData name="sankar sasmal" userId="7cc7cfdf578d6be9" providerId="LiveId" clId="{2EE82C2E-6822-440B-856B-187278D40C76}" dt="2026-09-24T15:41:34.326" v="209" actId="14100"/>
        <pc:sldMkLst>
          <pc:docMk/>
          <pc:sldMk cId="4117566195" sldId="256"/>
        </pc:sldMkLst>
        <pc:spChg chg="mod">
          <ac:chgData name="sankar sasmal" userId="7cc7cfdf578d6be9" providerId="LiveId" clId="{2EE82C2E-6822-440B-856B-187278D40C76}" dt="2026-09-24T15:41:34.326" v="209" actId="14100"/>
          <ac:spMkLst>
            <pc:docMk/>
            <pc:sldMk cId="4117566195" sldId="256"/>
            <ac:spMk id="27" creationId="{E4967627-BD29-4DAC-6B16-D84328BBEA02}"/>
          </ac:spMkLst>
        </pc:spChg>
      </pc:sldChg>
      <pc:sldChg chg="delSp mod">
        <pc:chgData name="sankar sasmal" userId="7cc7cfdf578d6be9" providerId="LiveId" clId="{2EE82C2E-6822-440B-856B-187278D40C76}" dt="2026-09-24T15:25:19.681" v="0" actId="478"/>
        <pc:sldMkLst>
          <pc:docMk/>
          <pc:sldMk cId="3831478959" sldId="257"/>
        </pc:sldMkLst>
        <pc:picChg chg="del">
          <ac:chgData name="sankar sasmal" userId="7cc7cfdf578d6be9" providerId="LiveId" clId="{2EE82C2E-6822-440B-856B-187278D40C76}" dt="2026-09-24T15:25:19.681" v="0" actId="478"/>
          <ac:picMkLst>
            <pc:docMk/>
            <pc:sldMk cId="3831478959" sldId="257"/>
            <ac:picMk id="5" creationId="{AACD9446-43DF-43B9-6545-AA421E5C9168}"/>
          </ac:picMkLst>
        </pc:picChg>
      </pc:sldChg>
      <pc:sldChg chg="addSp delSp modSp add mod">
        <pc:chgData name="sankar sasmal" userId="7cc7cfdf578d6be9" providerId="LiveId" clId="{2EE82C2E-6822-440B-856B-187278D40C76}" dt="2026-09-24T15:41:28.180" v="208" actId="14100"/>
        <pc:sldMkLst>
          <pc:docMk/>
          <pc:sldMk cId="1719243433" sldId="258"/>
        </pc:sldMkLst>
        <pc:spChg chg="add del">
          <ac:chgData name="sankar sasmal" userId="7cc7cfdf578d6be9" providerId="LiveId" clId="{2EE82C2E-6822-440B-856B-187278D40C76}" dt="2026-09-24T15:26:59.164" v="26" actId="478"/>
          <ac:spMkLst>
            <pc:docMk/>
            <pc:sldMk cId="1719243433" sldId="258"/>
            <ac:spMk id="2" creationId="{34D621CD-4369-282D-719C-2AA505DD608F}"/>
          </ac:spMkLst>
        </pc:spChg>
        <pc:spChg chg="add del">
          <ac:chgData name="sankar sasmal" userId="7cc7cfdf578d6be9" providerId="LiveId" clId="{2EE82C2E-6822-440B-856B-187278D40C76}" dt="2026-09-24T15:27:18.192" v="28" actId="478"/>
          <ac:spMkLst>
            <pc:docMk/>
            <pc:sldMk cId="1719243433" sldId="258"/>
            <ac:spMk id="3" creationId="{26A1BB3B-D358-281C-E1A4-028A84E78503}"/>
          </ac:spMkLst>
        </pc:spChg>
        <pc:spChg chg="add mod ord">
          <ac:chgData name="sankar sasmal" userId="7cc7cfdf578d6be9" providerId="LiveId" clId="{2EE82C2E-6822-440B-856B-187278D40C76}" dt="2026-09-24T15:36:34.694" v="172" actId="167"/>
          <ac:spMkLst>
            <pc:docMk/>
            <pc:sldMk cId="1719243433" sldId="258"/>
            <ac:spMk id="6" creationId="{A11AFBC3-0B39-1C18-41DE-DAE071991C41}"/>
          </ac:spMkLst>
        </pc:spChg>
        <pc:spChg chg="del">
          <ac:chgData name="sankar sasmal" userId="7cc7cfdf578d6be9" providerId="LiveId" clId="{2EE82C2E-6822-440B-856B-187278D40C76}" dt="2026-09-24T15:31:31.271" v="81" actId="478"/>
          <ac:spMkLst>
            <pc:docMk/>
            <pc:sldMk cId="1719243433" sldId="258"/>
            <ac:spMk id="9" creationId="{73F8247A-9698-FC04-77B7-4115385896D3}"/>
          </ac:spMkLst>
        </pc:spChg>
        <pc:spChg chg="del">
          <ac:chgData name="sankar sasmal" userId="7cc7cfdf578d6be9" providerId="LiveId" clId="{2EE82C2E-6822-440B-856B-187278D40C76}" dt="2026-09-24T15:25:40.057" v="3" actId="478"/>
          <ac:spMkLst>
            <pc:docMk/>
            <pc:sldMk cId="1719243433" sldId="258"/>
            <ac:spMk id="10" creationId="{26BE7032-38F6-998A-2768-22DE97E406B3}"/>
          </ac:spMkLst>
        </pc:spChg>
        <pc:spChg chg="del">
          <ac:chgData name="sankar sasmal" userId="7cc7cfdf578d6be9" providerId="LiveId" clId="{2EE82C2E-6822-440B-856B-187278D40C76}" dt="2026-09-24T15:26:11.135" v="19" actId="478"/>
          <ac:spMkLst>
            <pc:docMk/>
            <pc:sldMk cId="1719243433" sldId="258"/>
            <ac:spMk id="12" creationId="{BC714A05-E74D-E109-8F55-FE2C5CE511D4}"/>
          </ac:spMkLst>
        </pc:spChg>
        <pc:spChg chg="mod">
          <ac:chgData name="sankar sasmal" userId="7cc7cfdf578d6be9" providerId="LiveId" clId="{2EE82C2E-6822-440B-856B-187278D40C76}" dt="2026-09-24T15:26:17.669" v="20"/>
          <ac:spMkLst>
            <pc:docMk/>
            <pc:sldMk cId="1719243433" sldId="258"/>
            <ac:spMk id="13" creationId="{0FC00AAB-E85E-5A37-42DD-41719AFBDFB9}"/>
          </ac:spMkLst>
        </pc:spChg>
        <pc:spChg chg="mod topLvl">
          <ac:chgData name="sankar sasmal" userId="7cc7cfdf578d6be9" providerId="LiveId" clId="{2EE82C2E-6822-440B-856B-187278D40C76}" dt="2026-09-24T15:39:06.104" v="201" actId="1036"/>
          <ac:spMkLst>
            <pc:docMk/>
            <pc:sldMk cId="1719243433" sldId="258"/>
            <ac:spMk id="14" creationId="{8F31CDDF-403A-EAE3-9662-0E62A4E082F0}"/>
          </ac:spMkLst>
        </pc:spChg>
        <pc:spChg chg="del">
          <ac:chgData name="sankar sasmal" userId="7cc7cfdf578d6be9" providerId="LiveId" clId="{2EE82C2E-6822-440B-856B-187278D40C76}" dt="2026-09-24T15:25:43.469" v="5" actId="478"/>
          <ac:spMkLst>
            <pc:docMk/>
            <pc:sldMk cId="1719243433" sldId="258"/>
            <ac:spMk id="15" creationId="{DEE102A2-9AF4-DFF7-E5FF-77CF70A3E893}"/>
          </ac:spMkLst>
        </pc:spChg>
        <pc:spChg chg="del">
          <ac:chgData name="sankar sasmal" userId="7cc7cfdf578d6be9" providerId="LiveId" clId="{2EE82C2E-6822-440B-856B-187278D40C76}" dt="2026-09-24T15:26:01.259" v="16" actId="478"/>
          <ac:spMkLst>
            <pc:docMk/>
            <pc:sldMk cId="1719243433" sldId="258"/>
            <ac:spMk id="19" creationId="{346ED801-B20C-0100-17A5-EC65166894F6}"/>
          </ac:spMkLst>
        </pc:spChg>
        <pc:spChg chg="del">
          <ac:chgData name="sankar sasmal" userId="7cc7cfdf578d6be9" providerId="LiveId" clId="{2EE82C2E-6822-440B-856B-187278D40C76}" dt="2026-09-24T15:25:52.870" v="10" actId="478"/>
          <ac:spMkLst>
            <pc:docMk/>
            <pc:sldMk cId="1719243433" sldId="258"/>
            <ac:spMk id="20" creationId="{02BB3A39-15E0-585D-AC2F-D5BB0C5A9B73}"/>
          </ac:spMkLst>
        </pc:spChg>
        <pc:spChg chg="mod topLvl">
          <ac:chgData name="sankar sasmal" userId="7cc7cfdf578d6be9" providerId="LiveId" clId="{2EE82C2E-6822-440B-856B-187278D40C76}" dt="2026-09-24T15:35:32.139" v="129" actId="1035"/>
          <ac:spMkLst>
            <pc:docMk/>
            <pc:sldMk cId="1719243433" sldId="258"/>
            <ac:spMk id="22" creationId="{86DDC0A5-9B9C-05BE-B2F1-031BE9BC6B8A}"/>
          </ac:spMkLst>
        </pc:spChg>
        <pc:spChg chg="del">
          <ac:chgData name="sankar sasmal" userId="7cc7cfdf578d6be9" providerId="LiveId" clId="{2EE82C2E-6822-440B-856B-187278D40C76}" dt="2026-09-24T15:26:03.008" v="17" actId="478"/>
          <ac:spMkLst>
            <pc:docMk/>
            <pc:sldMk cId="1719243433" sldId="258"/>
            <ac:spMk id="23" creationId="{D05C3004-5E82-C646-64C4-74D5FFBF99B8}"/>
          </ac:spMkLst>
        </pc:spChg>
        <pc:spChg chg="del">
          <ac:chgData name="sankar sasmal" userId="7cc7cfdf578d6be9" providerId="LiveId" clId="{2EE82C2E-6822-440B-856B-187278D40C76}" dt="2026-09-24T15:25:41.752" v="4" actId="478"/>
          <ac:spMkLst>
            <pc:docMk/>
            <pc:sldMk cId="1719243433" sldId="258"/>
            <ac:spMk id="24" creationId="{F0DF24F0-B9F2-A7DE-EC79-07E18302BEC2}"/>
          </ac:spMkLst>
        </pc:spChg>
        <pc:spChg chg="del">
          <ac:chgData name="sankar sasmal" userId="7cc7cfdf578d6be9" providerId="LiveId" clId="{2EE82C2E-6822-440B-856B-187278D40C76}" dt="2026-09-24T15:25:58.769" v="15" actId="478"/>
          <ac:spMkLst>
            <pc:docMk/>
            <pc:sldMk cId="1719243433" sldId="258"/>
            <ac:spMk id="25" creationId="{09938FCF-4A50-A7E5-01DE-DBF047050012}"/>
          </ac:spMkLst>
        </pc:spChg>
        <pc:spChg chg="mod">
          <ac:chgData name="sankar sasmal" userId="7cc7cfdf578d6be9" providerId="LiveId" clId="{2EE82C2E-6822-440B-856B-187278D40C76}" dt="2026-09-24T15:41:28.180" v="208" actId="14100"/>
          <ac:spMkLst>
            <pc:docMk/>
            <pc:sldMk cId="1719243433" sldId="258"/>
            <ac:spMk id="27" creationId="{156115C5-CCA7-D736-6792-0E5037149EA5}"/>
          </ac:spMkLst>
        </pc:spChg>
        <pc:spChg chg="mod">
          <ac:chgData name="sankar sasmal" userId="7cc7cfdf578d6be9" providerId="LiveId" clId="{2EE82C2E-6822-440B-856B-187278D40C76}" dt="2026-09-24T15:37:10.819" v="175" actId="12789"/>
          <ac:spMkLst>
            <pc:docMk/>
            <pc:sldMk cId="1719243433" sldId="258"/>
            <ac:spMk id="28" creationId="{D18D8B4D-EFE8-470B-B28C-D94204C4361F}"/>
          </ac:spMkLst>
        </pc:spChg>
        <pc:spChg chg="add del mod">
          <ac:chgData name="sankar sasmal" userId="7cc7cfdf578d6be9" providerId="LiveId" clId="{2EE82C2E-6822-440B-856B-187278D40C76}" dt="2026-09-24T15:37:12.769" v="176" actId="408"/>
          <ac:spMkLst>
            <pc:docMk/>
            <pc:sldMk cId="1719243433" sldId="258"/>
            <ac:spMk id="29" creationId="{F715633A-ECAE-3FC9-EFFD-B7B578267B17}"/>
          </ac:spMkLst>
        </pc:spChg>
        <pc:spChg chg="mod">
          <ac:chgData name="sankar sasmal" userId="7cc7cfdf578d6be9" providerId="LiveId" clId="{2EE82C2E-6822-440B-856B-187278D40C76}" dt="2026-09-24T15:37:12.769" v="176" actId="408"/>
          <ac:spMkLst>
            <pc:docMk/>
            <pc:sldMk cId="1719243433" sldId="258"/>
            <ac:spMk id="30" creationId="{50B69359-E4CC-6774-5692-90B9706E240B}"/>
          </ac:spMkLst>
        </pc:spChg>
        <pc:spChg chg="add del mod">
          <ac:chgData name="sankar sasmal" userId="7cc7cfdf578d6be9" providerId="LiveId" clId="{2EE82C2E-6822-440B-856B-187278D40C76}" dt="2026-09-24T15:37:10.819" v="175" actId="12789"/>
          <ac:spMkLst>
            <pc:docMk/>
            <pc:sldMk cId="1719243433" sldId="258"/>
            <ac:spMk id="31" creationId="{3CD5D001-37C2-C26C-B4E8-C24E6E48811B}"/>
          </ac:spMkLst>
        </pc:spChg>
        <pc:spChg chg="add mod">
          <ac:chgData name="sankar sasmal" userId="7cc7cfdf578d6be9" providerId="LiveId" clId="{2EE82C2E-6822-440B-856B-187278D40C76}" dt="2026-09-24T15:39:06.104" v="201" actId="1036"/>
          <ac:spMkLst>
            <pc:docMk/>
            <pc:sldMk cId="1719243433" sldId="258"/>
            <ac:spMk id="32" creationId="{C78EC3A6-0CFB-4004-8263-3FA0F6AA11B9}"/>
          </ac:spMkLst>
        </pc:spChg>
        <pc:spChg chg="del">
          <ac:chgData name="sankar sasmal" userId="7cc7cfdf578d6be9" providerId="LiveId" clId="{2EE82C2E-6822-440B-856B-187278D40C76}" dt="2026-09-24T15:25:56.798" v="14" actId="478"/>
          <ac:spMkLst>
            <pc:docMk/>
            <pc:sldMk cId="1719243433" sldId="258"/>
            <ac:spMk id="34" creationId="{12ED89E0-6778-D4EC-4BC4-EB782A4A38AD}"/>
          </ac:spMkLst>
        </pc:spChg>
        <pc:spChg chg="add mod">
          <ac:chgData name="sankar sasmal" userId="7cc7cfdf578d6be9" providerId="LiveId" clId="{2EE82C2E-6822-440B-856B-187278D40C76}" dt="2026-09-24T15:35:32.139" v="129" actId="1035"/>
          <ac:spMkLst>
            <pc:docMk/>
            <pc:sldMk cId="1719243433" sldId="258"/>
            <ac:spMk id="35" creationId="{58D923A4-4B4D-6E9F-9F5A-BE3388692FBD}"/>
          </ac:spMkLst>
        </pc:spChg>
        <pc:spChg chg="add mod">
          <ac:chgData name="sankar sasmal" userId="7cc7cfdf578d6be9" providerId="LiveId" clId="{2EE82C2E-6822-440B-856B-187278D40C76}" dt="2026-09-24T15:39:06.104" v="201" actId="1036"/>
          <ac:spMkLst>
            <pc:docMk/>
            <pc:sldMk cId="1719243433" sldId="258"/>
            <ac:spMk id="36" creationId="{0A55748D-4B07-C359-D396-944F30CAC2FD}"/>
          </ac:spMkLst>
        </pc:spChg>
        <pc:spChg chg="add mod">
          <ac:chgData name="sankar sasmal" userId="7cc7cfdf578d6be9" providerId="LiveId" clId="{2EE82C2E-6822-440B-856B-187278D40C76}" dt="2026-09-24T15:41:07.773" v="207" actId="20577"/>
          <ac:spMkLst>
            <pc:docMk/>
            <pc:sldMk cId="1719243433" sldId="258"/>
            <ac:spMk id="37" creationId="{45F927D7-3242-B44B-86BD-3831929EDD8E}"/>
          </ac:spMkLst>
        </pc:spChg>
        <pc:spChg chg="add mod">
          <ac:chgData name="sankar sasmal" userId="7cc7cfdf578d6be9" providerId="LiveId" clId="{2EE82C2E-6822-440B-856B-187278D40C76}" dt="2026-09-24T15:36:50.963" v="173" actId="14100"/>
          <ac:spMkLst>
            <pc:docMk/>
            <pc:sldMk cId="1719243433" sldId="258"/>
            <ac:spMk id="39" creationId="{3BB96110-AD7B-1E8A-AD30-F82F0C76DD3E}"/>
          </ac:spMkLst>
        </pc:spChg>
        <pc:spChg chg="add mod ord">
          <ac:chgData name="sankar sasmal" userId="7cc7cfdf578d6be9" providerId="LiveId" clId="{2EE82C2E-6822-440B-856B-187278D40C76}" dt="2026-09-24T15:36:22.957" v="170" actId="167"/>
          <ac:spMkLst>
            <pc:docMk/>
            <pc:sldMk cId="1719243433" sldId="258"/>
            <ac:spMk id="40" creationId="{C9EA90F5-6D80-50C4-2C8B-64C8E0660843}"/>
          </ac:spMkLst>
        </pc:spChg>
        <pc:spChg chg="add mod">
          <ac:chgData name="sankar sasmal" userId="7cc7cfdf578d6be9" providerId="LiveId" clId="{2EE82C2E-6822-440B-856B-187278D40C76}" dt="2026-09-24T15:38:16.116" v="196" actId="1076"/>
          <ac:spMkLst>
            <pc:docMk/>
            <pc:sldMk cId="1719243433" sldId="258"/>
            <ac:spMk id="41" creationId="{2343DD71-A80A-FF98-D7DD-3E9CEC95039D}"/>
          </ac:spMkLst>
        </pc:spChg>
        <pc:grpChg chg="add del mod">
          <ac:chgData name="sankar sasmal" userId="7cc7cfdf578d6be9" providerId="LiveId" clId="{2EE82C2E-6822-440B-856B-187278D40C76}" dt="2026-09-24T15:29:42.526" v="69" actId="165"/>
          <ac:grpSpMkLst>
            <pc:docMk/>
            <pc:sldMk cId="1719243433" sldId="258"/>
            <ac:grpSpMk id="26" creationId="{888C6F61-676D-E2A9-2C24-81E89F095532}"/>
          </ac:grpSpMkLst>
        </pc:grpChg>
        <pc:picChg chg="del">
          <ac:chgData name="sankar sasmal" userId="7cc7cfdf578d6be9" providerId="LiveId" clId="{2EE82C2E-6822-440B-856B-187278D40C76}" dt="2026-09-24T15:25:56.002" v="13" actId="478"/>
          <ac:picMkLst>
            <pc:docMk/>
            <pc:sldMk cId="1719243433" sldId="258"/>
            <ac:picMk id="33" creationId="{544676DE-AC89-F7D6-5249-6263A4935303}"/>
          </ac:picMkLst>
        </pc:picChg>
        <pc:picChg chg="del">
          <ac:chgData name="sankar sasmal" userId="7cc7cfdf578d6be9" providerId="LiveId" clId="{2EE82C2E-6822-440B-856B-187278D40C76}" dt="2026-09-24T15:25:39.135" v="2" actId="478"/>
          <ac:picMkLst>
            <pc:docMk/>
            <pc:sldMk cId="1719243433" sldId="258"/>
            <ac:picMk id="38" creationId="{F32EFD89-6D0E-8AFF-7F9F-274452F24F83}"/>
          </ac:picMkLst>
        </pc:picChg>
        <pc:cxnChg chg="del">
          <ac:chgData name="sankar sasmal" userId="7cc7cfdf578d6be9" providerId="LiveId" clId="{2EE82C2E-6822-440B-856B-187278D40C76}" dt="2026-09-24T15:26:06.414" v="18" actId="478"/>
          <ac:cxnSpMkLst>
            <pc:docMk/>
            <pc:sldMk cId="1719243433" sldId="258"/>
            <ac:cxnSpMk id="8" creationId="{3B0B2CAC-4791-26BA-5CD9-1FF952F751B5}"/>
          </ac:cxnSpMkLst>
        </pc:cxnChg>
        <pc:cxnChg chg="add mod">
          <ac:chgData name="sankar sasmal" userId="7cc7cfdf578d6be9" providerId="LiveId" clId="{2EE82C2E-6822-440B-856B-187278D40C76}" dt="2026-09-24T15:35:46.818" v="160" actId="1035"/>
          <ac:cxnSpMkLst>
            <pc:docMk/>
            <pc:sldMk cId="1719243433" sldId="258"/>
            <ac:cxnSpMk id="11" creationId="{E5ADB471-5D82-2EB3-D385-DA3BC98BF5F6}"/>
          </ac:cxnSpMkLst>
        </pc:cxnChg>
        <pc:cxnChg chg="add mod">
          <ac:chgData name="sankar sasmal" userId="7cc7cfdf578d6be9" providerId="LiveId" clId="{2EE82C2E-6822-440B-856B-187278D40C76}" dt="2026-09-24T15:35:51.869" v="167" actId="1038"/>
          <ac:cxnSpMkLst>
            <pc:docMk/>
            <pc:sldMk cId="1719243433" sldId="258"/>
            <ac:cxnSpMk id="16" creationId="{B00BABEE-6283-FC89-DC09-F9191CB17F79}"/>
          </ac:cxnSpMkLst>
        </pc:cxnChg>
        <pc:cxnChg chg="del">
          <ac:chgData name="sankar sasmal" userId="7cc7cfdf578d6be9" providerId="LiveId" clId="{2EE82C2E-6822-440B-856B-187278D40C76}" dt="2026-09-24T15:25:55.103" v="12" actId="478"/>
          <ac:cxnSpMkLst>
            <pc:docMk/>
            <pc:sldMk cId="1719243433" sldId="258"/>
            <ac:cxnSpMk id="17" creationId="{EAEDEB7C-AD70-D90F-41E4-A5440A4A5354}"/>
          </ac:cxnSpMkLst>
        </pc:cxnChg>
        <pc:cxnChg chg="del">
          <ac:chgData name="sankar sasmal" userId="7cc7cfdf578d6be9" providerId="LiveId" clId="{2EE82C2E-6822-440B-856B-187278D40C76}" dt="2026-09-24T15:25:54.113" v="11" actId="478"/>
          <ac:cxnSpMkLst>
            <pc:docMk/>
            <pc:sldMk cId="1719243433" sldId="258"/>
            <ac:cxnSpMk id="18" creationId="{FD4799DD-0B19-7F19-2C63-45E8A5271431}"/>
          </ac:cxnSpMkLst>
        </pc:cxnChg>
        <pc:cxnChg chg="add mod">
          <ac:chgData name="sankar sasmal" userId="7cc7cfdf578d6be9" providerId="LiveId" clId="{2EE82C2E-6822-440B-856B-187278D40C76}" dt="2026-09-24T15:35:46.818" v="160" actId="1035"/>
          <ac:cxnSpMkLst>
            <pc:docMk/>
            <pc:sldMk cId="1719243433" sldId="258"/>
            <ac:cxnSpMk id="21" creationId="{10F08C8D-C1E5-910D-F908-D68CBF98F623}"/>
          </ac:cxnSpMkLst>
        </pc:cxnChg>
      </pc:sldChg>
      <pc:sldChg chg="add setBg">
        <pc:chgData name="sankar sasmal" userId="7cc7cfdf578d6be9" providerId="LiveId" clId="{2EE82C2E-6822-440B-856B-187278D40C76}" dt="2026-09-24T16:08:04.065" v="210"/>
        <pc:sldMkLst>
          <pc:docMk/>
          <pc:sldMk cId="0" sldId="259"/>
        </pc:sldMkLst>
      </pc:sldChg>
      <pc:sldChg chg="add setBg">
        <pc:chgData name="sankar sasmal" userId="7cc7cfdf578d6be9" providerId="LiveId" clId="{2EE82C2E-6822-440B-856B-187278D40C76}" dt="2026-09-24T16:08:04.065" v="210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20F4B-C605-426B-AB8D-A860C72C056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F3069-2677-422B-9DC6-9BD479224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455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B991-BC8F-59C1-52BE-A25AD2A83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63EA9-2149-CA8A-560A-3A36D1BCB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081AD-25E3-0EA2-7697-D92C90163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F3034-56EE-C420-9BFB-EDB431CD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4A4D-BE07-6315-0A08-12C8BCE3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35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88EB-44FA-C718-C917-DAA430EE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FD281-EE56-AB70-6F1D-7EC7324FA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AF8B9-1896-8F8A-34BB-26D1F3AB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6A790-A13C-147E-A067-E732FE1F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93567-FC5E-2562-6DC0-12479A6F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76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7C195-C1CD-997D-C3FF-757AFC95E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81B43-38EE-BFAF-94B4-A03BE9881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700DF-3A8B-3C92-B63C-11478656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B440-A429-17B6-2B1D-30E27257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F270F-FAAC-9276-E23A-D5AB1A8B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6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968E-F949-A9E0-B16E-2CED814D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BE91E-D933-1E51-1695-550837E03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AC411-8905-5830-E9C5-F9DC0D1FD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4ECA-243B-8349-267D-B021B757E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C53E1-C078-177B-5D8F-FD85FDF1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9ECAE-EF4E-30CC-5B10-F9196DC2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69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485F-38CB-0094-5B04-A75F3BFA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A0713-C2DD-81A1-053C-BA597CE3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00279-C862-060A-7E80-172A91B8E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626DB-CDE9-7471-26B7-E5D419956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9867D-175B-4EEC-620C-6E67EDD06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234A9-495F-9CAF-B928-47D7DB82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E6781-6351-C64B-3C1B-A7AC29CE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BD8CC-58F6-D686-4C02-E4307B43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02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C59B-A422-ACB5-38B2-5B52FBA9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6A74A-E2C8-F367-2A9C-56DEE852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1210C-5903-EA7D-757B-576E6EBC8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9D3C2-DFE6-7EBD-072B-F7399C81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09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1AB97-2319-3F00-4A5C-BC733FE4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5AC5DF-307E-66AE-4719-AD196CCF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6DF8C-B553-1384-E7DF-18FB73C2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45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862D-83D9-0C3D-A9E9-4A6F1248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E48D9-A82B-B5CD-036C-4E7F232FB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06FB2-82E8-7C6E-FD05-7B1780769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AF18C-EE68-C20F-714F-4D534A08B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210A5-65F4-C16B-4FA3-7E5467FB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F38B6-3F00-CAAD-069B-6DA273D1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63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6F49-4C7A-ED2D-1F26-61447705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5149A-245C-F566-24E6-22148E11E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E67D7-D0F0-A05E-8523-41A62D967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0B9B4-F173-1276-4EC1-30F61E22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91637-968C-07DF-DF74-213F7859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75424-6792-7BCE-6F73-7A9A58B8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37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A65C-D2D8-A14C-2F7F-4392F1CBA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92650-4031-85B7-FB14-9C3ADC928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08CCF-3D68-C6AB-69E7-CC880D74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8945C-D4ED-4821-9B5C-09B9DD9E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66FAD-A329-FFA2-E607-277C1469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61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C2213-34CD-5FBB-25DE-EEA669BC1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4B29A-6EF4-9A4F-A5A5-AE624A921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65AD0-73BB-1B69-B8C2-A59A9501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6F150-8053-D5A0-BE5C-AB25B2EA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A3173-3773-1FA4-DF62-A6E88F21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441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54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81217-1E38-5FE6-4BA4-C3F6017FB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114FE-70EA-4875-0D88-05493AAC5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C980-CA7C-57E3-665E-657F4AE7F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FFB8E-F1C5-43F9-A0A5-DCEC2EEE79D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1604-4A6E-646B-5ACD-D7EB2AF66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2DFB3-9329-909B-0AAC-C9DD93D62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EE13B-EC81-41D9-9A0B-3787EEAE4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9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E5857A-985A-7D84-C40F-B98724B3CE48}"/>
              </a:ext>
            </a:extLst>
          </p:cNvPr>
          <p:cNvSpPr/>
          <p:nvPr/>
        </p:nvSpPr>
        <p:spPr>
          <a:xfrm>
            <a:off x="7523431" y="1267486"/>
            <a:ext cx="3603270" cy="4094748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75000"/>
                </a:schemeClr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0554EA-1119-2AE7-E550-99FEDD882FC5}"/>
              </a:ext>
            </a:extLst>
          </p:cNvPr>
          <p:cNvSpPr/>
          <p:nvPr/>
        </p:nvSpPr>
        <p:spPr>
          <a:xfrm>
            <a:off x="719523" y="1321581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1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B7568E-A6BA-C911-0069-639B7DE3B82C}"/>
              </a:ext>
            </a:extLst>
          </p:cNvPr>
          <p:cNvCxnSpPr>
            <a:cxnSpLocks/>
          </p:cNvCxnSpPr>
          <p:nvPr/>
        </p:nvCxnSpPr>
        <p:spPr>
          <a:xfrm>
            <a:off x="1032095" y="1267485"/>
            <a:ext cx="100946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67392-77B8-09EA-B0C1-DFDF2A710B89}"/>
              </a:ext>
            </a:extLst>
          </p:cNvPr>
          <p:cNvCxnSpPr>
            <a:cxnSpLocks/>
          </p:cNvCxnSpPr>
          <p:nvPr/>
        </p:nvCxnSpPr>
        <p:spPr>
          <a:xfrm>
            <a:off x="3947311" y="516048"/>
            <a:ext cx="0" cy="48461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C2762A-389D-9446-B8D4-0F3B4A8A9F86}"/>
              </a:ext>
            </a:extLst>
          </p:cNvPr>
          <p:cNvSpPr/>
          <p:nvPr/>
        </p:nvSpPr>
        <p:spPr>
          <a:xfrm>
            <a:off x="3892993" y="1213167"/>
            <a:ext cx="108642" cy="10864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3EBE4E-C89C-A145-4EE8-3182FB98EE49}"/>
              </a:ext>
            </a:extLst>
          </p:cNvPr>
          <p:cNvSpPr txBox="1"/>
          <p:nvPr/>
        </p:nvSpPr>
        <p:spPr>
          <a:xfrm>
            <a:off x="4217970" y="667321"/>
            <a:ext cx="6797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pc="100" dirty="0">
                <a:latin typeface="Anthropic Serif Display Medium" pitchFamily="50" charset="0"/>
              </a:rPr>
              <a:t>Fewer Skids, Broader Remit, Faster MOC Cadence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9306B3-9775-4205-3DCB-D3010175261F}"/>
              </a:ext>
            </a:extLst>
          </p:cNvPr>
          <p:cNvSpPr txBox="1"/>
          <p:nvPr/>
        </p:nvSpPr>
        <p:spPr>
          <a:xfrm>
            <a:off x="945657" y="636544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pc="100" dirty="0">
                <a:latin typeface="Anthropic Serif Display Medium" pitchFamily="50" charset="0"/>
              </a:rPr>
              <a:t>Why Now?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53B615-AAF5-244E-6CFD-F366519070F0}"/>
              </a:ext>
            </a:extLst>
          </p:cNvPr>
          <p:cNvSpPr txBox="1"/>
          <p:nvPr/>
        </p:nvSpPr>
        <p:spPr>
          <a:xfrm>
            <a:off x="952881" y="1466661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thropic Sans Text" pitchFamily="50" charset="0"/>
              </a:rPr>
              <a:t>Lab consolidation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5C3AF4-6692-E4FA-5986-9A88A9190CAD}"/>
              </a:ext>
            </a:extLst>
          </p:cNvPr>
          <p:cNvCxnSpPr/>
          <p:nvPr/>
        </p:nvCxnSpPr>
        <p:spPr>
          <a:xfrm>
            <a:off x="1032095" y="3440317"/>
            <a:ext cx="22633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196E0C-E801-E7C2-6887-353910CA5E4B}"/>
              </a:ext>
            </a:extLst>
          </p:cNvPr>
          <p:cNvCxnSpPr/>
          <p:nvPr/>
        </p:nvCxnSpPr>
        <p:spPr>
          <a:xfrm>
            <a:off x="4608213" y="3440317"/>
            <a:ext cx="22633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8EE508-F622-994F-9AF3-D974297CB4E8}"/>
              </a:ext>
            </a:extLst>
          </p:cNvPr>
          <p:cNvSpPr txBox="1"/>
          <p:nvPr/>
        </p:nvSpPr>
        <p:spPr>
          <a:xfrm>
            <a:off x="952881" y="1948957"/>
            <a:ext cx="2605127" cy="847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Anthropic Sans Text Light" pitchFamily="50" charset="0"/>
              </a:rPr>
              <a:t>Fewer capability units in service, each carrying a broader remit than before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390CED-F600-1C6D-0938-A2957659A607}"/>
              </a:ext>
            </a:extLst>
          </p:cNvPr>
          <p:cNvSpPr txBox="1"/>
          <p:nvPr/>
        </p:nvSpPr>
        <p:spPr>
          <a:xfrm>
            <a:off x="952881" y="4256034"/>
            <a:ext cx="2605127" cy="110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Anthropic Sans Text Light" pitchFamily="50" charset="0"/>
              </a:rPr>
              <a:t>The same skid now serves ad hoc requests across very different chemistries, not one fixed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B8483F-6765-A42E-8A72-155379301E06}"/>
              </a:ext>
            </a:extLst>
          </p:cNvPr>
          <p:cNvSpPr txBox="1"/>
          <p:nvPr/>
        </p:nvSpPr>
        <p:spPr>
          <a:xfrm>
            <a:off x="4502589" y="1938734"/>
            <a:ext cx="2605127" cy="1364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Anthropic Sans Text Light" pitchFamily="50" charset="0"/>
              </a:rPr>
              <a:t>Every new chemistry or envelope change on a shared capability triggers its own management-of-change cycle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C6D95-3851-8F63-B76A-AD0EB4CB0C81}"/>
              </a:ext>
            </a:extLst>
          </p:cNvPr>
          <p:cNvSpPr txBox="1"/>
          <p:nvPr/>
        </p:nvSpPr>
        <p:spPr>
          <a:xfrm>
            <a:off x="4502589" y="4256034"/>
            <a:ext cx="2605127" cy="110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Anthropic Sans Text Light" pitchFamily="50" charset="0"/>
              </a:rPr>
              <a:t>Manual hazard-basis prep can't keep pace with an ad hoc, high-frequency request cadence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4967627-BD29-4DAC-6B16-D84328BBEA02}"/>
              </a:ext>
            </a:extLst>
          </p:cNvPr>
          <p:cNvSpPr/>
          <p:nvPr/>
        </p:nvSpPr>
        <p:spPr>
          <a:xfrm>
            <a:off x="719522" y="5582515"/>
            <a:ext cx="10407179" cy="638942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  <a:latin typeface="Anthropic Sans Text Light" pitchFamily="50" charset="0"/>
              </a:rPr>
              <a:t>The result: safety review volume and frequency are rising faster than headcount can absorb them — the same shared capability now needs an </a:t>
            </a:r>
            <a:r>
              <a:rPr lang="en-US" sz="1400" b="1" dirty="0" err="1">
                <a:solidFill>
                  <a:schemeClr val="bg1"/>
                </a:solidFill>
                <a:latin typeface="Anthropic Sans Display Exbold" pitchFamily="50" charset="0"/>
              </a:rPr>
              <a:t>SafetyLens</a:t>
            </a:r>
            <a:r>
              <a:rPr lang="en-US" sz="1400" b="1" dirty="0">
                <a:solidFill>
                  <a:schemeClr val="bg1"/>
                </a:solidFill>
                <a:latin typeface="Anthropic Sans Display Exbold" pitchFamily="50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Anthropic Sans Text Light" pitchFamily="50" charset="0"/>
              </a:rPr>
              <a:t>basis prepared far more often than the old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A0AB337-1A85-4D0A-1983-8A81A3639EAC}"/>
              </a:ext>
            </a:extLst>
          </p:cNvPr>
          <p:cNvSpPr/>
          <p:nvPr/>
        </p:nvSpPr>
        <p:spPr>
          <a:xfrm>
            <a:off x="4230564" y="1316912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3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6148B3-A7DD-95E3-E0CD-38166979FF13}"/>
              </a:ext>
            </a:extLst>
          </p:cNvPr>
          <p:cNvSpPr/>
          <p:nvPr/>
        </p:nvSpPr>
        <p:spPr>
          <a:xfrm>
            <a:off x="719523" y="3665231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2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39B07-67AA-3AD1-1C8B-AFF8F343B3B4}"/>
              </a:ext>
            </a:extLst>
          </p:cNvPr>
          <p:cNvSpPr txBox="1"/>
          <p:nvPr/>
        </p:nvSpPr>
        <p:spPr>
          <a:xfrm>
            <a:off x="952881" y="3766242"/>
            <a:ext cx="2765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thropic Sans Text" pitchFamily="50" charset="0"/>
              </a:rPr>
              <a:t>Capability-based model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834B41C-C4C2-49FB-55BF-68E527AFC871}"/>
              </a:ext>
            </a:extLst>
          </p:cNvPr>
          <p:cNvSpPr/>
          <p:nvPr/>
        </p:nvSpPr>
        <p:spPr>
          <a:xfrm>
            <a:off x="4249932" y="3618479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4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02C7B8-F9C5-CA5F-B062-ACF2CEF0BB16}"/>
              </a:ext>
            </a:extLst>
          </p:cNvPr>
          <p:cNvSpPr txBox="1"/>
          <p:nvPr/>
        </p:nvSpPr>
        <p:spPr>
          <a:xfrm>
            <a:off x="4502589" y="3775296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thropic Sans Text" pitchFamily="50" charset="0"/>
              </a:rPr>
              <a:t>Review bottleneck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C34B52-BA74-F7AC-7329-ABC308362242}"/>
              </a:ext>
            </a:extLst>
          </p:cNvPr>
          <p:cNvSpPr/>
          <p:nvPr/>
        </p:nvSpPr>
        <p:spPr>
          <a:xfrm>
            <a:off x="3558008" y="3053280"/>
            <a:ext cx="691916" cy="658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F8DD837-7596-9960-1813-93732C984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39" r="5972"/>
          <a:stretch>
            <a:fillRect/>
          </a:stretch>
        </p:blipFill>
        <p:spPr>
          <a:xfrm>
            <a:off x="3497468" y="2852802"/>
            <a:ext cx="791049" cy="108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88EDC6-7FC3-D734-6096-F2476E68F41E}"/>
              </a:ext>
            </a:extLst>
          </p:cNvPr>
          <p:cNvSpPr txBox="1"/>
          <p:nvPr/>
        </p:nvSpPr>
        <p:spPr>
          <a:xfrm>
            <a:off x="4502589" y="1466661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thropic Sans Text" pitchFamily="50" charset="0"/>
              </a:rPr>
              <a:t>Frequent MOCs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A902291-3EE2-850A-906E-3B2B414D788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4048" r="39703" b="72594"/>
          <a:stretch>
            <a:fillRect/>
          </a:stretch>
        </p:blipFill>
        <p:spPr>
          <a:xfrm>
            <a:off x="7810313" y="1987433"/>
            <a:ext cx="3307141" cy="310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66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27753-7EAC-6A39-4E53-D15895B3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1AFBC3-0B39-1C18-41DE-DAE071991C41}"/>
              </a:ext>
            </a:extLst>
          </p:cNvPr>
          <p:cNvSpPr/>
          <p:nvPr/>
        </p:nvSpPr>
        <p:spPr>
          <a:xfrm>
            <a:off x="1032087" y="1267486"/>
            <a:ext cx="10094614" cy="4094748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75000"/>
                </a:schemeClr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EA90F5-6D80-50C4-2C8B-64C8E0660843}"/>
              </a:ext>
            </a:extLst>
          </p:cNvPr>
          <p:cNvSpPr txBox="1"/>
          <p:nvPr/>
        </p:nvSpPr>
        <p:spPr>
          <a:xfrm>
            <a:off x="9001241" y="2974726"/>
            <a:ext cx="1905636" cy="1182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Anthropic Sans Text Light" pitchFamily="50" charset="0"/>
              </a:rPr>
              <a:t>Every run ends at a named human sign-off. The tool drafts the basis; it never accepts the risk.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8D8B4D-EFE8-470B-B28C-D94204C4361F}"/>
              </a:ext>
            </a:extLst>
          </p:cNvPr>
          <p:cNvSpPr/>
          <p:nvPr/>
        </p:nvSpPr>
        <p:spPr>
          <a:xfrm>
            <a:off x="2302751" y="2096247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1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81D0E8-6BD1-6172-5690-D635C51D11D7}"/>
              </a:ext>
            </a:extLst>
          </p:cNvPr>
          <p:cNvCxnSpPr>
            <a:cxnSpLocks/>
          </p:cNvCxnSpPr>
          <p:nvPr/>
        </p:nvCxnSpPr>
        <p:spPr>
          <a:xfrm>
            <a:off x="1032095" y="1267485"/>
            <a:ext cx="100946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C00AAB-E85E-5A37-42DD-41719AFBDFB9}"/>
              </a:ext>
            </a:extLst>
          </p:cNvPr>
          <p:cNvSpPr txBox="1"/>
          <p:nvPr/>
        </p:nvSpPr>
        <p:spPr>
          <a:xfrm>
            <a:off x="945657" y="636544"/>
            <a:ext cx="762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pc="100" dirty="0">
                <a:latin typeface="Anthropic Serif Display Medium" pitchFamily="50" charset="0"/>
              </a:rPr>
              <a:t>What It Is — And Why the Draft Can Be Trusted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1CDDF-403A-EAE3-9662-0E62A4E082F0}"/>
              </a:ext>
            </a:extLst>
          </p:cNvPr>
          <p:cNvSpPr txBox="1"/>
          <p:nvPr/>
        </p:nvSpPr>
        <p:spPr>
          <a:xfrm>
            <a:off x="1287867" y="2567053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nthropic Sans Text" pitchFamily="50" charset="0"/>
              </a:rPr>
              <a:t>Disagreement is preserved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DC0A5-9B9C-05BE-B2F1-031BE9BC6B8A}"/>
              </a:ext>
            </a:extLst>
          </p:cNvPr>
          <p:cNvSpPr txBox="1"/>
          <p:nvPr/>
        </p:nvSpPr>
        <p:spPr>
          <a:xfrm>
            <a:off x="1287867" y="2998842"/>
            <a:ext cx="2501023" cy="1404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Anthropic Sans Text Light" pitchFamily="50" charset="0"/>
              </a:rPr>
              <a:t>Four independent analytical passes run on the same evidence. Conflicts between them are shown to the workshop, never quietly averaged away.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56115C5-CCA7-D736-6792-0E5037149EA5}"/>
              </a:ext>
            </a:extLst>
          </p:cNvPr>
          <p:cNvSpPr/>
          <p:nvPr/>
        </p:nvSpPr>
        <p:spPr>
          <a:xfrm>
            <a:off x="1032087" y="5428613"/>
            <a:ext cx="10094614" cy="854499"/>
          </a:xfrm>
          <a:prstGeom prst="roundRect">
            <a:avLst>
              <a:gd name="adj" fmla="val 0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2">
                    <a:lumMod val="25000"/>
                    <a:lumOff val="75000"/>
                  </a:schemeClr>
                </a:solidFill>
                <a:latin typeface="Anthropic Sans Text Light" pitchFamily="50" charset="0"/>
              </a:rPr>
              <a:t>A synthesis and calculation-screening agent, not a decision-maker.  </a:t>
            </a:r>
            <a:r>
              <a:rPr lang="en-US" sz="1200" dirty="0">
                <a:solidFill>
                  <a:schemeClr val="bg1"/>
                </a:solidFill>
                <a:latin typeface="Anthropic Sans Text Light" pitchFamily="50" charset="0"/>
              </a:rPr>
              <a:t>From a short input form and connected SOPs, P&amp;IDs, prior HAZID/HAZOP, RHAs, design data and literature, it produces an evidence-classified E-HAZID draft — hazard identification only. It never runs HAZOP worksheets, LOPA, safeguard or ESD assessment, and it never approves an operation.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15633A-ECAE-3FC9-EFFD-B7B578267B17}"/>
              </a:ext>
            </a:extLst>
          </p:cNvPr>
          <p:cNvSpPr/>
          <p:nvPr/>
        </p:nvSpPr>
        <p:spPr>
          <a:xfrm>
            <a:off x="7211197" y="2096247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3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B69359-E4CC-6774-5692-90B9706E240B}"/>
              </a:ext>
            </a:extLst>
          </p:cNvPr>
          <p:cNvSpPr/>
          <p:nvPr/>
        </p:nvSpPr>
        <p:spPr>
          <a:xfrm>
            <a:off x="4756974" y="2096247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2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CD5D001-37C2-C26C-B4E8-C24E6E48811B}"/>
              </a:ext>
            </a:extLst>
          </p:cNvPr>
          <p:cNvSpPr/>
          <p:nvPr/>
        </p:nvSpPr>
        <p:spPr>
          <a:xfrm>
            <a:off x="9665419" y="2096247"/>
            <a:ext cx="471254" cy="4712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thropic Sans Display Exbold" pitchFamily="50" charset="0"/>
              </a:rPr>
              <a:t>4</a:t>
            </a:r>
            <a:endParaRPr lang="en-IN" sz="2000" dirty="0">
              <a:solidFill>
                <a:schemeClr val="tx1"/>
              </a:solidFill>
              <a:latin typeface="Anthropic Sans Display Exbold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ADB471-5D82-2EB3-D385-DA3BC98BF5F6}"/>
              </a:ext>
            </a:extLst>
          </p:cNvPr>
          <p:cNvCxnSpPr>
            <a:cxnSpLocks/>
          </p:cNvCxnSpPr>
          <p:nvPr/>
        </p:nvCxnSpPr>
        <p:spPr>
          <a:xfrm>
            <a:off x="3892993" y="2582780"/>
            <a:ext cx="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0BABEE-6283-FC89-DC09-F9191CB17F79}"/>
              </a:ext>
            </a:extLst>
          </p:cNvPr>
          <p:cNvCxnSpPr>
            <a:cxnSpLocks/>
          </p:cNvCxnSpPr>
          <p:nvPr/>
        </p:nvCxnSpPr>
        <p:spPr>
          <a:xfrm>
            <a:off x="6203134" y="2582780"/>
            <a:ext cx="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F08C8D-C1E5-910D-F908-D68CBF98F623}"/>
              </a:ext>
            </a:extLst>
          </p:cNvPr>
          <p:cNvCxnSpPr>
            <a:cxnSpLocks/>
          </p:cNvCxnSpPr>
          <p:nvPr/>
        </p:nvCxnSpPr>
        <p:spPr>
          <a:xfrm>
            <a:off x="8793938" y="2582780"/>
            <a:ext cx="0" cy="180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78EC3A6-0CFB-4004-8263-3FA0F6AA11B9}"/>
              </a:ext>
            </a:extLst>
          </p:cNvPr>
          <p:cNvSpPr txBox="1"/>
          <p:nvPr/>
        </p:nvSpPr>
        <p:spPr>
          <a:xfrm>
            <a:off x="3995340" y="2567053"/>
            <a:ext cx="2130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nthropic Sans Text" pitchFamily="50" charset="0"/>
              </a:rPr>
              <a:t>Every finding is tiered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D923A4-4B4D-6E9F-9F5A-BE3388692FBD}"/>
              </a:ext>
            </a:extLst>
          </p:cNvPr>
          <p:cNvSpPr txBox="1"/>
          <p:nvPr/>
        </p:nvSpPr>
        <p:spPr>
          <a:xfrm>
            <a:off x="4076577" y="2998842"/>
            <a:ext cx="1931688" cy="1182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Anthropic Sans Text Light" pitchFamily="50" charset="0"/>
              </a:rPr>
              <a:t>Evidenced, Inferred, or Gap — shown explicitly, never blended into one confident narrative tone.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55748D-4B07-C359-D396-944F30CAC2FD}"/>
              </a:ext>
            </a:extLst>
          </p:cNvPr>
          <p:cNvSpPr txBox="1"/>
          <p:nvPr/>
        </p:nvSpPr>
        <p:spPr>
          <a:xfrm>
            <a:off x="6320258" y="2567053"/>
            <a:ext cx="2387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nthropic Sans Text" pitchFamily="50" charset="0"/>
              </a:rPr>
              <a:t>It never invents site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F927D7-3242-B44B-86BD-3831929EDD8E}"/>
              </a:ext>
            </a:extLst>
          </p:cNvPr>
          <p:cNvSpPr txBox="1"/>
          <p:nvPr/>
        </p:nvSpPr>
        <p:spPr>
          <a:xfrm>
            <a:off x="6401494" y="2998842"/>
            <a:ext cx="2173171" cy="1182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Anthropic Sans Text Light" pitchFamily="50" charset="0"/>
              </a:rPr>
              <a:t>Public constants (LFL/UFL, exposure limits, API 941, NIST) are cited and used; missing site-specific data is labeled a gap, not filled in.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B96110-AD7B-1E8A-AD30-F82F0C76DD3E}"/>
              </a:ext>
            </a:extLst>
          </p:cNvPr>
          <p:cNvSpPr txBox="1"/>
          <p:nvPr/>
        </p:nvSpPr>
        <p:spPr>
          <a:xfrm>
            <a:off x="8920004" y="2521788"/>
            <a:ext cx="1905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nthropic Sans Text" pitchFamily="50" charset="0"/>
              </a:rPr>
              <a:t>It has no approval authority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43DD71-A80A-FF98-D7DD-3E9CEC95039D}"/>
              </a:ext>
            </a:extLst>
          </p:cNvPr>
          <p:cNvSpPr txBox="1"/>
          <p:nvPr/>
        </p:nvSpPr>
        <p:spPr>
          <a:xfrm>
            <a:off x="2302751" y="1534540"/>
            <a:ext cx="69701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nthropic Sans Text" pitchFamily="50" charset="0"/>
              </a:rPr>
              <a:t>The operating reality this tool is built for — not a hypothetical efficiency case</a:t>
            </a:r>
          </a:p>
        </p:txBody>
      </p:sp>
    </p:spTree>
    <p:extLst>
      <p:ext uri="{BB962C8B-B14F-4D97-AF65-F5344CB8AC3E}">
        <p14:creationId xmlns:p14="http://schemas.microsoft.com/office/powerpoint/2010/main" val="171924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 I — Manufacturing Disagreement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alone can't replicate a room of people who disagree — so disagreement is engineered directly into the method via four independent passes over the same evidence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67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Documentation-Trusting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6207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SOPs, P&amp;IDs and design data are accurate and current. Builds the hazard picture straight from what's written — the baseline reading.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E9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520440" y="169164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67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Skeptic &amp; Deviation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86207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assumes the as-built unit has drifted from the documents. Asks what modification, bypass, or undocumented change would make Pass 1 wrong — forces reasoning about staleness rather than treating text as ground truth.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0" y="169164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3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167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Operator's-Eye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86207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from a field/operations perspective: manual interventions, sampling habits, nuisance conditions that get worked around — what a design document structurally cannot capture.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098280" y="150876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E9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281160" y="169164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28116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167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Cross-Discipline Interaction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86207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Hunts for hazards at the boundary between disciplines — a metallurgy issue that only matters because of an instrumentation blind spot, a process change that invalidates a mechanical assumption.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57200" y="4498848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31520" y="4645152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Reconciliation, not resolution: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between passes are shown explicitly — “Pass 1 assumed X; Pass 2 flags that X may not hold because Y” — never quietly averaged into one confident narrative. Disagreement is a feature of the output, not noise to smooth away.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 II — Evidence Integrity &amp; the Human Handoff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confidently wrong number is worse than no number — so every claim is routed, tagged, and eventually handed to a named accountable reviewer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30168" cy="1600200"/>
          </a:xfrm>
          <a:prstGeom prst="roundRect">
            <a:avLst>
              <a:gd name="adj" fmla="val 5714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581912"/>
            <a:ext cx="320040" cy="32004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3619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 integrity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quantitative claim routes through actual tools — NIST/DIPPR data, a reactivity database such as NOAA/EPA's CRW, or a process simulator — never free-text model arithmetic. What can't be verified is flagged, not guessed.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0248" y="1417320"/>
            <a:ext cx="3630168" cy="1600200"/>
          </a:xfrm>
          <a:prstGeom prst="roundRect">
            <a:avLst>
              <a:gd name="adj" fmla="val 5714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53128" y="1581912"/>
            <a:ext cx="320040" cy="32004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453128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53619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evidence tags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1984248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marked Evidenced (cites document/page), Inferred (general literature), or Gap (no data — flag for SME). The tiers are never blended into one uniformly confident tone.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30168" cy="1600200"/>
          </a:xfrm>
          <a:prstGeom prst="roundRect">
            <a:avLst>
              <a:gd name="adj" fmla="val 5714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6176" y="1581912"/>
            <a:ext cx="320040" cy="32004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66176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77656" y="153619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silence is a finding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1984248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known hazard class is plausible but never mentioned in site documents, that silence is flagged explicitly as a possible gap — not read as confirmation the hazard is absent.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3630168" cy="1600200"/>
          </a:xfrm>
          <a:prstGeom prst="roundRect">
            <a:avLst>
              <a:gd name="adj" fmla="val 5714"/>
            </a:avLst>
          </a:prstGeom>
          <a:solidFill>
            <a:srgbClr val="E9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" y="3319272"/>
            <a:ext cx="320040" cy="32004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27355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Analogous-incident weighting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21608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and incident search explicitly targets structurally similar units (same reaction class, same catalyst family), tagged “analogous, not site-specific” so reviewers treat it as a prompt, not a confirmed site risk.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0248" y="3154680"/>
            <a:ext cx="3630168" cy="1600200"/>
          </a:xfrm>
          <a:prstGeom prst="roundRect">
            <a:avLst>
              <a:gd name="adj" fmla="val 5714"/>
            </a:avLst>
          </a:prstGeom>
          <a:solidFill>
            <a:srgbClr val="E9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453128" y="3319272"/>
            <a:ext cx="320040" cy="32004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453128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327355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forks stay with humans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3721608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Credibility-of-deviation calls and other ambiguous, judgment-heavy points are presented as explicit forks for the review team — the agent never resolves them on its own.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83296" y="3154680"/>
            <a:ext cx="3630168" cy="1600200"/>
          </a:xfrm>
          <a:prstGeom prst="roundRect">
            <a:avLst>
              <a:gd name="adj" fmla="val 5714"/>
            </a:avLst>
          </a:prstGeom>
          <a:solidFill>
            <a:srgbClr val="E9ED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266176" y="3319272"/>
            <a:ext cx="320040" cy="320040"/>
          </a:xfrm>
          <a:prstGeom prst="ellipse">
            <a:avLst/>
          </a:prstGeom>
          <a:solidFill>
            <a:srgbClr val="1F8A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266176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677656" y="327355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document gating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66176" y="3721608"/>
            <a:ext cx="3264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evidence (P&amp;IDs, SOPs, design limits, SDSs) missing hard-stops or heavily caveats the run. Tier 2/3 absence is logged as a gap, never silently skipped.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9377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731520" y="504748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 </a:t>
            </a: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rigorously sourced draft that seeds a human HAZID workshop — never “the report”, to avoid institutionalizing whatever gaps exist in the document set. “Unresolved / Requires Human Judgment” and the Evidence Gaps Register are structurally load-bearing sections, not appendices, and a qualified reviewer signs off before anything is final.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47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887</Words>
  <Application>Microsoft Office PowerPoint</Application>
  <PresentationFormat>Widescreen</PresentationFormat>
  <Paragraphs>68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Anthropic Sans Display Exbold</vt:lpstr>
      <vt:lpstr>Anthropic Sans Text</vt:lpstr>
      <vt:lpstr>Anthropic Sans Text Light</vt:lpstr>
      <vt:lpstr>Anthropic Serif Display Medium</vt:lpstr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sasmal</dc:creator>
  <cp:lastModifiedBy>sankar sasmal</cp:lastModifiedBy>
  <cp:revision>1</cp:revision>
  <dcterms:created xsi:type="dcterms:W3CDTF">2026-09-24T15:04:32Z</dcterms:created>
  <dcterms:modified xsi:type="dcterms:W3CDTF">2026-09-24T16:08:12Z</dcterms:modified>
</cp:coreProperties>
</file>