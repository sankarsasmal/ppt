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12801600" cy="9601200" type="A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283" autoAdjust="0"/>
  </p:normalViewPr>
  <p:slideViewPr>
    <p:cSldViewPr snapToGrid="0">
      <p:cViewPr>
        <p:scale>
          <a:sx n="70" d="100"/>
          <a:sy n="70" d="100"/>
        </p:scale>
        <p:origin x="1290" y="3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7T15:26:36.428"/>
    </inkml:context>
    <inkml:brush xml:id="br0">
      <inkml:brushProperty name="width" value="0.4" units="cm"/>
      <inkml:brushProperty name="height" value="0.8" units="cm"/>
      <inkml:brushProperty name="color" value="#F3B12D"/>
      <inkml:brushProperty name="tip" value="rectangle"/>
      <inkml:brushProperty name="rasterOp" value="maskPen"/>
      <inkml:brushProperty name="ignorePressure" value="1"/>
    </inkml:brush>
  </inkml:definitions>
  <inkml:trace contextRef="#ctx0" brushRef="#br0">0 0 0,'7866'107'0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7T16:44:16.151"/>
    </inkml:context>
    <inkml:brush xml:id="br0">
      <inkml:brushProperty name="width" value="0.2" units="cm"/>
      <inkml:brushProperty name="height" value="0.4" units="cm"/>
      <inkml:brushProperty name="color" value="#F3B12D"/>
      <inkml:brushProperty name="tip" value="rectangle"/>
      <inkml:brushProperty name="rasterOp" value="maskPen"/>
      <inkml:brushProperty name="ignorePressure" value="1"/>
    </inkml:brush>
  </inkml:definitions>
  <inkml:trace contextRef="#ctx0" brushRef="#br0">0 0 0,'1271'0'0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7T16:44:21.002"/>
    </inkml:context>
    <inkml:brush xml:id="br0">
      <inkml:brushProperty name="width" value="0.2" units="cm"/>
      <inkml:brushProperty name="height" value="0.4" units="cm"/>
      <inkml:brushProperty name="color" value="#F3B12D"/>
      <inkml:brushProperty name="tip" value="rectangle"/>
      <inkml:brushProperty name="rasterOp" value="maskPen"/>
      <inkml:brushProperty name="ignorePressure" value="1"/>
    </inkml:brush>
  </inkml:definitions>
  <inkml:trace contextRef="#ctx0" brushRef="#br0">0 0 0,'1017'0'0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7T16:44:34.954"/>
    </inkml:context>
    <inkml:brush xml:id="br0">
      <inkml:brushProperty name="width" value="0.2" units="cm"/>
      <inkml:brushProperty name="height" value="0.4" units="cm"/>
      <inkml:brushProperty name="color" value="#F3B12D"/>
      <inkml:brushProperty name="tip" value="rectangle"/>
      <inkml:brushProperty name="rasterOp" value="maskPen"/>
      <inkml:brushProperty name="ignorePressure" value="1"/>
    </inkml:brush>
  </inkml:definitions>
  <inkml:trace contextRef="#ctx0" brushRef="#br0">0 0 0,'604'0'0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7T16:21:27.636"/>
    </inkml:context>
    <inkml:brush xml:id="br0">
      <inkml:brushProperty name="width" value="0.2" units="cm"/>
      <inkml:brushProperty name="height" value="0.4" units="cm"/>
      <inkml:brushProperty name="color" value="#F3B12D"/>
      <inkml:brushProperty name="tip" value="rectangle"/>
      <inkml:brushProperty name="rasterOp" value="maskPen"/>
      <inkml:brushProperty name="ignorePressure" value="1"/>
    </inkml:brush>
  </inkml:definitions>
  <inkml:trace contextRef="#ctx0" brushRef="#br0">0 1,'14'0,"-8"-1,0 1,0 0,0 0,1 1,-1 0,0 0,0 0,0 1,0 0,0 0,6 3,-7-2,0-1,0 1,-1 1,1-1,-1 0,0 1,0 0,0 0,0 1,-1-1,0 1,0-1,3 7,0 3,0 0,-1 0,-1 1,-1 0,0-1,-1 1,0 1,-1-1,-1 0,0 0,-1 0,-1 0,-1 0,0 0,0 0,-9 19,9-26,-1-1,0 0,-1 0,0 0,0-1,0 0,-1 0,-6 6,1-2,-1-1,-1 0,-18 11,19-14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7T16:21:29.736"/>
    </inkml:context>
    <inkml:brush xml:id="br0">
      <inkml:brushProperty name="width" value="0.2" units="cm"/>
      <inkml:brushProperty name="height" value="0.4" units="cm"/>
      <inkml:brushProperty name="color" value="#F3B12D"/>
      <inkml:brushProperty name="tip" value="rectangle"/>
      <inkml:brushProperty name="rasterOp" value="maskPen"/>
      <inkml:brushProperty name="ignorePressure" value="1"/>
    </inkml:brush>
  </inkml:definitions>
  <inkml:trace contextRef="#ctx0" brushRef="#br0">0 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7T16:21:37.199"/>
    </inkml:context>
    <inkml:brush xml:id="br0">
      <inkml:brushProperty name="width" value="0.2" units="cm"/>
      <inkml:brushProperty name="height" value="0.4" units="cm"/>
      <inkml:brushProperty name="color" value="#F3B12D"/>
      <inkml:brushProperty name="tip" value="rectangle"/>
      <inkml:brushProperty name="rasterOp" value="maskPen"/>
      <inkml:brushProperty name="ignorePressure" value="1"/>
    </inkml:brush>
  </inkml:definitions>
  <inkml:trace contextRef="#ctx0" brushRef="#br0">356 94,'-7'1,"-1"0,0 0,1 0,0 1,-11 4,10-3,0 0,-1-1,-13 2,17-4,0 1,0-1,0 0,0-1,0 1,0-1,1 0,-1 0,0-1,-7-2,9 2,1 1,-1-1,1 0,0 0,0 0,0 0,0 0,0 0,0 0,0-1,1 1,-1-1,1 1,-1-1,1 0,0 0,0 1,0-6,0 7,-4-15,5 16,0 0,-1 0,1-1,0 1,0 0,0 0,-1 0,1 0,0-1,0 1,0 0,-1 0,1 0,0 0,0 0,-1 0,1 0,0 0,-1 0,1 0,0 0,0 0,-1 0,1 0,0 0,0 0,-1 0,1 0,0 0,0 0,-1 0,1 0,0 0,0 0,-1 1,1-1,0 0,0 0,0 0,-1 0,1 1,0-1,0 0,0 0,0 1,-1-1,1 0,0 0,0 1,0-1,0 0,0 1,-3 3,1 0,-1 0,1 1,0 0,0-1,1 1,0 0,0 0,0-1,-1 7,1 10,1 23,0-28,2 5,-1 22,-1-41,0 0,-1 1,1-1,0 0,-1 0,0 1,1-1,-1 0,0 0,0 0,0 0,0 0,-1 0,0 2,1-3,0 0,0 0,0-1,0 1,0 0,0-1,0 1,0 0,0-1,0 1,0-1,0 0,0 1,0-1,0 0,-1 0,1 1,0-1,0 0,0 0,0 0,-2-1,1 1,0-1,0 0,1 0,-1 0,0 0,1 0,-1 0,1 0,-1 0,1-1,0 1,-2-3,-1-1,0-1,1 0,-1 0,1 0,1 0,-4-12,3 8,2-1,0 1,0 0,0-1,2 1,-1-1,1 1,1-1,0 1,0 0,1 0,0 0,7-14,-4 8,-4 12,-1 0,1 0,0 0,0 0,3-5,-3 8,-1-1,0 1,1 0,-1-1,1 1,0 0,-1 0,1 0,0 0,0 0,-1 1,1-1,0 0,0 1,3-1,12-1,0 1,0 1,0 1,-1 0,1 1,0 1,17 5,-15-5,-13-2,-1 0,1 0,0 0,9 5,-13-5,-1 0,1 0,0 0,-1 0,1 0,-1 0,0 1,1-1,-1 1,0-1,0 1,0-1,0 1,0 0,0-1,0 1,0 0,-1 0,1 1,3 12,-1-4,0 1,-1 0,1 13,-3-24,0 0,0 1,0-1,0 0,0 1,-1-1,1 0,-1 0,1 0,-1 1,1-1,-1 0,0 0,1 0,-1 0,0 0,0 0,0 0,0 0,0-1,0 1,0 0,0 0,0-1,0 1,-1-1,-1 1,-4 2,0-1,0-1,-14 2,10-1,-165 21,159-20,7-2,-1 1,1 0,-10 3,18-4,0 0,0 0,0 0,0 0,0 0,0 0,0 0,0 1,0-1,1 1,-1 0,0-1,1 1,-1 0,1 0,0 0,0 0,-2 4,3-5,-1 0,1 1,0-1,0 1,0-1,0 0,0 1,0-1,1 0,-1 1,0-1,1 1,-1-1,1 0,-1 0,1 1,0-1,-1 0,1 0,0 0,0 0,1 2,4 2,-1 1,13 8,-7-5,12 10,26 24,-44-38,-1 1,1-1,-1 1,0 0,0 0,-1 0,3 8,-4-10,0 0,0 0,0-1,0 1,1 0,0-1,-1 0,1 1,1-1,-1 0,0-1,1 1,-1-1,1 1,0-1,8 3,-4-2,1 0,-1 0,1-2,0 1,0-1,0 0,10-1,-181-2,121-3,39 4,-1 1,1-1,-1 0,1 0,0 0,-1 0,1 0,0-1,0 1,0 0,0-1,0 0,-3-2,5 4,-1-1,1 1,0-1,-1 1,1 0,0-1,-1 1,1-1,0 1,-1-1,1 1,0-1,0 1,0-1,0 1,-1-1,1 1,0-1,0 1,0-1,0 1,0-1,0 1,0-1,0 1,0-1,1 1,-1-1,0 0,0 1,0 0,1-1,-1 1,0-1,1 1,-1-1,0 1,1-1,-1 1,0 0,1-1,-1 1,1 0,-1-1,0 1,1 0,-1 0,1-1,-1 1,1 0,-1 0,1 0,0 0,-1 0,1 0,0 0,4-1,-1 0,1 1,-1 0,1 0,5 0,81 8,95-4,-183-4,0 0,0 0,1 0,-1-1,0 0,0 1,0-1,0 0,0-1,0 1,0-1,4-2,-2 0,-1 0,1 0,-1 0,0-1,7-9,-4 4,-3 5,-1 1,0-1,0 0,0 1,-1-1,4-8,-6 12,0 0,0-1,1 1,-1-1,0 1,0-1,0 1,-1-1,1 1,0 0,-1-1,1 1,0-1,-1 1,0 0,1-1,-1 1,0 0,1 0,-1 0,0 0,0-1,0 1,0 0,0 0,0 1,-1-1,1 0,-2-1,-29-17,20 12,0 0,0-1,-15-14,23 19,1-1,0 1,0-1,0 0,1 0,-1 0,1 0,0 0,0-1,0 1,1-1,0 1,0-1,-1-6,0-16,4-42,-2 62,0 176,1-73,-1-91,0 1,0-1,1 1,0-1,0 0,1 1,-1-1,1 0,0 0,1 0,-1 0,1 0,5 6,-3-4,1-1,1 0,-1 0,1-1,0 0,0 0,15 7,18 14,-40-26,0 0,1 0,-1 0,1 0,-1 0,0 1,1-1,-1 0,0 0,1 0,-1 0,1 0,-1 0,0 0,1-1,-1 1,0 0,1 0,-1 0,1 0,-1 0,0-1,1 1,-1 0,0 0,1 0,-1-1,0 1,0 0,1-1,-1 1,0 0,0 0,0-1,1 1,-1 0,0-1,0 1,0-1,0 1,0 0,1-1,-1 1,0 0,0-1,0 0,0-19,-1 8,-2 1,1 1,-2-1,-4-12,3 12,1-1,1 1,-4-21,4-22,3-63,2 39,-2 63</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12:58:21.036"/>
    </inkml:context>
    <inkml:brush xml:id="br0">
      <inkml:brushProperty name="width" value="0.2" units="cm"/>
      <inkml:brushProperty name="height" value="0.4" units="cm"/>
      <inkml:brushProperty name="color" value="#F3B12D"/>
      <inkml:brushProperty name="tip" value="rectangle"/>
      <inkml:brushProperty name="rasterOp" value="maskPen"/>
      <inkml:brushProperty name="ignorePressure" value="1"/>
    </inkml:brush>
  </inkml:definitions>
  <inkml:trace contextRef="#ctx0" brushRef="#br0">0 0,'519'0,"-508"0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12:58:22.673"/>
    </inkml:context>
    <inkml:brush xml:id="br0">
      <inkml:brushProperty name="width" value="0.2" units="cm"/>
      <inkml:brushProperty name="height" value="0.4" units="cm"/>
      <inkml:brushProperty name="color" value="#F3B12D"/>
      <inkml:brushProperty name="tip" value="rectangle"/>
      <inkml:brushProperty name="rasterOp" value="maskPen"/>
      <inkml:brushProperty name="ignorePressure" value="1"/>
    </inkml:brush>
  </inkml:definitions>
  <inkml:trace contextRef="#ctx0" brushRef="#br0">0 0,'1174'0,"-1137"0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13:35:55.488"/>
    </inkml:context>
    <inkml:brush xml:id="br0">
      <inkml:brushProperty name="width" value="0.2" units="cm"/>
      <inkml:brushProperty name="height" value="0.4" units="cm"/>
      <inkml:brushProperty name="color" value="#F3B12D"/>
      <inkml:brushProperty name="tip" value="rectangle"/>
      <inkml:brushProperty name="rasterOp" value="maskPen"/>
      <inkml:brushProperty name="ignorePressure" value="1"/>
    </inkml:brush>
  </inkml:definitions>
  <inkml:trace contextRef="#ctx0" brushRef="#br0">591 1145,'-1'0,"0"-1,-1 1,1-1,0 1,0-1,-1 0,1 0,0 1,-2-3,-3-1,-17-10,7 4,-1 0,0 1,-23-8,33 15,1-1,-1 0,1 1,0-2,0 1,0-1,1 0,-1 0,1-1,0 1,0-1,-7-10,4 5,-2-3,-1 0,0 1,-1 0,-13-10,13 12,-1-1,1 0,1-1,0 0,1-1,0 0,1 0,-10-20,-42-79,54 96,0 0,1 0,0 0,-5-31,0 3,7 24,-4-32,2 6,-9-34,15 80,-23-82,20 72,0-1,1 0,0 0,1 0,0-20,0-2,-6-8,5 29,0 1,-1-14,3-16,0 31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13:35:57.332"/>
    </inkml:context>
    <inkml:brush xml:id="br0">
      <inkml:brushProperty name="width" value="0.2" units="cm"/>
      <inkml:brushProperty name="height" value="0.4" units="cm"/>
      <inkml:brushProperty name="color" value="#F3B12D"/>
      <inkml:brushProperty name="tip" value="rectangle"/>
      <inkml:brushProperty name="rasterOp" value="maskPen"/>
      <inkml:brushProperty name="ignorePressure" value="1"/>
    </inkml:brush>
  </inkml:definitions>
  <inkml:trace contextRef="#ctx0" brushRef="#br0">60 0,'-2'27,"0"1,-2-1,-12 45,8-39,-16 76,21-80,2-16</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3:37:28.116"/>
    </inkml:context>
    <inkml:brush xml:id="br0">
      <inkml:brushProperty name="width" value="0.05" units="cm"/>
      <inkml:brushProperty name="height" value="0.05" units="cm"/>
      <inkml:brushProperty name="color" value="#FFC114"/>
    </inkml:brush>
  </inkml:definitions>
  <inkml:trace contextRef="#ctx0" brushRef="#br0">1 0 24575,'4'0'0,"5"0"0,6 0 0,4 0 0,3 0 0,2 0 0,1 0 0,0 0 0,0 0 0,0 0 0,-4 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3:37:34.637"/>
    </inkml:context>
    <inkml:brush xml:id="br0">
      <inkml:brushProperty name="width" value="0.05" units="cm"/>
      <inkml:brushProperty name="height" value="0.05" units="cm"/>
      <inkml:brushProperty name="color" value="#FFC114"/>
    </inkml:brush>
  </inkml:definitions>
  <inkml:trace contextRef="#ctx0" brushRef="#br0">1 0 24575,'4'0'0,"5"0"0,6 0 0,4 0 0,3 0 0,2 0 0,1 0 0,0 0 0,0 0 0,-4 0-8191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3:37:32.313"/>
    </inkml:context>
    <inkml:brush xml:id="br0">
      <inkml:brushProperty name="width" value="0.05" units="cm"/>
      <inkml:brushProperty name="height" value="0.05" units="cm"/>
      <inkml:brushProperty name="color" value="#FFC114"/>
    </inkml:brush>
  </inkml:definitions>
  <inkml:trace contextRef="#ctx0" brushRef="#br0">1 1 24575,'0'4'0,"0"6"0,0 5 0,0 4 0,0 3 0,0 2 0,0 0 0,0 2 0,0-1 0,0 0 0,0-4-8191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3:37:33.247"/>
    </inkml:context>
    <inkml:brush xml:id="br0">
      <inkml:brushProperty name="width" value="0.05" units="cm"/>
      <inkml:brushProperty name="height" value="0.05" units="cm"/>
      <inkml:brushProperty name="color" value="#FFC114"/>
    </inkml:brush>
  </inkml:definitions>
  <inkml:trace contextRef="#ctx0" brushRef="#br0">0 113 24575,'8'-4'0,"7"-6"0,9-8 0,5-3 0,1 4 0,-4-1 0,-3 4 0,-5 4-8191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3:38:17.508"/>
    </inkml:context>
    <inkml:brush xml:id="br0">
      <inkml:brushProperty name="width" value="0.05" units="cm"/>
      <inkml:brushProperty name="height" value="0.05" units="cm"/>
      <inkml:brushProperty name="color" value="#FFC114"/>
    </inkml:brush>
  </inkml:definitions>
  <inkml:trace contextRef="#ctx0" brushRef="#br0">1 0 24575,'4'4'0,"1"6"0,5 0 0,3 4 0,5-1 0,-1 1 0,1-2 0,1 2 0,1-2 0,-2 1 0,0-2 0,-4-2-8191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3:40:51.161"/>
    </inkml:context>
    <inkml:brush xml:id="br0">
      <inkml:brushProperty name="width" value="0.2" units="cm"/>
      <inkml:brushProperty name="height" value="0.4" units="cm"/>
      <inkml:brushProperty name="color" value="#F3B12D"/>
      <inkml:brushProperty name="tip" value="rectangle"/>
      <inkml:brushProperty name="rasterOp" value="maskPen"/>
      <inkml:brushProperty name="ignorePressure" value="1"/>
    </inkml:brush>
  </inkml:definitions>
  <inkml:trace contextRef="#ctx0" brushRef="#br0">0 0 0,'3123'0'0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13:40:55.828"/>
    </inkml:context>
    <inkml:brush xml:id="br0">
      <inkml:brushProperty name="width" value="0.2" units="cm"/>
      <inkml:brushProperty name="height" value="0.4" units="cm"/>
      <inkml:brushProperty name="color" value="#F3B12D"/>
      <inkml:brushProperty name="tip" value="rectangle"/>
      <inkml:brushProperty name="rasterOp" value="maskPen"/>
      <inkml:brushProperty name="ignorePressure" value="1"/>
    </inkml:brush>
  </inkml:definitions>
  <inkml:trace contextRef="#ctx0" brushRef="#br0">0 0,'2505'0,"-2463"0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13:40:56.979"/>
    </inkml:context>
    <inkml:brush xml:id="br0">
      <inkml:brushProperty name="width" value="0.2" units="cm"/>
      <inkml:brushProperty name="height" value="0.4" units="cm"/>
      <inkml:brushProperty name="color" value="#F3B12D"/>
      <inkml:brushProperty name="tip" value="rectangle"/>
      <inkml:brushProperty name="rasterOp" value="maskPen"/>
      <inkml:brushProperty name="ignorePressure" value="1"/>
    </inkml:brush>
  </inkml:definitions>
  <inkml:trace contextRef="#ctx0" brushRef="#br0">0 0,'834'0,"-806"0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13:40:57.968"/>
    </inkml:context>
    <inkml:brush xml:id="br0">
      <inkml:brushProperty name="width" value="0.2" units="cm"/>
      <inkml:brushProperty name="height" value="0.4" units="cm"/>
      <inkml:brushProperty name="color" value="#F3B12D"/>
      <inkml:brushProperty name="tip" value="rectangle"/>
      <inkml:brushProperty name="rasterOp" value="maskPen"/>
      <inkml:brushProperty name="ignorePressure" value="1"/>
    </inkml:brush>
  </inkml:definitions>
  <inkml:trace contextRef="#ctx0" brushRef="#br0">0 81,'5'0,"6"0,9-4,7-2,34-4,30-1,12 2,-1-2,-11 1,-15 2,-16 2,-14 3,-10 1,-12 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3:08:11.881"/>
    </inkml:context>
    <inkml:brush xml:id="br0">
      <inkml:brushProperty name="width" value="0.035" units="cm"/>
      <inkml:brushProperty name="height" value="0.035" units="cm"/>
    </inkml:brush>
  </inkml:definitions>
  <inkml:trace contextRef="#ctx0" brushRef="#br0">1 151 24575,'2'-8'0,"1"-1"0,0 2 0,0-1 0,1 0 0,0 1 0,0-1 0,1 1 0,0 0 0,7-8 0,-4 5 0,-5 6 0,0 0 0,1 0 0,-1 0 0,1 0 0,0 1 0,0-1 0,1 1 0,-1 0 0,0 1 0,1-1 0,0 1 0,0-1 0,0 2 0,0-1 0,6-1 0,4 1 0,0 0 0,0 1 0,29 2 0,-7 0 0,27-2 0,-46-1 0,0 1 0,0 0 0,0 2 0,0 0 0,-1 1 0,1 1 0,0 0 0,-1 2 0,23 7 0,-28-7-38,0-1-1,0-1 0,0 0 1,0-1-1,1 0 0,-1-1 0,1 0 1,0-1-1,17-2 0,-4 1-939,-11 1-5848</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3:08:52.012"/>
    </inkml:context>
    <inkml:brush xml:id="br0">
      <inkml:brushProperty name="width" value="0.035" units="cm"/>
      <inkml:brushProperty name="height" value="0.035" units="cm"/>
    </inkml:brush>
  </inkml:definitions>
  <inkml:trace contextRef="#ctx0" brushRef="#br0">1 1 24575,'2'4'0,"0"0"0,0 0 0,1-1 0,0 1 0,-1 0 0,1-1 0,1 0 0,-1 0 0,0 0 0,5 3 0,4 5 0,6 6 0,-13-13 0,0 0 0,0 0 0,0 1 0,-1-1 0,0 1 0,0 0 0,0 0 0,-1 1 0,4 5 0,-7-9 0,0 0 0,0 0 0,-1-1 0,1 1 0,0 0 0,-1-1 0,0 1 0,1 0 0,-1-1 0,0 1 0,0-1 0,1 1 0,-1-1 0,0 1 0,-1-1 0,1 0 0,0 0 0,-2 2 0,-31 27 0,16-15 0,3 1-1365,8-11-5461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3:11:28.696"/>
    </inkml:context>
    <inkml:brush xml:id="br0">
      <inkml:brushProperty name="width" value="0.035" units="cm"/>
      <inkml:brushProperty name="height" value="0.035" units="cm"/>
    </inkml:brush>
  </inkml:definitions>
  <inkml:trace contextRef="#ctx0" brushRef="#br0">26 185 24575,'0'-11'0,"-1"0"0,-1 0 0,0 0 0,-6-17 0,-4-28 0,12 54 0,0 0 0,0 0 0,0-1 0,0 1 0,0 0 0,1 0 0,-1 0 0,1-1 0,-1 1 0,1 0 0,0 0 0,0 0 0,0 0 0,0 0 0,0 0 0,0 1 0,1-1 0,-1 0 0,0 0 0,1 1 0,0-1 0,-1 1 0,1 0 0,0-1 0,0 1 0,0 0 0,0 0 0,-1 0 0,2 0 0,-1 0 0,0 1 0,0-1 0,0 1 0,0-1 0,0 1 0,1 0 0,-1-1 0,0 1 0,0 1 0,0-1 0,1 0 0,-1 0 0,0 1 0,0-1 0,0 1 0,0 0 0,0 0 0,0-1 0,0 1 0,0 1 0,0-1 0,0 0 0,0 0 0,-1 1 0,1-1 0,0 1 0,-1-1 0,1 1 0,-1 0 0,0-1 0,2 5 0,11 46 0,-13-49 0,0 0 0,-1 0 0,0 0 0,0 0 0,0 0 0,0 0 0,0 0 0,0 0 0,-1 0 0,1 0 0,-1 0 0,0 0 0,0-1 0,0 1 0,-2 3 0,2-6 0,0 0 0,0 0 0,0 0 0,0 0 0,0 0 0,0 0 0,0 0 0,0 0 0,0 0 0,0-1 0,0 1 0,0 0 0,0-1 0,0 1 0,0 0 0,0-1 0,1 1 0,-1-1 0,0 0 0,0 1 0,0-1 0,1 0 0,-1 1 0,0-1 0,1 0 0,-1 0 0,0 0 0,1 0 0,-1 1 0,1-2 0,-22-28 0,13 14 0,-8-9 0,12 29 0,3 20 0,4 35 0,-1-49 0,-1-39 0,0 12 0,-2-9 0,3 23 0,1 16 0,10 12 120,-12-24-165,1 0 0,-1-1 0,1 1 0,-1-1 0,1 1 0,-1 0 0,1-1 0,0 1 0,-1-1 0,1 0 0,0 1 0,0-1 0,-1 1 0,1-1 0,0 0 0,0 0 0,-1 1 0,1-1 0,0 0 0,0 0 0,-1 0 0,1 0 0,0 0 0,0 0 0,0 0 0,0 0 0,-1 0 0,1 0 0,0-1 0,0 1 0,-1 0 0,2-1 0,6-5-6781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3:11:32.864"/>
    </inkml:context>
    <inkml:brush xml:id="br0">
      <inkml:brushProperty name="width" value="0.035" units="cm"/>
      <inkml:brushProperty name="height" value="0.035" units="cm"/>
    </inkml:brush>
  </inkml:definitions>
  <inkml:trace contextRef="#ctx0" brushRef="#br0">0 152 24575,'4'1'0,"-1"-1"0,0 0 0,1 0 0,-1-1 0,0 1 0,0-1 0,1 1 0,-1-1 0,0 0 0,0 0 0,0 0 0,0-1 0,0 1 0,0-1 0,0 0 0,-1 0 0,4-2 0,-2-1 0,-1 0 0,1-1 0,-1 1 0,-1-1 0,1 0 0,-1 1 0,0-1 0,2-8 0,9-22 0,-6 25 0,-6 27 0,-3-11 0,1 0 0,-1 0 0,0 1 0,-1-1 0,1-1 0,-1 1 0,0 0 0,0-1 0,-1 1 0,1-1 0,-1 0 0,0 0 0,0 0 0,0-1 0,0 1 0,-8 3 0,11-6 0,1-1 0,0 0 0,-1 0 0,1 0 0,-1 1 0,1-1 0,0 0 0,-1 0 0,1 0 0,-1 0 0,1 0 0,-1 0 0,1 0 0,-1 0 0,1 0 0,0 0 0,-1 0 0,1 0 0,-1-1 0,1 1 0,-1 0 0,1 0 0,0 0 0,-1-1 0,1 1 0,-1 0 0,1 0 0,0-1 0,-1 1 0,1 0 0,0-1 0,-1 1 0,1 0 0,0-1 0,-1 0 0,-5-21 0,5-22 0,1 41-114,1 0 1,-1-1-1,1 1 0,0 0 0,0 0 1,0 0-1,0 0 0,1 0 0,-1 0 1,1 0-1,2-3 0,9-7-6712</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3:11:35.187"/>
    </inkml:context>
    <inkml:brush xml:id="br0">
      <inkml:brushProperty name="width" value="0.035" units="cm"/>
      <inkml:brushProperty name="height" value="0.035" units="cm"/>
    </inkml:brush>
  </inkml:definitions>
  <inkml:trace contextRef="#ctx0" brushRef="#br0">48 0 24575,'-4'0'0,"-7"0"0,-5 0 0,0 0-8191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3:11:41.859"/>
    </inkml:context>
    <inkml:brush xml:id="br0">
      <inkml:brushProperty name="width" value="0.035" units="cm"/>
      <inkml:brushProperty name="height" value="0.035" units="cm"/>
    </inkml:brush>
  </inkml:definitions>
  <inkml:trace contextRef="#ctx0" brushRef="#br0">214 257 24575,'-3'0'0,"0"-1"0,1 0 0,-1 0 0,0 0 0,0 0 0,0-1 0,1 1 0,-1-1 0,1 0 0,-1 1 0,1-1 0,-3-3 0,-18-11 0,-18 0 0,29 12 0,0-1 0,0 0 0,1-1 0,-13-7 0,21 10 0,-1 1 0,1-1 0,0 0 0,0 0 0,0 0 0,0-1 0,1 1 0,-1-1 0,1 1 0,0-1 0,0 0 0,0 0 0,1 0 0,-1 0 0,1 0 0,-2-7 0,4 8 0,-1-1 0,0 0 0,1 1 0,0-1 0,0 1 0,0-1 0,0 1 0,0-1 0,1 1 0,0 0 0,-1-1 0,1 1 0,0 0 0,1 0 0,-1 1 0,5-5 0,-1 0 0,1 0 0,0 0 0,0 1 0,1 0 0,9-5 0,-16 11 0,-1-1 0,1 1 0,0 0 0,0-1 0,0 1 0,0 0 0,0 0 0,-1 0 0,1 0 0,0 0 0,0 0 0,0 0 0,0 0 0,0 1 0,-1-1 0,1 0 0,0 0 0,0 1 0,0-1 0,0 0 0,-1 1 0,1-1 0,0 1 0,-1-1 0,1 1 0,0-1 0,-1 1 0,1 0 0,0-1 0,-1 1 0,1 0 0,-1-1 0,1 1 0,-1 0 0,0 0 0,1 0 0,-1 1 0,17 43 0,-7-18 0,-8-24 0,1 0 0,-1 0 0,1 0 0,0 0 0,0 0 0,0-1 0,0 0 0,5 3 0,-5-3 0,0 0 0,0 0 0,-1 0 0,1 0 0,0 0 0,-1 0 0,0 1 0,4 5 0,-5-8 0,-1 0 0,0 0 0,0 1 0,0-1 0,0 0 0,1 0 0,-1 0 0,0 0 0,0 1 0,0-1 0,0 0 0,0 0 0,0 1 0,0-1 0,0 0 0,0 0 0,0 0 0,0 1 0,0-1 0,0 0 0,0 0 0,0 1 0,0-1 0,0 0 0,0 0 0,0 0 0,0 1 0,0-1 0,0 0 0,0 0 0,0 1 0,0-1 0,-1 0 0,1 0 0,0 0 0,0 0 0,0 1 0,0-1 0,-1 0 0,1 0 0,0 0 0,0 1 0,-13-2 0,-13-7 0,-28-22 0,64 39-1365,0 1-5461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3:47:17.238"/>
    </inkml:context>
    <inkml:brush xml:id="br0">
      <inkml:brushProperty name="width" value="0.025" units="cm"/>
      <inkml:brushProperty name="height" value="0.025" units="cm"/>
    </inkml:brush>
  </inkml:definitions>
  <inkml:trace contextRef="#ctx0" brushRef="#br0">54 0 24575,'-1'1'0,"0"-1"0,0 1 0,0-1 0,0 1 0,0 0 0,0-1 0,0 1 0,0 0 0,0-1 0,0 1 0,0 0 0,0 0 0,0 0 0,0 0 0,1 0 0,-1 0 0,0 0 0,1 0 0,-1 1 0,1-1 0,-1 0 0,1 0 0,0 0 0,-1 1 0,1-1 0,0 0 0,0 2 0,-5 41 0,5-39 0,-14 91 0,9-67 0,0-1 0,0 34 0,5-45 30,1 0 0,0 0 0,5 26 0,-4-38-129,-1 0 0,1 0 0,-1 1 0,2-1 0,-1 0 0,0-1 0,1 1 0,0 0 0,0-1 0,0 1 0,1-1 0,0 0 0,-1 0 0,10 6 0,5 1-6727</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3:48:39.033"/>
    </inkml:context>
    <inkml:brush xml:id="br0">
      <inkml:brushProperty name="width" value="0.025" units="cm"/>
      <inkml:brushProperty name="height" value="0.025" units="cm"/>
    </inkml:brush>
  </inkml:definitions>
  <inkml:trace contextRef="#ctx0" brushRef="#br0">0 0 24575,'1'17'0,"1"-1"0,1 1 0,4 17 0,6 40 0,-11-40 0,1 1 0,9 42 0,-8-60-114,-1 1 1,-1 0-1,0 0 0,-2-1 0,0 1 1,-1 0-1,0 0 0,-2 0 0,0-1 1,-1 1-1,-11 29 0,5-19-6712</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4:14:06.299"/>
    </inkml:context>
    <inkml:brush xml:id="br0">
      <inkml:brushProperty name="width" value="0.1" units="cm"/>
      <inkml:brushProperty name="height" value="0.1" units="cm"/>
      <inkml:brushProperty name="color" value="#FFC114"/>
    </inkml:brush>
  </inkml:definitions>
  <inkml:trace contextRef="#ctx0" brushRef="#br0">77 135 9830,'43'0'857,"0"-2"0,55-11 0,179-29 2305,-232 26-2523,-35 12-504,-1 0 1,1 1-1,1 0 0,-1 0 1,11-1-1,-19 4-95,0 0-1,0 0 1,0 0 0,0 0 0,0 1 0,0-1-1,0 0 1,0 1 0,0-1 0,0 1 0,-1 0 0,1 0-1,0-1 1,0 1 0,0 0 0,-1 1 0,1-1-1,-1 0 1,1 0 0,-1 1 0,1-1 0,-1 1 0,0-1-1,1 1 1,-1 0 0,0-1 0,0 1 0,0 0-1,-1 0 1,2 3 0,7 33 357,5 8 176,-13-43-538,0-1 0,1 0 0,-1 0 1,1 0-1,0 0 0,-1 0 0,1-1 0,0 1 1,0-1-1,0 1 0,1-1 0,-1 1 0,0-1 0,0 0 1,1 0-1,-1 0 0,0-1 0,4 2 0,20 2 343,0-2-1,0 0 0,0-2 1,49-5-1,-5 1 740,-154-16 361,31 16-1069,37 3-134,0 0 0,0-1-1,-22-5 1,33 5-286,0 0-1,0 0 0,-1 0 1,1-1-1,0 0 1,1 0-1,-1 0 1,0 0-1,1-1 1,0 0-1,0 0 1,0 0-1,-5-8 1,2 2 10,-1 0 1,0 1-1,0-1 1,-1 1-1,0 1 1,-13-10 0,15 14 4,1 0 0,-1 1 0,0 0 0,0 0 0,0 0 0,0 1 0,-1 1 0,1-1 0,-1 1 0,1 0 0,-13 0 0,-44 4 41,-117 18 0,129-16-21,0-2 1,-56-4 0,34-1-1,52 2-22</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4:15:13.844"/>
    </inkml:context>
    <inkml:brush xml:id="br0">
      <inkml:brushProperty name="width" value="0.1" units="cm"/>
      <inkml:brushProperty name="height" value="0.1" units="cm"/>
      <inkml:brushProperty name="color" value="#FFC114"/>
    </inkml:brush>
  </inkml:definitions>
  <inkml:trace contextRef="#ctx0" brushRef="#br0">77 135 9830,'43'0'857,"0"-2"0,55-11 0,179-29 2305,-232 26-2523,-35 12-504,-1 0 1,1 1-1,1 0 0,-1 0 1,11-1-1,-19 4-95,0 0-1,0 0 1,0 0 0,0 0 0,0 1 0,0-1-1,0 0 1,0 1 0,0-1 0,0 1 0,-1 0 0,1 0-1,0-1 1,0 1 0,0 0 0,-1 1 0,1-1-1,-1 0 1,1 0 0,-1 1 0,1-1 0,-1 1 0,0-1-1,1 1 1,-1 0 0,0-1 0,0 1 0,0 0-1,-1 0 1,2 3 0,7 33 357,5 8 176,-13-43-538,0-1 0,1 0 0,-1 0 1,1 0-1,0 0 0,-1 0 0,1-1 0,0 1 1,0-1-1,0 1 0,1-1 0,-1 1 0,0-1 0,0 0 1,1 0-1,-1 0 0,0-1 0,4 2 0,20 2 343,0-2-1,0 0 0,0-2 1,49-5-1,-5 1 740,-154-16 361,31 16-1069,37 3-134,0 0 0,0-1-1,-22-5 1,33 5-286,0 0-1,0 0 0,-1 0 1,1-1-1,0 0 1,1 0-1,-1 0 1,0 0-1,1-1 1,0 0-1,0 0 1,0 0-1,-5-8 1,2 2 10,-1 0 1,0 1-1,0-1 1,-1 1-1,0 1 1,-13-10 0,15 14 4,1 0 0,-1 1 0,0 0 0,0 0 0,0 0 0,0 1 0,-1 1 0,1-1 0,-1 1 0,1 0 0,-13 0 0,-44 4 41,-117 18 0,129-16-21,0-2 1,-56-4 0,34-1-1,52 2-22</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4:16:04.887"/>
    </inkml:context>
    <inkml:brush xml:id="br0">
      <inkml:brushProperty name="width" value="0.05" units="cm"/>
      <inkml:brushProperty name="height" value="0.05" units="cm"/>
      <inkml:brushProperty name="color" value="#FFC114"/>
    </inkml:brush>
  </inkml:definitions>
  <inkml:trace contextRef="#ctx0" brushRef="#br0">0 0 24575,'2199'0'-1365,"-2175"0"-5461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4:16:24.456"/>
    </inkml:context>
    <inkml:brush xml:id="br0">
      <inkml:brushProperty name="width" value="0.05" units="cm"/>
      <inkml:brushProperty name="height" value="0.05" units="cm"/>
      <inkml:brushProperty name="color" value="#FFC114"/>
    </inkml:brush>
  </inkml:definitions>
  <inkml:trace contextRef="#ctx0" brushRef="#br0">0 81 24575,'2332'0'0,"-2294"-1"0,56-11 0,-10 0 0,498-16 0,-486 30 0,125-4 0,-136-11 0,-53 7 0,53-2 0,330 7 90,-192 2-1545,-190-1-5371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4:20:53.252"/>
    </inkml:context>
    <inkml:brush xml:id="br0">
      <inkml:brushProperty name="width" value="0.025" units="cm"/>
      <inkml:brushProperty name="height" value="0.025" units="cm"/>
    </inkml:brush>
  </inkml:definitions>
  <inkml:trace contextRef="#ctx0" brushRef="#br0">1 0 24575,'0'7'0,"0"8"0,0 8 0,0 7 0,0 4 0,6 4 0,9 1 0,2-6-8191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4:20:54.551"/>
    </inkml:context>
    <inkml:brush xml:id="br0">
      <inkml:brushProperty name="width" value="0.025" units="cm"/>
      <inkml:brushProperty name="height" value="0.025" units="cm"/>
    </inkml:brush>
  </inkml:definitions>
  <inkml:trace contextRef="#ctx0" brushRef="#br0">1 0 24575,'0'13'0,"0"10"0,0 9 0,0 4 0,0 3 0,6-5 0,3-8-8191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4:20:55.941"/>
    </inkml:context>
    <inkml:brush xml:id="br0">
      <inkml:brushProperty name="width" value="0.025" units="cm"/>
      <inkml:brushProperty name="height" value="0.025" units="cm"/>
    </inkml:brush>
  </inkml:definitions>
  <inkml:trace contextRef="#ctx0" brushRef="#br0">1 0 24575,'0'7'0,"0"8"0,0 8 0,0 7 0,0 4 0,0-3-8191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4:20:57.141"/>
    </inkml:context>
    <inkml:brush xml:id="br0">
      <inkml:brushProperty name="width" value="0.025" units="cm"/>
      <inkml:brushProperty name="height" value="0.025" units="cm"/>
    </inkml:brush>
  </inkml:definitions>
  <inkml:trace contextRef="#ctx0" brushRef="#br0">0 0 24575,'0'6'0,"0"9"0,7 2 0,1 4 0,0 6 0,-1 3 0,-3-2-8191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4:20:58.629"/>
    </inkml:context>
    <inkml:brush xml:id="br0">
      <inkml:brushProperty name="width" value="0.025" units="cm"/>
      <inkml:brushProperty name="height" value="0.025" units="cm"/>
    </inkml:brush>
  </inkml:definitions>
  <inkml:trace contextRef="#ctx0" brushRef="#br0">1 1 24575,'0'6'0,"0"9"0,0 8 0,6 1 0,2-5-8191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4:21:00.109"/>
    </inkml:context>
    <inkml:brush xml:id="br0">
      <inkml:brushProperty name="width" value="0.025" units="cm"/>
      <inkml:brushProperty name="height" value="0.025" units="cm"/>
    </inkml:brush>
  </inkml:definitions>
  <inkml:trace contextRef="#ctx0" brushRef="#br0">0 1 24575,'0'6'0,"0"9"0,0 8 0,0 7 0,0 4 0,0 3 0,0 2 0,0-6-8191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4:21:01.121"/>
    </inkml:context>
    <inkml:brush xml:id="br0">
      <inkml:brushProperty name="width" value="0.025" units="cm"/>
      <inkml:brushProperty name="height" value="0.025" units="cm"/>
    </inkml:brush>
  </inkml:definitions>
  <inkml:trace contextRef="#ctx0" brushRef="#br0">0 1 24575,'0'6'0,"0"9"0,0 8 0,0 7 0,0-2-8191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4:21:03.422"/>
    </inkml:context>
    <inkml:brush xml:id="br0">
      <inkml:brushProperty name="width" value="0.025" units="cm"/>
      <inkml:brushProperty name="height" value="0.025" units="cm"/>
    </inkml:brush>
  </inkml:definitions>
  <inkml:trace contextRef="#ctx0" brushRef="#br0">0 0 24575,'7'0'0,"1"6"0,0 9 0,-1 9 0,-3 5 0,-1-1-8191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4:21:05.538"/>
    </inkml:context>
    <inkml:brush xml:id="br0">
      <inkml:brushProperty name="width" value="0.025" units="cm"/>
      <inkml:brushProperty name="height" value="0.025" units="cm"/>
    </inkml:brush>
  </inkml:definitions>
  <inkml:trace contextRef="#ctx0" brushRef="#br0">1 0 24575,'0'6'0,"0"9"0,0 8 0,0 7 0,0 5 0,0 2 0,0-4-8191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4:21:07.818"/>
    </inkml:context>
    <inkml:brush xml:id="br0">
      <inkml:brushProperty name="width" value="0.025" units="cm"/>
      <inkml:brushProperty name="height" value="0.025" units="cm"/>
    </inkml:brush>
  </inkml:definitions>
  <inkml:trace contextRef="#ctx0" brushRef="#br0">1 0 24575,'0'6'0,"0"9"0,0 8 0,0 1-8191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21:50.985"/>
    </inkml:context>
    <inkml:brush xml:id="br0">
      <inkml:brushProperty name="width" value="0.035" units="cm"/>
      <inkml:brushProperty name="height" value="0.035" units="cm"/>
      <inkml:brushProperty name="color" value="#FFC114"/>
    </inkml:brush>
  </inkml:definitions>
  <inkml:trace contextRef="#ctx0" brushRef="#br0">0 1 24575,'4288'0'0,"-4194"4"0,163 30 0,-153-17 0,114 4 0,629-18 0,-403-6 0,-170 3-1365,-141 0-5461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21:53.340"/>
    </inkml:context>
    <inkml:brush xml:id="br0">
      <inkml:brushProperty name="width" value="0.035" units="cm"/>
      <inkml:brushProperty name="height" value="0.035" units="cm"/>
      <inkml:brushProperty name="color" value="#FFC114"/>
    </inkml:brush>
  </inkml:definitions>
  <inkml:trace contextRef="#ctx0" brushRef="#br0">0 0 21389,'3791'0'0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15:25:15.744"/>
    </inkml:context>
    <inkml:brush xml:id="br0">
      <inkml:brushProperty name="width" value="0.2" units="cm"/>
      <inkml:brushProperty name="height" value="0.4" units="cm"/>
      <inkml:brushProperty name="color" value="#F3B12D"/>
      <inkml:brushProperty name="tip" value="rectangle"/>
      <inkml:brushProperty name="rasterOp" value="maskPen"/>
      <inkml:brushProperty name="ignorePressure" value="1"/>
    </inkml:brush>
  </inkml:definitions>
  <inkml:trace contextRef="#ctx0" brushRef="#br0">0 555,'0'-1,"1"1,-1-1,0 0,0 0,0 1,1-1,-1 0,1 1,-1-1,0 0,1 1,-1-1,1 0,-1 1,1-1,0 1,-1-1,1 1,-1-1,1 1,0-1,-1 1,1 0,0-1,0 1,0 0,25-6,-17 4,59-18,0-3,78-39,-98 41,34-12,-44 20,43-23,10-14,45-23,-109 60,261-115,-150 83,-116 38,-5-1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15:25:18.919"/>
    </inkml:context>
    <inkml:brush xml:id="br0">
      <inkml:brushProperty name="width" value="0.2" units="cm"/>
      <inkml:brushProperty name="height" value="0.4" units="cm"/>
      <inkml:brushProperty name="color" value="#F3B12D"/>
      <inkml:brushProperty name="tip" value="rectangle"/>
      <inkml:brushProperty name="rasterOp" value="maskPen"/>
      <inkml:brushProperty name="ignorePressure" value="1"/>
    </inkml:brush>
  </inkml:definitions>
  <inkml:trace contextRef="#ctx0" brushRef="#br0">1 216,'6'-7,"9"-1,9-7,6 0,-2-4,-6-6,0 2,3 5,3 5,-3-1,1 1,2 3,3-3,9 1,-2 2</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41:32.889"/>
    </inkml:context>
    <inkml:brush xml:id="br0">
      <inkml:brushProperty name="width" value="0.025" units="cm"/>
      <inkml:brushProperty name="height" value="0.025" units="cm"/>
    </inkml:brush>
  </inkml:definitions>
  <inkml:trace contextRef="#ctx0" brushRef="#br0">1 0 24575,'0'5'0,"0"4"0,0 7 0,0 4 0,0 2 0,4 3 0,6 1 0,1-4-8191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41:32.890"/>
    </inkml:context>
    <inkml:brush xml:id="br0">
      <inkml:brushProperty name="width" value="0.025" units="cm"/>
      <inkml:brushProperty name="height" value="0.025" units="cm"/>
    </inkml:brush>
  </inkml:definitions>
  <inkml:trace contextRef="#ctx0" brushRef="#br0">1 0 24575,'0'9'0,"0"6"0,0 6 0,0 3 0,0 2 0,4-4 0,2-5-8191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41:32.891"/>
    </inkml:context>
    <inkml:brush xml:id="br0">
      <inkml:brushProperty name="width" value="0.025" units="cm"/>
      <inkml:brushProperty name="height" value="0.025" units="cm"/>
    </inkml:brush>
  </inkml:definitions>
  <inkml:trace contextRef="#ctx0" brushRef="#br0">1 0 24575,'0'4'0,"0"6"0,0 6 0,0 4 0,0 2 0,0-1-8191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41:32.892"/>
    </inkml:context>
    <inkml:brush xml:id="br0">
      <inkml:brushProperty name="width" value="0.025" units="cm"/>
      <inkml:brushProperty name="height" value="0.025" units="cm"/>
    </inkml:brush>
  </inkml:definitions>
  <inkml:trace contextRef="#ctx0" brushRef="#br0">0 0 24575,'0'4'0,"0"6"0,4 1 0,2 3 0,-1 4 0,0 2 0,-2-2-8191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41:32.893"/>
    </inkml:context>
    <inkml:brush xml:id="br0">
      <inkml:brushProperty name="width" value="0.025" units="cm"/>
      <inkml:brushProperty name="height" value="0.025" units="cm"/>
    </inkml:brush>
  </inkml:definitions>
  <inkml:trace contextRef="#ctx0" brushRef="#br0">0 1 24575,'0'4'0,"0"6"0,0 5 0,5 0 0,0-2-8191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41:32.894"/>
    </inkml:context>
    <inkml:brush xml:id="br0">
      <inkml:brushProperty name="width" value="0.025" units="cm"/>
      <inkml:brushProperty name="height" value="0.025" units="cm"/>
    </inkml:brush>
  </inkml:definitions>
  <inkml:trace contextRef="#ctx0" brushRef="#br0">0 1 24575,'0'4'0,"0"6"0,0 5 0,0 4 0,0 4 0,0 2 0,0 1 0,0-5-8191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41:32.895"/>
    </inkml:context>
    <inkml:brush xml:id="br0">
      <inkml:brushProperty name="width" value="0.025" units="cm"/>
      <inkml:brushProperty name="height" value="0.025" units="cm"/>
    </inkml:brush>
  </inkml:definitions>
  <inkml:trace contextRef="#ctx0" brushRef="#br0">0 1 24575,'0'4'0,"0"6"0,0 5 0,0 4 0,0 0-8191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41:32.896"/>
    </inkml:context>
    <inkml:brush xml:id="br0">
      <inkml:brushProperty name="width" value="0.025" units="cm"/>
      <inkml:brushProperty name="height" value="0.025" units="cm"/>
    </inkml:brush>
  </inkml:definitions>
  <inkml:trace contextRef="#ctx0" brushRef="#br0">0 0 24575,'4'0'0,"2"4"0,-1 6 0,0 5 0,-2 5 0,-1-1-8191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41:32.897"/>
    </inkml:context>
    <inkml:brush xml:id="br0">
      <inkml:brushProperty name="width" value="0.025" units="cm"/>
      <inkml:brushProperty name="height" value="0.025" units="cm"/>
    </inkml:brush>
  </inkml:definitions>
  <inkml:trace contextRef="#ctx0" brushRef="#br0">0 0 24575,'0'4'0,"0"6"0,0 5 0,0 5 0,0 3 0,0 2 0,0-4-8191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41:32.898"/>
    </inkml:context>
    <inkml:brush xml:id="br0">
      <inkml:brushProperty name="width" value="0.025" units="cm"/>
      <inkml:brushProperty name="height" value="0.025" units="cm"/>
    </inkml:brush>
  </inkml:definitions>
  <inkml:trace contextRef="#ctx0" brushRef="#br0">0 0 24575,'0'4'0,"0"6"0,0 5 0,0 1-8191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46:54.822"/>
    </inkml:context>
    <inkml:brush xml:id="br0">
      <inkml:brushProperty name="width" value="0.035" units="cm"/>
      <inkml:brushProperty name="height" value="0.035" units="cm"/>
      <inkml:brushProperty name="color" value="#FFC114"/>
    </inkml:brush>
  </inkml:definitions>
  <inkml:trace contextRef="#ctx0" brushRef="#br0">0 0 24575,'1173'0'0,"-1156"1"0,-1 1 0,0 0 0,21 7 0,41 4 0,487-10 0,-292-6 0,-107 1 0,224 9 0,-257 17 0,-95-16 0,1-1 0,71 4 0,605-13 0,-695 3-341,-1 1 0,0 0-1,31 9 1,-31-6-6485</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46:56.312"/>
    </inkml:context>
    <inkml:brush xml:id="br0">
      <inkml:brushProperty name="width" value="0.035" units="cm"/>
      <inkml:brushProperty name="height" value="0.035" units="cm"/>
      <inkml:brushProperty name="color" value="#FFC114"/>
    </inkml:brush>
  </inkml:definitions>
  <inkml:trace contextRef="#ctx0" brushRef="#br0">0 0 24575,'649'14'0,"-18"-1"0,886-14-1365,-1486 1-5461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15:48:02.198"/>
    </inkml:context>
    <inkml:brush xml:id="br0">
      <inkml:brushProperty name="width" value="0.2" units="cm"/>
      <inkml:brushProperty name="height" value="0.4" units="cm"/>
      <inkml:brushProperty name="color" value="#F3B12D"/>
      <inkml:brushProperty name="tip" value="rectangle"/>
      <inkml:brushProperty name="rasterOp" value="maskPen"/>
      <inkml:brushProperty name="ignorePressure" value="1"/>
    </inkml:brush>
  </inkml:definitions>
  <inkml:trace contextRef="#ctx0" brushRef="#br0">448 867,'-1'-1,"0"1,0 0,0-1,0 1,0-1,0 1,0-1,0 1,-1-2,-3-2,-12-6,5 2,-1 1,0 0,-18-6,26 11,1 0,-1 0,0 0,0 0,1-1,0 0,-1 0,1 0,0 0,1-1,-1 0,-6-7,4 4,-1-3,-1 0,-1 1,1 0,-11-8,9 10,1-1,0-1,0 0,1 0,0-1,0 0,1 0,-7-15,-32-60,41 73,0 1,0-2,1 1,-5-23,1 1,5 19,-3-24,1 4,-6-25,11 59,-18-61,16 54,0 0,0 0,1 0,0-1,0-14,0-2,-4-6,4 22,-1 0,0-9,2-14,0 25</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15:48:02.199"/>
    </inkml:context>
    <inkml:brush xml:id="br0">
      <inkml:brushProperty name="width" value="0.2" units="cm"/>
      <inkml:brushProperty name="height" value="0.4" units="cm"/>
      <inkml:brushProperty name="color" value="#F3B12D"/>
      <inkml:brushProperty name="tip" value="rectangle"/>
      <inkml:brushProperty name="rasterOp" value="maskPen"/>
      <inkml:brushProperty name="ignorePressure" value="1"/>
    </inkml:brush>
  </inkml:definitions>
  <inkml:trace contextRef="#ctx0" brushRef="#br0">45 0,'-1'21,"-1"-1,-1 1,-9 34,6-31,-12 59,16-61,1-12</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48:02.193"/>
    </inkml:context>
    <inkml:brush xml:id="br0">
      <inkml:brushProperty name="width" value="0.05" units="cm"/>
      <inkml:brushProperty name="height" value="0.05" units="cm"/>
      <inkml:brushProperty name="color" value="#FFC114"/>
    </inkml:brush>
  </inkml:definitions>
  <inkml:trace contextRef="#ctx0" brushRef="#br0">0 0 24575,'4'0'0,"3"0"0,4 0 0,3 0 0,3 0 0,1 0 0,1 0 0,0 0 0,0 0 0,0 0 0,-3 0-8191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48:02.194"/>
    </inkml:context>
    <inkml:brush xml:id="br0">
      <inkml:brushProperty name="width" value="0.05" units="cm"/>
      <inkml:brushProperty name="height" value="0.05" units="cm"/>
      <inkml:brushProperty name="color" value="#FFC114"/>
    </inkml:brush>
  </inkml:definitions>
  <inkml:trace contextRef="#ctx0" brushRef="#br0">1 0 24575,'3'0'0,"4"0"0,4 0 0,3 0 0,3 0 0,1 0 0,1 0 0,0 0 0,0 0 0,-3 0-8191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48:02.195"/>
    </inkml:context>
    <inkml:brush xml:id="br0">
      <inkml:brushProperty name="width" value="0.05" units="cm"/>
      <inkml:brushProperty name="height" value="0.05" units="cm"/>
      <inkml:brushProperty name="color" value="#FFC114"/>
    </inkml:brush>
  </inkml:definitions>
  <inkml:trace contextRef="#ctx0" brushRef="#br0">1 1 24575,'0'3'0,"0"4"0,0 4 0,0 4 0,0 2 0,0 1 0,0 0 0,0 1 0,0 1 0,0-2 0,0-2-8191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48:02.196"/>
    </inkml:context>
    <inkml:brush xml:id="br0">
      <inkml:brushProperty name="width" value="0.05" units="cm"/>
      <inkml:brushProperty name="height" value="0.05" units="cm"/>
      <inkml:brushProperty name="color" value="#FFC114"/>
    </inkml:brush>
  </inkml:definitions>
  <inkml:trace contextRef="#ctx0" brushRef="#br0">0 86 24575,'6'-3'0,"6"-5"0,6-6 0,3-1 0,2 1 0,-3 1 0,-3 2 0,-3 4-8191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48:02.197"/>
    </inkml:context>
    <inkml:brush xml:id="br0">
      <inkml:brushProperty name="width" value="0.05" units="cm"/>
      <inkml:brushProperty name="height" value="0.05" units="cm"/>
      <inkml:brushProperty name="color" value="#FFC114"/>
    </inkml:brush>
  </inkml:definitions>
  <inkml:trace contextRef="#ctx0" brushRef="#br0">1 0 24575,'3'3'0,"1"4"0,3 2 0,3 1 0,4-1 0,-1 2 0,0-2 0,1 2 0,2-2 0,-3 1 0,1-2 0,-3-1-8191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50:36.414"/>
    </inkml:context>
    <inkml:brush xml:id="br0">
      <inkml:brushProperty name="width" value="0.1" units="cm"/>
      <inkml:brushProperty name="height" value="0.1" units="cm"/>
      <inkml:brushProperty name="color" value="#FFC114"/>
    </inkml:brush>
  </inkml:definitions>
  <inkml:trace contextRef="#ctx0" brushRef="#br0">77 135 9830,'43'0'857,"0"-2"0,55-11 0,179-29 2305,-232 26-2523,-35 12-504,-1 0 1,1 1-1,1 0 0,-1 0 1,11-1-1,-19 4-95,0 0-1,0 0 1,0 0 0,0 0 0,0 1 0,0-1-1,0 0 1,0 1 0,0-1 0,0 1 0,-1 0 0,1 0-1,0-1 1,0 1 0,0 0 0,-1 1 0,1-1-1,-1 0 1,1 0 0,-1 1 0,1-1 0,-1 1 0,0-1-1,1 1 1,-1 0 0,0-1 0,0 1 0,0 0-1,-1 0 1,2 3 0,7 33 357,5 8 176,-13-43-538,0-1 0,1 0 0,-1 0 1,1 0-1,0 0 0,-1 0 0,1-1 0,0 1 1,0-1-1,0 1 0,1-1 0,-1 1 0,0-1 0,0 0 1,1 0-1,-1 0 0,0-1 0,4 2 0,20 2 343,0-2-1,0 0 0,0-2 1,49-5-1,-5 1 740,-154-16 361,31 16-1069,37 3-134,0 0 0,0-1-1,-22-5 1,33 5-286,0 0-1,0 0 0,-1 0 1,1-1-1,0 0 1,1 0-1,-1 0 1,0 0-1,1-1 1,0 0-1,0 0 1,0 0-1,-5-8 1,2 2 10,-1 0 1,0 1-1,0-1 1,-1 1-1,0 1 1,-13-10 0,15 14 4,1 0 0,-1 1 0,0 0 0,0 0 0,0 0 0,0 1 0,-1 1 0,1-1 0,-1 1 0,1 0 0,-13 0 0,-44 4 41,-117 18 0,129-16-21,0-2 1,-56-4 0,34-1-1,52 2-22</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51:01.656"/>
    </inkml:context>
    <inkml:brush xml:id="br0">
      <inkml:brushProperty name="width" value="0.05" units="cm"/>
      <inkml:brushProperty name="height" value="0.05" units="cm"/>
      <inkml:brushProperty name="color" value="#FFC114"/>
    </inkml:brush>
  </inkml:definitions>
  <inkml:trace contextRef="#ctx0" brushRef="#br0">0 0 24575,'2199'0'-1365,"-2175"0"-5461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54:32.656"/>
    </inkml:context>
    <inkml:brush xml:id="br0">
      <inkml:brushProperty name="width" value="0.1" units="cm"/>
      <inkml:brushProperty name="height" value="0.1" units="cm"/>
      <inkml:brushProperty name="color" value="#FFC114"/>
    </inkml:brush>
  </inkml:definitions>
  <inkml:trace contextRef="#ctx0" brushRef="#br0">21 0 9830,'1'12'587,"0"-1"0,5 20 1,-4-19-265,0 0 0,1 14 0,-3-15-136,-1 114 2102,-1-116-2048,0-1 0,-1 1 0,0 0 0,0-1 0,-1 0 0,-9 14 0,8-14-195</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54:32.657"/>
    </inkml:context>
    <inkml:brush xml:id="br0">
      <inkml:brushProperty name="width" value="0.1" units="cm"/>
      <inkml:brushProperty name="height" value="0.1" units="cm"/>
      <inkml:brushProperty name="color" value="#FFC114"/>
    </inkml:brush>
  </inkml:definitions>
  <inkml:trace contextRef="#ctx0" brushRef="#br0">45 0 9830,'1'48'1478,"-2"54"340,-1-92-1567,0-1 0,-1 1-1,0-1 1,-1 0 0,1 0 0,-2 0 0,-9 15 0,5-11-186</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54:32.658"/>
    </inkml:context>
    <inkml:brush xml:id="br0">
      <inkml:brushProperty name="width" value="0.1" units="cm"/>
      <inkml:brushProperty name="height" value="0.1" units="cm"/>
      <inkml:brushProperty name="color" value="#FFC114"/>
    </inkml:brush>
  </inkml:definitions>
  <inkml:trace contextRef="#ctx0" brushRef="#br0">203 0 9830,'-2'1'144,"-1"0"0,1 0 0,-1 0 0,1 0 0,0 0 0,0 1 0,-1-1 0,1 1 0,0 0-1,0-1 1,-2 4 0,-4 3 144,-14 7 562,-44 24-1,25-16 144,39-21-924,-1 0 0,1 0 0,0 0-1,-1 0 1,1 1 0,0-1 0,0 1 0,1-1 0,-1 1 0,0 0-1,1-1 1,0 1 0,-1 0 0,1 0 0,0 0 0,1 0-1,-1 0 1,0 0 0,1 5 0,-1 7 352,0 1 1,4 28-1,-1-10 234,-1 12 205,-2 86 1556,-5-108-1915,3-14-456</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54:32.659"/>
    </inkml:context>
    <inkml:brush xml:id="br0">
      <inkml:brushProperty name="width" value="0.1" units="cm"/>
      <inkml:brushProperty name="height" value="0.1" units="cm"/>
      <inkml:brushProperty name="color" value="#FFC114"/>
    </inkml:brush>
  </inkml:definitions>
  <inkml:trace contextRef="#ctx0" brushRef="#br0">0 0 9830,'3'5'611,"0"5"-338,0 2 0,0 2 0,-1 2 0,-1-3-273</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54:32.655"/>
    </inkml:context>
    <inkml:brush xml:id="br0">
      <inkml:brushProperty name="width" value="0.1" units="cm"/>
      <inkml:brushProperty name="height" value="0.1" units="cm"/>
      <inkml:brushProperty name="color" value="#FFC114"/>
    </inkml:brush>
  </inkml:definitions>
  <inkml:trace contextRef="#ctx0" brushRef="#br0">141 2 9830,'8'1'252,"1"0"0,-1 0-1,1 0 1,-1 1 0,0 0-1,0 1 1,0 0 0,0 0 0,0 1-1,0 0 1,-1 0 0,0 0 0,0 1-1,12 11 1,-19-16-243,0 0 0,0 0 1,0 0-1,0 0 0,0 0 0,0 0 0,0 0 0,1 0 1,-1 0-1,0 0 0,0 0 0,0 0 0,0 0 0,0 0 1,0 1-1,0-1 0,0 0 0,0 0 0,0 0 0,0 0 1,0 0-1,0 0 0,0 0 0,0 0 0,0 0 0,0 0 1,0 0-1,0 1 0,0-1 0,0 0 0,0 0 0,0 0 1,0 0-1,0 0 0,0 0 0,0 0 0,0 0 1,0 0-1,0 0 0,0 1 0,0-1 0,0 0 0,0 0 1,0 0-1,0 0 0,0 0 0,0 0 0,0 0 0,0 0 1,0 0-1,0 0 0,0 0 0,0 0 0,0 1 0,-1-1 1,-6-1 333,-12-3 93,17 4-364,-44-15 1063,32 9-672,-1 2-1,-24-6 0,-4 2 343,28 5-255,0 0-1,-1 1 1,-24 0 0,54 1 69,47 0 753,-55 2-1249,-1-1 0,1 1 0,0 0 0,-1 0 0,1 1 0,-1-1 0,0 1 0,8 4 0,-12-5-74,1 0 0,0 0 0,-1 1 0,1-1 0,0 1 0,-1-1 0,0 1 0,1-1 0,-1 1 0,0 0 0,0 0 0,0-1 0,0 1 0,0 0 0,0 0 0,0 4 0,1 0 219,-1 1 0,-1 0 0,1 12-1,0 3 283,-1-22-553,0 1-1,0-1 0,1 0 0,-1 0 1,0 0-1,1 0 0,-1 1 0,0-1 1,0 0-1,1 0 0,-1 0 0,0 0 1,1 0-1,-1 0 0,0 0 0,1 0 1,-1 0-1,0 0 0,1 0 0,-1 0 1,0 0-1,1 0 0,-1-1 0,0 1 1,1 0-1,-1 0 0,0 0 0,1-1 1,17-5 18,-5 1-13,-1 3-1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55:23.516"/>
    </inkml:context>
    <inkml:brush xml:id="br0">
      <inkml:brushProperty name="width" value="0.035" units="cm"/>
      <inkml:brushProperty name="height" value="0.035" units="cm"/>
      <inkml:brushProperty name="color" value="#FFC114"/>
    </inkml:brush>
  </inkml:definitions>
  <inkml:trace contextRef="#ctx0" brushRef="#br0">0 0 24575,'3867'0'-1365,"-3842"0"-5461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5:55:24.989"/>
    </inkml:context>
    <inkml:brush xml:id="br0">
      <inkml:brushProperty name="width" value="0.035" units="cm"/>
      <inkml:brushProperty name="height" value="0.035" units="cm"/>
      <inkml:brushProperty name="color" value="#FFC114"/>
    </inkml:brush>
  </inkml:definitions>
  <inkml:trace contextRef="#ctx0" brushRef="#br0">0 0 24575,'3758'0'-1365,"-3704"0"-5461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16:00:23.667"/>
    </inkml:context>
    <inkml:brush xml:id="br0">
      <inkml:brushProperty name="width" value="0.2" units="cm"/>
      <inkml:brushProperty name="height" value="0.4" units="cm"/>
      <inkml:brushProperty name="color" value="#F3B12D"/>
      <inkml:brushProperty name="tip" value="rectangle"/>
      <inkml:brushProperty name="rasterOp" value="maskPen"/>
      <inkml:brushProperty name="ignorePressure" value="1"/>
    </inkml:brush>
  </inkml:definitions>
  <inkml:trace contextRef="#ctx0" brushRef="#br0">448 867,'-1'-1,"0"1,0 0,0-1,0 1,0-1,0 1,0-1,0 1,-1-2,-3-2,-12-6,5 2,-1 1,0 0,-18-6,26 11,1 0,-1 0,0 0,0 0,1-1,0 0,-1 0,1 0,0 0,1-1,-1 0,-6-7,4 4,-1-3,-1 0,-1 1,1 0,-11-8,9 10,1-1,0-1,0 0,1 0,0-1,0 0,1 0,-7-15,-32-60,41 73,0 1,0-2,1 1,-5-23,1 1,5 19,-3-24,1 4,-6-25,11 59,-18-61,16 54,0 0,0 0,1 0,0-1,0-14,0-2,-4-6,4 22,-1 0,0-9,2-14,0 25</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16:00:23.668"/>
    </inkml:context>
    <inkml:brush xml:id="br0">
      <inkml:brushProperty name="width" value="0.2" units="cm"/>
      <inkml:brushProperty name="height" value="0.4" units="cm"/>
      <inkml:brushProperty name="color" value="#F3B12D"/>
      <inkml:brushProperty name="tip" value="rectangle"/>
      <inkml:brushProperty name="rasterOp" value="maskPen"/>
      <inkml:brushProperty name="ignorePressure" value="1"/>
    </inkml:brush>
  </inkml:definitions>
  <inkml:trace contextRef="#ctx0" brushRef="#br0">45 0,'-1'21,"-1"-1,-1 1,-9 34,6-31,-12 59,16-61,1-12</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6:00:23.662"/>
    </inkml:context>
    <inkml:brush xml:id="br0">
      <inkml:brushProperty name="width" value="0.05" units="cm"/>
      <inkml:brushProperty name="height" value="0.05" units="cm"/>
      <inkml:brushProperty name="color" value="#FFC114"/>
    </inkml:brush>
  </inkml:definitions>
  <inkml:trace contextRef="#ctx0" brushRef="#br0">0 0 24575,'4'0'0,"3"0"0,4 0 0,3 0 0,3 0 0,1 0 0,1 0 0,0 0 0,0 0 0,0 0 0,-3 0-8191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6:00:23.663"/>
    </inkml:context>
    <inkml:brush xml:id="br0">
      <inkml:brushProperty name="width" value="0.05" units="cm"/>
      <inkml:brushProperty name="height" value="0.05" units="cm"/>
      <inkml:brushProperty name="color" value="#FFC114"/>
    </inkml:brush>
  </inkml:definitions>
  <inkml:trace contextRef="#ctx0" brushRef="#br0">1 0 24575,'3'0'0,"4"0"0,4 0 0,3 0 0,3 0 0,1 0 0,1 0 0,0 0 0,0 0 0,-3 0-8191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6:00:23.664"/>
    </inkml:context>
    <inkml:brush xml:id="br0">
      <inkml:brushProperty name="width" value="0.05" units="cm"/>
      <inkml:brushProperty name="height" value="0.05" units="cm"/>
      <inkml:brushProperty name="color" value="#FFC114"/>
    </inkml:brush>
  </inkml:definitions>
  <inkml:trace contextRef="#ctx0" brushRef="#br0">1 1 24575,'0'3'0,"0"4"0,0 4 0,0 4 0,0 2 0,0 1 0,0 0 0,0 1 0,0 1 0,0-2 0,0-2-8191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6:00:23.665"/>
    </inkml:context>
    <inkml:brush xml:id="br0">
      <inkml:brushProperty name="width" value="0.05" units="cm"/>
      <inkml:brushProperty name="height" value="0.05" units="cm"/>
      <inkml:brushProperty name="color" value="#FFC114"/>
    </inkml:brush>
  </inkml:definitions>
  <inkml:trace contextRef="#ctx0" brushRef="#br0">0 86 24575,'6'-3'0,"6"-5"0,6-6 0,3-1 0,2 1 0,-3 1 0,-3 2 0,-3 4-8191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6:00:23.666"/>
    </inkml:context>
    <inkml:brush xml:id="br0">
      <inkml:brushProperty name="width" value="0.05" units="cm"/>
      <inkml:brushProperty name="height" value="0.05" units="cm"/>
      <inkml:brushProperty name="color" value="#FFC114"/>
    </inkml:brush>
  </inkml:definitions>
  <inkml:trace contextRef="#ctx0" brushRef="#br0">1 0 24575,'3'3'0,"1"4"0,3 2 0,3 1 0,4-1 0,-1 2 0,0-2 0,1 2 0,2-2 0,-3 1 0,1-2 0,-3-1-8191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6:02:26.768"/>
    </inkml:context>
    <inkml:brush xml:id="br0">
      <inkml:brushProperty name="width" value="0.1" units="cm"/>
      <inkml:brushProperty name="height" value="0.1" units="cm"/>
      <inkml:brushProperty name="color" value="#FFC114"/>
    </inkml:brush>
  </inkml:definitions>
  <inkml:trace contextRef="#ctx0" brushRef="#br0">21 0 9830,'1'12'587,"0"-1"0,5 20 1,-4-19-265,0 0 0,1 14 0,-3-15-136,-1 114 2102,-1-116-2048,0-1 0,-1 1 0,0 0 0,0-1 0,-1 0 0,-9 14 0,8-14-195</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6:02:26.769"/>
    </inkml:context>
    <inkml:brush xml:id="br0">
      <inkml:brushProperty name="width" value="0.1" units="cm"/>
      <inkml:brushProperty name="height" value="0.1" units="cm"/>
      <inkml:brushProperty name="color" value="#FFC114"/>
    </inkml:brush>
  </inkml:definitions>
  <inkml:trace contextRef="#ctx0" brushRef="#br0">45 0 9830,'1'48'1478,"-2"54"340,-1-92-1567,0-1 0,-1 1-1,0-1 1,-1 0 0,1 0 0,-2 0 0,-9 15 0,5-11-186</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6:02:26.770"/>
    </inkml:context>
    <inkml:brush xml:id="br0">
      <inkml:brushProperty name="width" value="0.1" units="cm"/>
      <inkml:brushProperty name="height" value="0.1" units="cm"/>
      <inkml:brushProperty name="color" value="#FFC114"/>
    </inkml:brush>
  </inkml:definitions>
  <inkml:trace contextRef="#ctx0" brushRef="#br0">203 0 9830,'-2'1'144,"-1"0"0,1 0 0,-1 0 0,1 0 0,0 0 0,0 1 0,-1-1 0,1 1 0,0 0-1,0-1 1,-2 4 0,-4 3 144,-14 7 562,-44 24-1,25-16 144,39-21-924,-1 0 0,1 0 0,0 0-1,-1 0 1,1 1 0,0-1 0,0 1 0,1-1 0,-1 1 0,0 0-1,1-1 1,0 1 0,-1 0 0,1 0 0,0 0 0,1 0-1,-1 0 1,0 0 0,1 5 0,-1 7 352,0 1 1,4 28-1,-1-10 234,-1 12 205,-2 86 1556,-5-108-1915,3-14-456</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6:02:26.771"/>
    </inkml:context>
    <inkml:brush xml:id="br0">
      <inkml:brushProperty name="width" value="0.1" units="cm"/>
      <inkml:brushProperty name="height" value="0.1" units="cm"/>
      <inkml:brushProperty name="color" value="#FFC114"/>
    </inkml:brush>
  </inkml:definitions>
  <inkml:trace contextRef="#ctx0" brushRef="#br0">0 0 9830,'3'5'611,"0"5"-338,0 2 0,0 2 0,-1 2 0,-1-3-273</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6:02:26.767"/>
    </inkml:context>
    <inkml:brush xml:id="br0">
      <inkml:brushProperty name="width" value="0.1" units="cm"/>
      <inkml:brushProperty name="height" value="0.1" units="cm"/>
      <inkml:brushProperty name="color" value="#FFC114"/>
    </inkml:brush>
  </inkml:definitions>
  <inkml:trace contextRef="#ctx0" brushRef="#br0">141 2 9830,'8'1'252,"1"0"0,-1 0-1,1 0 1,-1 1 0,0 0-1,0 1 1,0 0 0,0 0 0,0 1-1,0 0 1,-1 0 0,0 0 0,0 1-1,12 11 1,-19-16-243,0 0 0,0 0 1,0 0-1,0 0 0,0 0 0,0 0 0,0 0 0,1 0 1,-1 0-1,0 0 0,0 0 0,0 0 0,0 0 0,0 0 1,0 1-1,0-1 0,0 0 0,0 0 0,0 0 0,0 0 1,0 0-1,0 0 0,0 0 0,0 0 0,0 0 0,0 0 1,0 0-1,0 1 0,0-1 0,0 0 0,0 0 0,0 0 1,0 0-1,0 0 0,0 0 0,0 0 0,0 0 1,0 0-1,0 0 0,0 1 0,0-1 0,0 0 0,0 0 1,0 0-1,0 0 0,0 0 0,0 0 0,0 0 0,0 0 1,0 0-1,0 0 0,0 0 0,0 0 0,0 1 0,-1-1 1,-6-1 333,-12-3 93,17 4-364,-44-15 1063,32 9-672,-1 2-1,-24-6 0,-4 2 343,28 5-255,0 0-1,-1 1 1,-24 0 0,54 1 69,47 0 753,-55 2-1249,-1-1 0,1 1 0,0 0 0,-1 0 0,1 1 0,-1-1 0,0 1 0,8 4 0,-12-5-74,1 0 0,0 0 0,-1 1 0,1-1 0,0 1 0,-1-1 0,0 1 0,1-1 0,-1 1 0,0 0 0,0 0 0,0-1 0,0 1 0,0 0 0,0 0 0,0 4 0,1 0 219,-1 1 0,-1 0 0,1 12-1,0 3 283,-1-22-553,0 1-1,0-1 0,1 0 0,-1 0 1,0 0-1,1 0 0,-1 1 0,0-1 1,0 0-1,1 0 0,-1 0 0,0 0 1,1 0-1,-1 0 0,0 0 0,1 0 1,-1 0-1,0 0 0,1 0 0,-1 0 1,0 0-1,1 0 0,-1-1 0,0 1 1,1 0-1,-1 0 0,0 0 0,1-1 1,17-5 18,-5 1-13,-1 3-1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8T16:10:36.061"/>
    </inkml:context>
    <inkml:brush xml:id="br0">
      <inkml:brushProperty name="width" value="0.2" units="cm"/>
      <inkml:brushProperty name="height" value="0.4" units="cm"/>
      <inkml:brushProperty name="color" value="#F3B12D"/>
      <inkml:brushProperty name="tip" value="rectangle"/>
      <inkml:brushProperty name="rasterOp" value="maskPen"/>
      <inkml:brushProperty name="ignorePressure" value="1"/>
    </inkml:brush>
  </inkml:definitions>
  <inkml:trace contextRef="#ctx0" brushRef="#br0">0 0 0,'3123'0'0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16:10:36.062"/>
    </inkml:context>
    <inkml:brush xml:id="br0">
      <inkml:brushProperty name="width" value="0.2" units="cm"/>
      <inkml:brushProperty name="height" value="0.4" units="cm"/>
      <inkml:brushProperty name="color" value="#F3B12D"/>
      <inkml:brushProperty name="tip" value="rectangle"/>
      <inkml:brushProperty name="rasterOp" value="maskPen"/>
      <inkml:brushProperty name="ignorePressure" value="1"/>
    </inkml:brush>
  </inkml:definitions>
  <inkml:trace contextRef="#ctx0" brushRef="#br0">0 0,'2505'0,"-2463"0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16:10:36.063"/>
    </inkml:context>
    <inkml:brush xml:id="br0">
      <inkml:brushProperty name="width" value="0.2" units="cm"/>
      <inkml:brushProperty name="height" value="0.4" units="cm"/>
      <inkml:brushProperty name="color" value="#F3B12D"/>
      <inkml:brushProperty name="tip" value="rectangle"/>
      <inkml:brushProperty name="rasterOp" value="maskPen"/>
      <inkml:brushProperty name="ignorePressure" value="1"/>
    </inkml:brush>
  </inkml:definitions>
  <inkml:trace contextRef="#ctx0" brushRef="#br0">0 0,'834'0,"-806"0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8T16:10:36.064"/>
    </inkml:context>
    <inkml:brush xml:id="br0">
      <inkml:brushProperty name="width" value="0.2" units="cm"/>
      <inkml:brushProperty name="height" value="0.4" units="cm"/>
      <inkml:brushProperty name="color" value="#F3B12D"/>
      <inkml:brushProperty name="tip" value="rectangle"/>
      <inkml:brushProperty name="rasterOp" value="maskPen"/>
      <inkml:brushProperty name="ignorePressure" value="1"/>
    </inkml:brush>
  </inkml:definitions>
  <inkml:trace contextRef="#ctx0" brushRef="#br0">0 81,'5'0,"6"0,9-4,7-2,34-4,30-1,12 2,-1-2,-11 1,-15 2,-16 2,-14 3,-10 1,-12 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0120" y="1571308"/>
            <a:ext cx="10881360" cy="3342640"/>
          </a:xfrm>
        </p:spPr>
        <p:txBody>
          <a:bodyPr anchor="b"/>
          <a:lstStyle>
            <a:lvl1pPr algn="ctr">
              <a:defRPr sz="8400"/>
            </a:lvl1pPr>
          </a:lstStyle>
          <a:p>
            <a:r>
              <a:rPr lang="en-US"/>
              <a:t>Click to edit Master title style</a:t>
            </a:r>
            <a:endParaRPr lang="en-US" dirty="0"/>
          </a:p>
        </p:txBody>
      </p:sp>
      <p:sp>
        <p:nvSpPr>
          <p:cNvPr id="3" name="Subtitle 2"/>
          <p:cNvSpPr>
            <a:spLocks noGrp="1"/>
          </p:cNvSpPr>
          <p:nvPr>
            <p:ph type="subTitle" idx="1"/>
          </p:nvPr>
        </p:nvSpPr>
        <p:spPr>
          <a:xfrm>
            <a:off x="1600200" y="5042853"/>
            <a:ext cx="9601200" cy="2318067"/>
          </a:xfrm>
        </p:spPr>
        <p:txBody>
          <a:bodyPr/>
          <a:lstStyle>
            <a:lvl1pPr marL="0" indent="0" algn="ctr">
              <a:buNone/>
              <a:defRPr sz="3360"/>
            </a:lvl1pPr>
            <a:lvl2pPr marL="640080" indent="0" algn="ctr">
              <a:buNone/>
              <a:defRPr sz="2800"/>
            </a:lvl2pPr>
            <a:lvl3pPr marL="1280160" indent="0" algn="ctr">
              <a:buNone/>
              <a:defRPr sz="2520"/>
            </a:lvl3pPr>
            <a:lvl4pPr marL="1920240" indent="0" algn="ctr">
              <a:buNone/>
              <a:defRPr sz="2240"/>
            </a:lvl4pPr>
            <a:lvl5pPr marL="2560320" indent="0" algn="ctr">
              <a:buNone/>
              <a:defRPr sz="2240"/>
            </a:lvl5pPr>
            <a:lvl6pPr marL="3200400" indent="0" algn="ctr">
              <a:buNone/>
              <a:defRPr sz="2240"/>
            </a:lvl6pPr>
            <a:lvl7pPr marL="3840480" indent="0" algn="ctr">
              <a:buNone/>
              <a:defRPr sz="2240"/>
            </a:lvl7pPr>
            <a:lvl8pPr marL="4480560" indent="0" algn="ctr">
              <a:buNone/>
              <a:defRPr sz="2240"/>
            </a:lvl8pPr>
            <a:lvl9pPr marL="5120640" indent="0" algn="ctr">
              <a:buNone/>
              <a:defRPr sz="22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9477D95-9848-4B4E-AFBD-AE20098F510E}" type="datetimeFigureOut">
              <a:rPr lang="en-IN" smtClean="0"/>
              <a:t>18-11-2025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D50D87-6878-4756-8450-77B7C23B76AC}" type="slidenum">
              <a:rPr lang="en-IN" smtClean="0"/>
              <a:t>‹#›</a:t>
            </a:fld>
            <a:endParaRPr lang="en-IN"/>
          </a:p>
        </p:txBody>
      </p:sp>
    </p:spTree>
    <p:extLst>
      <p:ext uri="{BB962C8B-B14F-4D97-AF65-F5344CB8AC3E}">
        <p14:creationId xmlns:p14="http://schemas.microsoft.com/office/powerpoint/2010/main" val="1504949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477D95-9848-4B4E-AFBD-AE20098F510E}" type="datetimeFigureOut">
              <a:rPr lang="en-IN" smtClean="0"/>
              <a:t>18-11-2025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D50D87-6878-4756-8450-77B7C23B76AC}" type="slidenum">
              <a:rPr lang="en-IN" smtClean="0"/>
              <a:t>‹#›</a:t>
            </a:fld>
            <a:endParaRPr lang="en-IN"/>
          </a:p>
        </p:txBody>
      </p:sp>
    </p:spTree>
    <p:extLst>
      <p:ext uri="{BB962C8B-B14F-4D97-AF65-F5344CB8AC3E}">
        <p14:creationId xmlns:p14="http://schemas.microsoft.com/office/powerpoint/2010/main" val="1885803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73443" y="2393635"/>
            <a:ext cx="11041380" cy="3993832"/>
          </a:xfrm>
        </p:spPr>
        <p:txBody>
          <a:bodyPr anchor="b"/>
          <a:lstStyle>
            <a:lvl1pPr>
              <a:defRPr sz="8400"/>
            </a:lvl1pPr>
          </a:lstStyle>
          <a:p>
            <a:r>
              <a:rPr lang="en-US"/>
              <a:t>Click to edit Master title style</a:t>
            </a:r>
            <a:endParaRPr lang="en-US" dirty="0"/>
          </a:p>
        </p:txBody>
      </p:sp>
      <p:sp>
        <p:nvSpPr>
          <p:cNvPr id="3" name="Text Placeholder 2"/>
          <p:cNvSpPr>
            <a:spLocks noGrp="1"/>
          </p:cNvSpPr>
          <p:nvPr>
            <p:ph type="body" idx="1"/>
          </p:nvPr>
        </p:nvSpPr>
        <p:spPr>
          <a:xfrm>
            <a:off x="873443" y="6425250"/>
            <a:ext cx="11041380" cy="2100262"/>
          </a:xfrm>
        </p:spPr>
        <p:txBody>
          <a:bodyPr/>
          <a:lstStyle>
            <a:lvl1pPr marL="0" indent="0">
              <a:buNone/>
              <a:defRPr sz="3360">
                <a:solidFill>
                  <a:schemeClr val="tx1">
                    <a:tint val="82000"/>
                  </a:schemeClr>
                </a:solidFill>
              </a:defRPr>
            </a:lvl1pPr>
            <a:lvl2pPr marL="640080" indent="0">
              <a:buNone/>
              <a:defRPr sz="2800">
                <a:solidFill>
                  <a:schemeClr val="tx1">
                    <a:tint val="82000"/>
                  </a:schemeClr>
                </a:solidFill>
              </a:defRPr>
            </a:lvl2pPr>
            <a:lvl3pPr marL="1280160" indent="0">
              <a:buNone/>
              <a:defRPr sz="2520">
                <a:solidFill>
                  <a:schemeClr val="tx1">
                    <a:tint val="82000"/>
                  </a:schemeClr>
                </a:solidFill>
              </a:defRPr>
            </a:lvl3pPr>
            <a:lvl4pPr marL="1920240" indent="0">
              <a:buNone/>
              <a:defRPr sz="2240">
                <a:solidFill>
                  <a:schemeClr val="tx1">
                    <a:tint val="82000"/>
                  </a:schemeClr>
                </a:solidFill>
              </a:defRPr>
            </a:lvl4pPr>
            <a:lvl5pPr marL="2560320" indent="0">
              <a:buNone/>
              <a:defRPr sz="2240">
                <a:solidFill>
                  <a:schemeClr val="tx1">
                    <a:tint val="82000"/>
                  </a:schemeClr>
                </a:solidFill>
              </a:defRPr>
            </a:lvl5pPr>
            <a:lvl6pPr marL="3200400" indent="0">
              <a:buNone/>
              <a:defRPr sz="2240">
                <a:solidFill>
                  <a:schemeClr val="tx1">
                    <a:tint val="82000"/>
                  </a:schemeClr>
                </a:solidFill>
              </a:defRPr>
            </a:lvl6pPr>
            <a:lvl7pPr marL="3840480" indent="0">
              <a:buNone/>
              <a:defRPr sz="2240">
                <a:solidFill>
                  <a:schemeClr val="tx1">
                    <a:tint val="82000"/>
                  </a:schemeClr>
                </a:solidFill>
              </a:defRPr>
            </a:lvl7pPr>
            <a:lvl8pPr marL="4480560" indent="0">
              <a:buNone/>
              <a:defRPr sz="2240">
                <a:solidFill>
                  <a:schemeClr val="tx1">
                    <a:tint val="82000"/>
                  </a:schemeClr>
                </a:solidFill>
              </a:defRPr>
            </a:lvl8pPr>
            <a:lvl9pPr marL="5120640" indent="0">
              <a:buNone/>
              <a:defRPr sz="224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477D95-9848-4B4E-AFBD-AE20098F510E}" type="datetimeFigureOut">
              <a:rPr lang="en-IN" smtClean="0"/>
              <a:t>18-11-2025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D50D87-6878-4756-8450-77B7C23B76AC}" type="slidenum">
              <a:rPr lang="en-IN" smtClean="0"/>
              <a:t>‹#›</a:t>
            </a:fld>
            <a:endParaRPr lang="en-IN"/>
          </a:p>
        </p:txBody>
      </p:sp>
    </p:spTree>
    <p:extLst>
      <p:ext uri="{BB962C8B-B14F-4D97-AF65-F5344CB8AC3E}">
        <p14:creationId xmlns:p14="http://schemas.microsoft.com/office/powerpoint/2010/main" val="28224243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80110" y="2555875"/>
            <a:ext cx="5440680" cy="60918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80810" y="2555875"/>
            <a:ext cx="5440680" cy="60918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9477D95-9848-4B4E-AFBD-AE20098F510E}" type="datetimeFigureOut">
              <a:rPr lang="en-IN" smtClean="0"/>
              <a:t>18-11-2025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D50D87-6878-4756-8450-77B7C23B76AC}" type="slidenum">
              <a:rPr lang="en-IN" smtClean="0"/>
              <a:t>‹#›</a:t>
            </a:fld>
            <a:endParaRPr lang="en-IN"/>
          </a:p>
        </p:txBody>
      </p:sp>
    </p:spTree>
    <p:extLst>
      <p:ext uri="{BB962C8B-B14F-4D97-AF65-F5344CB8AC3E}">
        <p14:creationId xmlns:p14="http://schemas.microsoft.com/office/powerpoint/2010/main" val="663018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81777" y="511177"/>
            <a:ext cx="11041380" cy="185578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1779" y="2353628"/>
            <a:ext cx="5415676"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en-US"/>
              <a:t>Click to edit Master text styles</a:t>
            </a:r>
          </a:p>
        </p:txBody>
      </p:sp>
      <p:sp>
        <p:nvSpPr>
          <p:cNvPr id="4" name="Content Placeholder 3"/>
          <p:cNvSpPr>
            <a:spLocks noGrp="1"/>
          </p:cNvSpPr>
          <p:nvPr>
            <p:ph sz="half" idx="2"/>
          </p:nvPr>
        </p:nvSpPr>
        <p:spPr>
          <a:xfrm>
            <a:off x="881779" y="3507105"/>
            <a:ext cx="5415676" cy="51584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80811" y="2353628"/>
            <a:ext cx="5442347"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en-US"/>
              <a:t>Click to edit Master text styles</a:t>
            </a:r>
          </a:p>
        </p:txBody>
      </p:sp>
      <p:sp>
        <p:nvSpPr>
          <p:cNvPr id="6" name="Content Placeholder 5"/>
          <p:cNvSpPr>
            <a:spLocks noGrp="1"/>
          </p:cNvSpPr>
          <p:nvPr>
            <p:ph sz="quarter" idx="4"/>
          </p:nvPr>
        </p:nvSpPr>
        <p:spPr>
          <a:xfrm>
            <a:off x="6480811" y="3507105"/>
            <a:ext cx="5442347" cy="51584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9477D95-9848-4B4E-AFBD-AE20098F510E}" type="datetimeFigureOut">
              <a:rPr lang="en-IN" smtClean="0"/>
              <a:t>18-11-2025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ED50D87-6878-4756-8450-77B7C23B76AC}" type="slidenum">
              <a:rPr lang="en-IN" smtClean="0"/>
              <a:t>‹#›</a:t>
            </a:fld>
            <a:endParaRPr lang="en-IN"/>
          </a:p>
        </p:txBody>
      </p:sp>
    </p:spTree>
    <p:extLst>
      <p:ext uri="{BB962C8B-B14F-4D97-AF65-F5344CB8AC3E}">
        <p14:creationId xmlns:p14="http://schemas.microsoft.com/office/powerpoint/2010/main" val="28071666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9477D95-9848-4B4E-AFBD-AE20098F510E}" type="datetimeFigureOut">
              <a:rPr lang="en-IN" smtClean="0"/>
              <a:t>18-11-2025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ED50D87-6878-4756-8450-77B7C23B76AC}" type="slidenum">
              <a:rPr lang="en-IN" smtClean="0"/>
              <a:t>‹#›</a:t>
            </a:fld>
            <a:endParaRPr lang="en-IN"/>
          </a:p>
        </p:txBody>
      </p:sp>
    </p:spTree>
    <p:extLst>
      <p:ext uri="{BB962C8B-B14F-4D97-AF65-F5344CB8AC3E}">
        <p14:creationId xmlns:p14="http://schemas.microsoft.com/office/powerpoint/2010/main" val="1090784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477D95-9848-4B4E-AFBD-AE20098F510E}" type="datetimeFigureOut">
              <a:rPr lang="en-IN" smtClean="0"/>
              <a:t>18-11-2025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ED50D87-6878-4756-8450-77B7C23B76AC}" type="slidenum">
              <a:rPr lang="en-IN" smtClean="0"/>
              <a:t>‹#›</a:t>
            </a:fld>
            <a:endParaRPr lang="en-IN"/>
          </a:p>
        </p:txBody>
      </p:sp>
    </p:spTree>
    <p:extLst>
      <p:ext uri="{BB962C8B-B14F-4D97-AF65-F5344CB8AC3E}">
        <p14:creationId xmlns:p14="http://schemas.microsoft.com/office/powerpoint/2010/main" val="3903557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en-US"/>
              <a:t>Click to edit Master title style</a:t>
            </a:r>
            <a:endParaRPr lang="en-US" dirty="0"/>
          </a:p>
        </p:txBody>
      </p:sp>
      <p:sp>
        <p:nvSpPr>
          <p:cNvPr id="3" name="Content Placeholder 2"/>
          <p:cNvSpPr>
            <a:spLocks noGrp="1"/>
          </p:cNvSpPr>
          <p:nvPr>
            <p:ph idx="1"/>
          </p:nvPr>
        </p:nvSpPr>
        <p:spPr>
          <a:xfrm>
            <a:off x="5442347" y="1382397"/>
            <a:ext cx="6480810" cy="6823075"/>
          </a:xfrm>
        </p:spPr>
        <p:txBody>
          <a:bodyPr/>
          <a:lstStyle>
            <a:lvl1pPr>
              <a:defRPr sz="4480"/>
            </a:lvl1pPr>
            <a:lvl2pPr>
              <a:defRPr sz="3920"/>
            </a:lvl2pPr>
            <a:lvl3pPr>
              <a:defRPr sz="3360"/>
            </a:lvl3pPr>
            <a:lvl4pPr>
              <a:defRPr sz="2800"/>
            </a:lvl4pPr>
            <a:lvl5pPr>
              <a:defRPr sz="2800"/>
            </a:lvl5pPr>
            <a:lvl6pPr>
              <a:defRPr sz="2800"/>
            </a:lvl6pPr>
            <a:lvl7pPr>
              <a:defRPr sz="2800"/>
            </a:lvl7pPr>
            <a:lvl8pPr>
              <a:defRPr sz="2800"/>
            </a:lvl8pPr>
            <a:lvl9pPr>
              <a:defRPr sz="2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en-US"/>
              <a:t>Click to edit Master text styles</a:t>
            </a:r>
          </a:p>
        </p:txBody>
      </p:sp>
      <p:sp>
        <p:nvSpPr>
          <p:cNvPr id="5" name="Date Placeholder 4"/>
          <p:cNvSpPr>
            <a:spLocks noGrp="1"/>
          </p:cNvSpPr>
          <p:nvPr>
            <p:ph type="dt" sz="half" idx="10"/>
          </p:nvPr>
        </p:nvSpPr>
        <p:spPr/>
        <p:txBody>
          <a:bodyPr/>
          <a:lstStyle/>
          <a:p>
            <a:fld id="{79477D95-9848-4B4E-AFBD-AE20098F510E}" type="datetimeFigureOut">
              <a:rPr lang="en-IN" smtClean="0"/>
              <a:t>18-11-2025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D50D87-6878-4756-8450-77B7C23B76AC}" type="slidenum">
              <a:rPr lang="en-IN" smtClean="0"/>
              <a:t>‹#›</a:t>
            </a:fld>
            <a:endParaRPr lang="en-IN"/>
          </a:p>
        </p:txBody>
      </p:sp>
    </p:spTree>
    <p:extLst>
      <p:ext uri="{BB962C8B-B14F-4D97-AF65-F5344CB8AC3E}">
        <p14:creationId xmlns:p14="http://schemas.microsoft.com/office/powerpoint/2010/main" val="724834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42347" y="1382397"/>
            <a:ext cx="6480810" cy="6823075"/>
          </a:xfrm>
        </p:spPr>
        <p:txBody>
          <a:bodyPr anchor="t"/>
          <a:lstStyle>
            <a:lvl1pPr marL="0" indent="0">
              <a:buNone/>
              <a:defRPr sz="4480"/>
            </a:lvl1pPr>
            <a:lvl2pPr marL="640080" indent="0">
              <a:buNone/>
              <a:defRPr sz="3920"/>
            </a:lvl2pPr>
            <a:lvl3pPr marL="1280160" indent="0">
              <a:buNone/>
              <a:defRPr sz="3360"/>
            </a:lvl3pPr>
            <a:lvl4pPr marL="1920240" indent="0">
              <a:buNone/>
              <a:defRPr sz="2800"/>
            </a:lvl4pPr>
            <a:lvl5pPr marL="2560320" indent="0">
              <a:buNone/>
              <a:defRPr sz="2800"/>
            </a:lvl5pPr>
            <a:lvl6pPr marL="3200400" indent="0">
              <a:buNone/>
              <a:defRPr sz="2800"/>
            </a:lvl6pPr>
            <a:lvl7pPr marL="3840480" indent="0">
              <a:buNone/>
              <a:defRPr sz="2800"/>
            </a:lvl7pPr>
            <a:lvl8pPr marL="4480560" indent="0">
              <a:buNone/>
              <a:defRPr sz="2800"/>
            </a:lvl8pPr>
            <a:lvl9pPr marL="5120640" indent="0">
              <a:buNone/>
              <a:defRPr sz="2800"/>
            </a:lvl9pPr>
          </a:lstStyle>
          <a:p>
            <a:r>
              <a:rPr lang="en-US"/>
              <a:t>Click icon to add picture</a:t>
            </a:r>
            <a:endParaRPr lang="en-US" dirty="0"/>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en-US"/>
              <a:t>Click to edit Master text styles</a:t>
            </a:r>
          </a:p>
        </p:txBody>
      </p:sp>
      <p:sp>
        <p:nvSpPr>
          <p:cNvPr id="5" name="Date Placeholder 4"/>
          <p:cNvSpPr>
            <a:spLocks noGrp="1"/>
          </p:cNvSpPr>
          <p:nvPr>
            <p:ph type="dt" sz="half" idx="10"/>
          </p:nvPr>
        </p:nvSpPr>
        <p:spPr/>
        <p:txBody>
          <a:bodyPr/>
          <a:lstStyle/>
          <a:p>
            <a:fld id="{79477D95-9848-4B4E-AFBD-AE20098F510E}" type="datetimeFigureOut">
              <a:rPr lang="en-IN" smtClean="0"/>
              <a:t>18-11-2025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ED50D87-6878-4756-8450-77B7C23B76AC}" type="slidenum">
              <a:rPr lang="en-IN" smtClean="0"/>
              <a:t>‹#›</a:t>
            </a:fld>
            <a:endParaRPr lang="en-IN"/>
          </a:p>
        </p:txBody>
      </p:sp>
    </p:spTree>
    <p:extLst>
      <p:ext uri="{BB962C8B-B14F-4D97-AF65-F5344CB8AC3E}">
        <p14:creationId xmlns:p14="http://schemas.microsoft.com/office/powerpoint/2010/main" val="4276980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477D95-9848-4B4E-AFBD-AE20098F510E}" type="datetimeFigureOut">
              <a:rPr lang="en-IN" smtClean="0"/>
              <a:t>18-11-2025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D50D87-6878-4756-8450-77B7C23B76AC}" type="slidenum">
              <a:rPr lang="en-IN" smtClean="0"/>
              <a:t>‹#›</a:t>
            </a:fld>
            <a:endParaRPr lang="en-IN"/>
          </a:p>
        </p:txBody>
      </p:sp>
    </p:spTree>
    <p:extLst>
      <p:ext uri="{BB962C8B-B14F-4D97-AF65-F5344CB8AC3E}">
        <p14:creationId xmlns:p14="http://schemas.microsoft.com/office/powerpoint/2010/main" val="2306527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61146" y="511175"/>
            <a:ext cx="2760345" cy="81365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80111" y="511175"/>
            <a:ext cx="8121015" cy="81365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477D95-9848-4B4E-AFBD-AE20098F510E}" type="datetimeFigureOut">
              <a:rPr lang="en-IN" smtClean="0"/>
              <a:t>18-11-2025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ED50D87-6878-4756-8450-77B7C23B76AC}" type="slidenum">
              <a:rPr lang="en-IN" smtClean="0"/>
              <a:t>‹#›</a:t>
            </a:fld>
            <a:endParaRPr lang="en-IN"/>
          </a:p>
        </p:txBody>
      </p:sp>
    </p:spTree>
    <p:extLst>
      <p:ext uri="{BB962C8B-B14F-4D97-AF65-F5344CB8AC3E}">
        <p14:creationId xmlns:p14="http://schemas.microsoft.com/office/powerpoint/2010/main" val="3005006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0110" y="511177"/>
            <a:ext cx="11041380" cy="185578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80110" y="2555875"/>
            <a:ext cx="11041380" cy="60918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0110" y="8898892"/>
            <a:ext cx="2880360" cy="511175"/>
          </a:xfrm>
          <a:prstGeom prst="rect">
            <a:avLst/>
          </a:prstGeom>
        </p:spPr>
        <p:txBody>
          <a:bodyPr vert="horz" lIns="91440" tIns="45720" rIns="91440" bIns="45720" rtlCol="0" anchor="ctr"/>
          <a:lstStyle>
            <a:lvl1pPr algn="l">
              <a:defRPr sz="1680">
                <a:solidFill>
                  <a:schemeClr val="tx1">
                    <a:tint val="82000"/>
                  </a:schemeClr>
                </a:solidFill>
              </a:defRPr>
            </a:lvl1pPr>
          </a:lstStyle>
          <a:p>
            <a:fld id="{79477D95-9848-4B4E-AFBD-AE20098F510E}" type="datetimeFigureOut">
              <a:rPr lang="en-IN" smtClean="0"/>
              <a:t>18-11-2025</a:t>
            </a:fld>
            <a:endParaRPr lang="en-IN"/>
          </a:p>
        </p:txBody>
      </p:sp>
      <p:sp>
        <p:nvSpPr>
          <p:cNvPr id="5" name="Footer Placeholder 4"/>
          <p:cNvSpPr>
            <a:spLocks noGrp="1"/>
          </p:cNvSpPr>
          <p:nvPr>
            <p:ph type="ftr" sz="quarter" idx="3"/>
          </p:nvPr>
        </p:nvSpPr>
        <p:spPr>
          <a:xfrm>
            <a:off x="4240530" y="8898892"/>
            <a:ext cx="4320540" cy="511175"/>
          </a:xfrm>
          <a:prstGeom prst="rect">
            <a:avLst/>
          </a:prstGeom>
        </p:spPr>
        <p:txBody>
          <a:bodyPr vert="horz" lIns="91440" tIns="45720" rIns="91440" bIns="45720" rtlCol="0" anchor="ctr"/>
          <a:lstStyle>
            <a:lvl1pPr algn="ctr">
              <a:defRPr sz="168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9041130" y="8898892"/>
            <a:ext cx="2880360" cy="511175"/>
          </a:xfrm>
          <a:prstGeom prst="rect">
            <a:avLst/>
          </a:prstGeom>
        </p:spPr>
        <p:txBody>
          <a:bodyPr vert="horz" lIns="91440" tIns="45720" rIns="91440" bIns="45720" rtlCol="0" anchor="ctr"/>
          <a:lstStyle>
            <a:lvl1pPr algn="r">
              <a:defRPr sz="1680">
                <a:solidFill>
                  <a:schemeClr val="tx1">
                    <a:tint val="82000"/>
                  </a:schemeClr>
                </a:solidFill>
              </a:defRPr>
            </a:lvl1pPr>
          </a:lstStyle>
          <a:p>
            <a:fld id="{FED50D87-6878-4756-8450-77B7C23B76AC}" type="slidenum">
              <a:rPr lang="en-IN" smtClean="0"/>
              <a:t>‹#›</a:t>
            </a:fld>
            <a:endParaRPr lang="en-IN"/>
          </a:p>
        </p:txBody>
      </p:sp>
    </p:spTree>
    <p:extLst>
      <p:ext uri="{BB962C8B-B14F-4D97-AF65-F5344CB8AC3E}">
        <p14:creationId xmlns:p14="http://schemas.microsoft.com/office/powerpoint/2010/main" val="37104982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280160" rtl="0" eaLnBrk="1" latinLnBrk="0" hangingPunct="1">
        <a:lnSpc>
          <a:spcPct val="90000"/>
        </a:lnSpc>
        <a:spcBef>
          <a:spcPct val="0"/>
        </a:spcBef>
        <a:buNone/>
        <a:defRPr sz="6160" kern="1200">
          <a:solidFill>
            <a:schemeClr val="tx1"/>
          </a:solidFill>
          <a:latin typeface="+mj-lt"/>
          <a:ea typeface="+mj-ea"/>
          <a:cs typeface="+mj-cs"/>
        </a:defRPr>
      </a:lvl1pPr>
    </p:titleStyle>
    <p:bodyStyle>
      <a:lvl1pPr marL="320040" indent="-320040" algn="l" defTabSz="1280160" rtl="0" eaLnBrk="1" latinLnBrk="0" hangingPunct="1">
        <a:lnSpc>
          <a:spcPct val="90000"/>
        </a:lnSpc>
        <a:spcBef>
          <a:spcPts val="1400"/>
        </a:spcBef>
        <a:buFont typeface="Arial" panose="020B0604020202020204" pitchFamily="34" charset="0"/>
        <a:buChar char="•"/>
        <a:defRPr sz="3920" kern="1200">
          <a:solidFill>
            <a:schemeClr val="tx1"/>
          </a:solidFill>
          <a:latin typeface="+mn-lt"/>
          <a:ea typeface="+mn-ea"/>
          <a:cs typeface="+mn-cs"/>
        </a:defRPr>
      </a:lvl1pPr>
      <a:lvl2pPr marL="960120" indent="-320040" algn="l" defTabSz="1280160" rtl="0" eaLnBrk="1" latinLnBrk="0" hangingPunct="1">
        <a:lnSpc>
          <a:spcPct val="90000"/>
        </a:lnSpc>
        <a:spcBef>
          <a:spcPts val="700"/>
        </a:spcBef>
        <a:buFont typeface="Arial" panose="020B0604020202020204" pitchFamily="34" charset="0"/>
        <a:buChar char="•"/>
        <a:defRPr sz="3360" kern="1200">
          <a:solidFill>
            <a:schemeClr val="tx1"/>
          </a:solidFill>
          <a:latin typeface="+mn-lt"/>
          <a:ea typeface="+mn-ea"/>
          <a:cs typeface="+mn-cs"/>
        </a:defRPr>
      </a:lvl2pPr>
      <a:lvl3pPr marL="1600200" indent="-320040" algn="l" defTabSz="1280160" rtl="0" eaLnBrk="1" latinLnBrk="0" hangingPunct="1">
        <a:lnSpc>
          <a:spcPct val="90000"/>
        </a:lnSpc>
        <a:spcBef>
          <a:spcPts val="700"/>
        </a:spcBef>
        <a:buFont typeface="Arial" panose="020B0604020202020204" pitchFamily="34" charset="0"/>
        <a:buChar char="•"/>
        <a:defRPr sz="2800" kern="1200">
          <a:solidFill>
            <a:schemeClr val="tx1"/>
          </a:solidFill>
          <a:latin typeface="+mn-lt"/>
          <a:ea typeface="+mn-ea"/>
          <a:cs typeface="+mn-cs"/>
        </a:defRPr>
      </a:lvl3pPr>
      <a:lvl4pPr marL="224028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4pPr>
      <a:lvl5pPr marL="288036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5pPr>
      <a:lvl6pPr marL="352044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6pPr>
      <a:lvl7pPr marL="416052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7pPr>
      <a:lvl8pPr marL="480060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8pPr>
      <a:lvl9pPr marL="544068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9pPr>
    </p:bodyStyle>
    <p:otherStyle>
      <a:defPPr>
        <a:defRPr lang="en-US"/>
      </a:defPPr>
      <a:lvl1pPr marL="0" algn="l" defTabSz="1280160" rtl="0" eaLnBrk="1" latinLnBrk="0" hangingPunct="1">
        <a:defRPr sz="2520" kern="1200">
          <a:solidFill>
            <a:schemeClr val="tx1"/>
          </a:solidFill>
          <a:latin typeface="+mn-lt"/>
          <a:ea typeface="+mn-ea"/>
          <a:cs typeface="+mn-cs"/>
        </a:defRPr>
      </a:lvl1pPr>
      <a:lvl2pPr marL="640080" algn="l" defTabSz="1280160" rtl="0" eaLnBrk="1" latinLnBrk="0" hangingPunct="1">
        <a:defRPr sz="2520" kern="1200">
          <a:solidFill>
            <a:schemeClr val="tx1"/>
          </a:solidFill>
          <a:latin typeface="+mn-lt"/>
          <a:ea typeface="+mn-ea"/>
          <a:cs typeface="+mn-cs"/>
        </a:defRPr>
      </a:lvl2pPr>
      <a:lvl3pPr marL="1280160" algn="l" defTabSz="1280160" rtl="0" eaLnBrk="1" latinLnBrk="0" hangingPunct="1">
        <a:defRPr sz="2520" kern="1200">
          <a:solidFill>
            <a:schemeClr val="tx1"/>
          </a:solidFill>
          <a:latin typeface="+mn-lt"/>
          <a:ea typeface="+mn-ea"/>
          <a:cs typeface="+mn-cs"/>
        </a:defRPr>
      </a:lvl3pPr>
      <a:lvl4pPr marL="1920240" algn="l" defTabSz="1280160" rtl="0" eaLnBrk="1" latinLnBrk="0" hangingPunct="1">
        <a:defRPr sz="2520" kern="1200">
          <a:solidFill>
            <a:schemeClr val="tx1"/>
          </a:solidFill>
          <a:latin typeface="+mn-lt"/>
          <a:ea typeface="+mn-ea"/>
          <a:cs typeface="+mn-cs"/>
        </a:defRPr>
      </a:lvl4pPr>
      <a:lvl5pPr marL="2560320" algn="l" defTabSz="1280160" rtl="0" eaLnBrk="1" latinLnBrk="0" hangingPunct="1">
        <a:defRPr sz="2520" kern="1200">
          <a:solidFill>
            <a:schemeClr val="tx1"/>
          </a:solidFill>
          <a:latin typeface="+mn-lt"/>
          <a:ea typeface="+mn-ea"/>
          <a:cs typeface="+mn-cs"/>
        </a:defRPr>
      </a:lvl5pPr>
      <a:lvl6pPr marL="3200400" algn="l" defTabSz="1280160" rtl="0" eaLnBrk="1" latinLnBrk="0" hangingPunct="1">
        <a:defRPr sz="2520" kern="1200">
          <a:solidFill>
            <a:schemeClr val="tx1"/>
          </a:solidFill>
          <a:latin typeface="+mn-lt"/>
          <a:ea typeface="+mn-ea"/>
          <a:cs typeface="+mn-cs"/>
        </a:defRPr>
      </a:lvl6pPr>
      <a:lvl7pPr marL="3840480" algn="l" defTabSz="1280160" rtl="0" eaLnBrk="1" latinLnBrk="0" hangingPunct="1">
        <a:defRPr sz="2520" kern="1200">
          <a:solidFill>
            <a:schemeClr val="tx1"/>
          </a:solidFill>
          <a:latin typeface="+mn-lt"/>
          <a:ea typeface="+mn-ea"/>
          <a:cs typeface="+mn-cs"/>
        </a:defRPr>
      </a:lvl7pPr>
      <a:lvl8pPr marL="4480560" algn="l" defTabSz="1280160" rtl="0" eaLnBrk="1" latinLnBrk="0" hangingPunct="1">
        <a:defRPr sz="2520" kern="1200">
          <a:solidFill>
            <a:schemeClr val="tx1"/>
          </a:solidFill>
          <a:latin typeface="+mn-lt"/>
          <a:ea typeface="+mn-ea"/>
          <a:cs typeface="+mn-cs"/>
        </a:defRPr>
      </a:lvl8pPr>
      <a:lvl9pPr marL="5120640" algn="l" defTabSz="1280160" rtl="0" eaLnBrk="1" latinLnBrk="0" hangingPunct="1">
        <a:defRPr sz="25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17" Type="http://schemas.openxmlformats.org/officeDocument/2006/relationships/customXml" Target="../ink/ink59.xml"/><Relationship Id="rId21" Type="http://schemas.openxmlformats.org/officeDocument/2006/relationships/customXml" Target="../ink/ink6.xml"/><Relationship Id="rId42" Type="http://schemas.openxmlformats.org/officeDocument/2006/relationships/image" Target="../media/image18.png"/><Relationship Id="rId63" Type="http://schemas.openxmlformats.org/officeDocument/2006/relationships/customXml" Target="../ink/ink27.xml"/><Relationship Id="rId84" Type="http://schemas.openxmlformats.org/officeDocument/2006/relationships/image" Target="../media/image39.png"/><Relationship Id="rId138" Type="http://schemas.openxmlformats.org/officeDocument/2006/relationships/image" Target="../media/image57.png"/><Relationship Id="rId107" Type="http://schemas.openxmlformats.org/officeDocument/2006/relationships/customXml" Target="../ink/ink51.xml"/><Relationship Id="rId11" Type="http://schemas.openxmlformats.org/officeDocument/2006/relationships/image" Target="../media/image6.png"/><Relationship Id="rId32" Type="http://schemas.openxmlformats.org/officeDocument/2006/relationships/image" Target="../media/image13.png"/><Relationship Id="rId53" Type="http://schemas.openxmlformats.org/officeDocument/2006/relationships/customXml" Target="../ink/ink22.xml"/><Relationship Id="rId74" Type="http://schemas.openxmlformats.org/officeDocument/2006/relationships/image" Target="../media/image34.png"/><Relationship Id="rId128" Type="http://schemas.openxmlformats.org/officeDocument/2006/relationships/customXml" Target="../ink/ink69.xml"/><Relationship Id="rId149" Type="http://schemas.openxmlformats.org/officeDocument/2006/relationships/customXml" Target="../ink/ink83.xml"/><Relationship Id="rId5" Type="http://schemas.openxmlformats.org/officeDocument/2006/relationships/image" Target="../media/image2.png"/><Relationship Id="rId95" Type="http://schemas.openxmlformats.org/officeDocument/2006/relationships/customXml" Target="../ink/ink43.xml"/><Relationship Id="rId22" Type="http://schemas.openxmlformats.org/officeDocument/2006/relationships/customXml" Target="../ink/ink7.xml"/><Relationship Id="rId27" Type="http://schemas.openxmlformats.org/officeDocument/2006/relationships/image" Target="../media/image10.png"/><Relationship Id="rId43" Type="http://schemas.openxmlformats.org/officeDocument/2006/relationships/customXml" Target="../ink/ink17.xml"/><Relationship Id="rId48" Type="http://schemas.openxmlformats.org/officeDocument/2006/relationships/image" Target="../media/image21.png"/><Relationship Id="rId64" Type="http://schemas.openxmlformats.org/officeDocument/2006/relationships/image" Target="../media/image29.png"/><Relationship Id="rId69" Type="http://schemas.openxmlformats.org/officeDocument/2006/relationships/image" Target="../media/image32.png"/><Relationship Id="rId113" Type="http://schemas.openxmlformats.org/officeDocument/2006/relationships/customXml" Target="../ink/ink57.xml"/><Relationship Id="rId118" Type="http://schemas.openxmlformats.org/officeDocument/2006/relationships/customXml" Target="../ink/ink60.xml"/><Relationship Id="rId134" Type="http://schemas.openxmlformats.org/officeDocument/2006/relationships/customXml" Target="../ink/ink72.xml"/><Relationship Id="rId139" Type="http://schemas.openxmlformats.org/officeDocument/2006/relationships/customXml" Target="../ink/ink74.xml"/><Relationship Id="rId80" Type="http://schemas.openxmlformats.org/officeDocument/2006/relationships/image" Target="../media/image37.png"/><Relationship Id="rId85" Type="http://schemas.openxmlformats.org/officeDocument/2006/relationships/customXml" Target="../ink/ink38.xml"/><Relationship Id="rId150" Type="http://schemas.openxmlformats.org/officeDocument/2006/relationships/customXml" Target="../ink/ink84.xml"/><Relationship Id="rId155" Type="http://schemas.openxmlformats.org/officeDocument/2006/relationships/customXml" Target="../ink/ink89.xml"/><Relationship Id="rId17" Type="http://schemas.openxmlformats.org/officeDocument/2006/relationships/image" Target="../media/image3.png"/><Relationship Id="rId33" Type="http://schemas.openxmlformats.org/officeDocument/2006/relationships/customXml" Target="../ink/ink12.xml"/><Relationship Id="rId38" Type="http://schemas.openxmlformats.org/officeDocument/2006/relationships/image" Target="../media/image16.png"/><Relationship Id="rId59" Type="http://schemas.openxmlformats.org/officeDocument/2006/relationships/customXml" Target="../ink/ink25.xml"/><Relationship Id="rId103" Type="http://schemas.openxmlformats.org/officeDocument/2006/relationships/customXml" Target="../ink/ink47.xml"/><Relationship Id="rId108" Type="http://schemas.openxmlformats.org/officeDocument/2006/relationships/customXml" Target="../ink/ink52.xml"/><Relationship Id="rId124" Type="http://schemas.openxmlformats.org/officeDocument/2006/relationships/customXml" Target="../ink/ink66.xml"/><Relationship Id="rId129" Type="http://schemas.openxmlformats.org/officeDocument/2006/relationships/image" Target="../media/image52.png"/><Relationship Id="rId54" Type="http://schemas.openxmlformats.org/officeDocument/2006/relationships/image" Target="../media/image24.png"/><Relationship Id="rId70" Type="http://schemas.openxmlformats.org/officeDocument/2006/relationships/customXml" Target="../ink/ink30.xml"/><Relationship Id="rId75" Type="http://schemas.openxmlformats.org/officeDocument/2006/relationships/customXml" Target="../ink/ink33.xml"/><Relationship Id="rId91" Type="http://schemas.openxmlformats.org/officeDocument/2006/relationships/customXml" Target="../ink/ink41.xml"/><Relationship Id="rId96" Type="http://schemas.openxmlformats.org/officeDocument/2006/relationships/image" Target="../media/image45.png"/><Relationship Id="rId140" Type="http://schemas.openxmlformats.org/officeDocument/2006/relationships/image" Target="../media/image58.png"/><Relationship Id="rId145" Type="http://schemas.openxmlformats.org/officeDocument/2006/relationships/customXml" Target="../ink/ink79.xml"/><Relationship Id="rId1" Type="http://schemas.openxmlformats.org/officeDocument/2006/relationships/slideLayout" Target="../slideLayouts/slideLayout1.xml"/><Relationship Id="rId6" Type="http://schemas.openxmlformats.org/officeDocument/2006/relationships/customXml" Target="../ink/ink3.xml"/><Relationship Id="rId23" Type="http://schemas.openxmlformats.org/officeDocument/2006/relationships/image" Target="../media/image7.png"/><Relationship Id="rId28" Type="http://schemas.openxmlformats.org/officeDocument/2006/relationships/image" Target="../media/image11.png"/><Relationship Id="rId49" Type="http://schemas.openxmlformats.org/officeDocument/2006/relationships/customXml" Target="../ink/ink20.xml"/><Relationship Id="rId114" Type="http://schemas.openxmlformats.org/officeDocument/2006/relationships/image" Target="../media/image49.png"/><Relationship Id="rId119" Type="http://schemas.openxmlformats.org/officeDocument/2006/relationships/customXml" Target="../ink/ink61.xml"/><Relationship Id="rId44" Type="http://schemas.openxmlformats.org/officeDocument/2006/relationships/image" Target="../media/image19.png"/><Relationship Id="rId60" Type="http://schemas.openxmlformats.org/officeDocument/2006/relationships/image" Target="../media/image27.png"/><Relationship Id="rId65" Type="http://schemas.openxmlformats.org/officeDocument/2006/relationships/customXml" Target="../ink/ink28.xml"/><Relationship Id="rId81" Type="http://schemas.openxmlformats.org/officeDocument/2006/relationships/customXml" Target="../ink/ink36.xml"/><Relationship Id="rId86" Type="http://schemas.openxmlformats.org/officeDocument/2006/relationships/image" Target="../media/image40.png"/><Relationship Id="rId130" Type="http://schemas.openxmlformats.org/officeDocument/2006/relationships/customXml" Target="../ink/ink70.xml"/><Relationship Id="rId135" Type="http://schemas.openxmlformats.org/officeDocument/2006/relationships/image" Target="../media/image55.png"/><Relationship Id="rId151" Type="http://schemas.openxmlformats.org/officeDocument/2006/relationships/customXml" Target="../ink/ink85.xml"/><Relationship Id="rId156" Type="http://schemas.openxmlformats.org/officeDocument/2006/relationships/customXml" Target="../ink/ink90.xml"/><Relationship Id="rId18" Type="http://schemas.openxmlformats.org/officeDocument/2006/relationships/image" Target="../media/image4.png"/><Relationship Id="rId39" Type="http://schemas.openxmlformats.org/officeDocument/2006/relationships/customXml" Target="../ink/ink15.xml"/><Relationship Id="rId109" Type="http://schemas.openxmlformats.org/officeDocument/2006/relationships/customXml" Target="../ink/ink53.xml"/><Relationship Id="rId34" Type="http://schemas.openxmlformats.org/officeDocument/2006/relationships/image" Target="../media/image14.png"/><Relationship Id="rId50" Type="http://schemas.openxmlformats.org/officeDocument/2006/relationships/image" Target="../media/image22.png"/><Relationship Id="rId55" Type="http://schemas.openxmlformats.org/officeDocument/2006/relationships/customXml" Target="../ink/ink23.xml"/><Relationship Id="rId76" Type="http://schemas.openxmlformats.org/officeDocument/2006/relationships/image" Target="../media/image35.png"/><Relationship Id="rId97" Type="http://schemas.openxmlformats.org/officeDocument/2006/relationships/customXml" Target="../ink/ink44.xml"/><Relationship Id="rId104" Type="http://schemas.openxmlformats.org/officeDocument/2006/relationships/customXml" Target="../ink/ink48.xml"/><Relationship Id="rId120" Type="http://schemas.openxmlformats.org/officeDocument/2006/relationships/customXml" Target="../ink/ink62.xml"/><Relationship Id="rId125" Type="http://schemas.openxmlformats.org/officeDocument/2006/relationships/customXml" Target="../ink/ink67.xml"/><Relationship Id="rId141" Type="http://schemas.openxmlformats.org/officeDocument/2006/relationships/customXml" Target="../ink/ink75.xml"/><Relationship Id="rId146" Type="http://schemas.openxmlformats.org/officeDocument/2006/relationships/customXml" Target="../ink/ink80.xml"/><Relationship Id="rId7" Type="http://schemas.openxmlformats.org/officeDocument/2006/relationships/image" Target="../media/image410.png"/><Relationship Id="rId71" Type="http://schemas.openxmlformats.org/officeDocument/2006/relationships/customXml" Target="../ink/ink31.xml"/><Relationship Id="rId92" Type="http://schemas.openxmlformats.org/officeDocument/2006/relationships/image" Target="../media/image43.png"/><Relationship Id="rId2" Type="http://schemas.openxmlformats.org/officeDocument/2006/relationships/customXml" Target="../ink/ink1.xml"/><Relationship Id="rId29" Type="http://schemas.openxmlformats.org/officeDocument/2006/relationships/customXml" Target="../ink/ink10.xml"/><Relationship Id="rId24" Type="http://schemas.openxmlformats.org/officeDocument/2006/relationships/customXml" Target="../ink/ink8.xml"/><Relationship Id="rId40" Type="http://schemas.openxmlformats.org/officeDocument/2006/relationships/image" Target="../media/image17.png"/><Relationship Id="rId45" Type="http://schemas.openxmlformats.org/officeDocument/2006/relationships/customXml" Target="../ink/ink18.xml"/><Relationship Id="rId66" Type="http://schemas.openxmlformats.org/officeDocument/2006/relationships/image" Target="../media/image30.png"/><Relationship Id="rId87" Type="http://schemas.openxmlformats.org/officeDocument/2006/relationships/customXml" Target="../ink/ink39.xml"/><Relationship Id="rId110" Type="http://schemas.openxmlformats.org/officeDocument/2006/relationships/customXml" Target="../ink/ink54.xml"/><Relationship Id="rId115" Type="http://schemas.openxmlformats.org/officeDocument/2006/relationships/customXml" Target="../ink/ink58.xml"/><Relationship Id="rId131" Type="http://schemas.openxmlformats.org/officeDocument/2006/relationships/image" Target="../media/image53.png"/><Relationship Id="rId136" Type="http://schemas.openxmlformats.org/officeDocument/2006/relationships/image" Target="../media/image56.png"/><Relationship Id="rId61" Type="http://schemas.openxmlformats.org/officeDocument/2006/relationships/customXml" Target="../ink/ink26.xml"/><Relationship Id="rId82" Type="http://schemas.openxmlformats.org/officeDocument/2006/relationships/image" Target="../media/image38.png"/><Relationship Id="rId152" Type="http://schemas.openxmlformats.org/officeDocument/2006/relationships/customXml" Target="../ink/ink86.xml"/><Relationship Id="rId19" Type="http://schemas.openxmlformats.org/officeDocument/2006/relationships/image" Target="../media/image5.png"/><Relationship Id="rId30" Type="http://schemas.openxmlformats.org/officeDocument/2006/relationships/image" Target="../media/image12.png"/><Relationship Id="rId35" Type="http://schemas.openxmlformats.org/officeDocument/2006/relationships/customXml" Target="../ink/ink13.xml"/><Relationship Id="rId56" Type="http://schemas.openxmlformats.org/officeDocument/2006/relationships/image" Target="../media/image25.png"/><Relationship Id="rId77" Type="http://schemas.openxmlformats.org/officeDocument/2006/relationships/customXml" Target="../ink/ink34.xml"/><Relationship Id="rId100" Type="http://schemas.openxmlformats.org/officeDocument/2006/relationships/image" Target="../media/image47.png"/><Relationship Id="rId105" Type="http://schemas.openxmlformats.org/officeDocument/2006/relationships/customXml" Target="../ink/ink49.xml"/><Relationship Id="rId126" Type="http://schemas.openxmlformats.org/officeDocument/2006/relationships/customXml" Target="../ink/ink68.xml"/><Relationship Id="rId147" Type="http://schemas.openxmlformats.org/officeDocument/2006/relationships/customXml" Target="../ink/ink81.xml"/><Relationship Id="rId51" Type="http://schemas.openxmlformats.org/officeDocument/2006/relationships/customXml" Target="../ink/ink21.xml"/><Relationship Id="rId72" Type="http://schemas.openxmlformats.org/officeDocument/2006/relationships/image" Target="../media/image33.png"/><Relationship Id="rId93" Type="http://schemas.openxmlformats.org/officeDocument/2006/relationships/customXml" Target="../ink/ink42.xml"/><Relationship Id="rId98" Type="http://schemas.openxmlformats.org/officeDocument/2006/relationships/image" Target="../media/image46.png"/><Relationship Id="rId121" Type="http://schemas.openxmlformats.org/officeDocument/2006/relationships/customXml" Target="../ink/ink63.xml"/><Relationship Id="rId142" Type="http://schemas.openxmlformats.org/officeDocument/2006/relationships/customXml" Target="../ink/ink76.xml"/><Relationship Id="rId3" Type="http://schemas.openxmlformats.org/officeDocument/2006/relationships/image" Target="../media/image1.png"/><Relationship Id="rId25" Type="http://schemas.openxmlformats.org/officeDocument/2006/relationships/image" Target="../media/image9.png"/><Relationship Id="rId46" Type="http://schemas.openxmlformats.org/officeDocument/2006/relationships/image" Target="../media/image20.png"/><Relationship Id="rId67" Type="http://schemas.openxmlformats.org/officeDocument/2006/relationships/customXml" Target="../ink/ink29.xml"/><Relationship Id="rId116" Type="http://schemas.openxmlformats.org/officeDocument/2006/relationships/image" Target="../media/image50.png"/><Relationship Id="rId137" Type="http://schemas.openxmlformats.org/officeDocument/2006/relationships/customXml" Target="../ink/ink73.xml"/><Relationship Id="rId20" Type="http://schemas.openxmlformats.org/officeDocument/2006/relationships/customXml" Target="../ink/ink5.xml"/><Relationship Id="rId41" Type="http://schemas.openxmlformats.org/officeDocument/2006/relationships/customXml" Target="../ink/ink16.xml"/><Relationship Id="rId62" Type="http://schemas.openxmlformats.org/officeDocument/2006/relationships/image" Target="../media/image28.png"/><Relationship Id="rId83" Type="http://schemas.openxmlformats.org/officeDocument/2006/relationships/customXml" Target="../ink/ink37.xml"/><Relationship Id="rId88" Type="http://schemas.openxmlformats.org/officeDocument/2006/relationships/image" Target="../media/image41.png"/><Relationship Id="rId111" Type="http://schemas.openxmlformats.org/officeDocument/2006/relationships/customXml" Target="../ink/ink55.xml"/><Relationship Id="rId132" Type="http://schemas.openxmlformats.org/officeDocument/2006/relationships/customXml" Target="../ink/ink71.xml"/><Relationship Id="rId153" Type="http://schemas.openxmlformats.org/officeDocument/2006/relationships/customXml" Target="../ink/ink87.xml"/><Relationship Id="rId15" Type="http://schemas.openxmlformats.org/officeDocument/2006/relationships/image" Target="../media/image8.png"/><Relationship Id="rId36" Type="http://schemas.openxmlformats.org/officeDocument/2006/relationships/image" Target="../media/image15.png"/><Relationship Id="rId57" Type="http://schemas.openxmlformats.org/officeDocument/2006/relationships/customXml" Target="../ink/ink24.xml"/><Relationship Id="rId106" Type="http://schemas.openxmlformats.org/officeDocument/2006/relationships/customXml" Target="../ink/ink50.xml"/><Relationship Id="rId127" Type="http://schemas.openxmlformats.org/officeDocument/2006/relationships/image" Target="../media/image51.png"/><Relationship Id="rId31" Type="http://schemas.openxmlformats.org/officeDocument/2006/relationships/customXml" Target="../ink/ink11.xml"/><Relationship Id="rId52" Type="http://schemas.openxmlformats.org/officeDocument/2006/relationships/image" Target="../media/image23.png"/><Relationship Id="rId73" Type="http://schemas.openxmlformats.org/officeDocument/2006/relationships/customXml" Target="../ink/ink32.xml"/><Relationship Id="rId78" Type="http://schemas.openxmlformats.org/officeDocument/2006/relationships/image" Target="../media/image36.png"/><Relationship Id="rId94" Type="http://schemas.openxmlformats.org/officeDocument/2006/relationships/image" Target="../media/image44.png"/><Relationship Id="rId99" Type="http://schemas.openxmlformats.org/officeDocument/2006/relationships/customXml" Target="../ink/ink45.xml"/><Relationship Id="rId101" Type="http://schemas.openxmlformats.org/officeDocument/2006/relationships/customXml" Target="../ink/ink46.xml"/><Relationship Id="rId122" Type="http://schemas.openxmlformats.org/officeDocument/2006/relationships/customXml" Target="../ink/ink64.xml"/><Relationship Id="rId143" Type="http://schemas.openxmlformats.org/officeDocument/2006/relationships/customXml" Target="../ink/ink77.xml"/><Relationship Id="rId148" Type="http://schemas.openxmlformats.org/officeDocument/2006/relationships/customXml" Target="../ink/ink82.xml"/><Relationship Id="rId4" Type="http://schemas.openxmlformats.org/officeDocument/2006/relationships/customXml" Target="../ink/ink2.xml"/><Relationship Id="rId9" Type="http://schemas.openxmlformats.org/officeDocument/2006/relationships/image" Target="../media/image59.png"/><Relationship Id="rId26" Type="http://schemas.openxmlformats.org/officeDocument/2006/relationships/customXml" Target="../ink/ink9.xml"/><Relationship Id="rId47" Type="http://schemas.openxmlformats.org/officeDocument/2006/relationships/customXml" Target="../ink/ink19.xml"/><Relationship Id="rId68" Type="http://schemas.openxmlformats.org/officeDocument/2006/relationships/image" Target="../media/image31.png"/><Relationship Id="rId89" Type="http://schemas.openxmlformats.org/officeDocument/2006/relationships/customXml" Target="../ink/ink40.xml"/><Relationship Id="rId112" Type="http://schemas.openxmlformats.org/officeDocument/2006/relationships/customXml" Target="../ink/ink56.xml"/><Relationship Id="rId133" Type="http://schemas.openxmlformats.org/officeDocument/2006/relationships/image" Target="../media/image54.png"/><Relationship Id="rId154" Type="http://schemas.openxmlformats.org/officeDocument/2006/relationships/customXml" Target="../ink/ink88.xml"/><Relationship Id="rId16" Type="http://schemas.openxmlformats.org/officeDocument/2006/relationships/customXml" Target="../ink/ink4.xml"/><Relationship Id="rId37" Type="http://schemas.openxmlformats.org/officeDocument/2006/relationships/customXml" Target="../ink/ink14.xml"/><Relationship Id="rId58" Type="http://schemas.openxmlformats.org/officeDocument/2006/relationships/image" Target="../media/image26.png"/><Relationship Id="rId79" Type="http://schemas.openxmlformats.org/officeDocument/2006/relationships/customXml" Target="../ink/ink35.xml"/><Relationship Id="rId102" Type="http://schemas.openxmlformats.org/officeDocument/2006/relationships/image" Target="../media/image48.png"/><Relationship Id="rId123" Type="http://schemas.openxmlformats.org/officeDocument/2006/relationships/customXml" Target="../ink/ink65.xml"/><Relationship Id="rId144" Type="http://schemas.openxmlformats.org/officeDocument/2006/relationships/customXml" Target="../ink/ink78.xml"/><Relationship Id="rId90"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Group 84">
            <a:extLst>
              <a:ext uri="{FF2B5EF4-FFF2-40B4-BE49-F238E27FC236}">
                <a16:creationId xmlns:a16="http://schemas.microsoft.com/office/drawing/2014/main" id="{1811F878-0409-81A4-2C35-03D067D48AE9}"/>
              </a:ext>
            </a:extLst>
          </p:cNvPr>
          <p:cNvGrpSpPr/>
          <p:nvPr/>
        </p:nvGrpSpPr>
        <p:grpSpPr>
          <a:xfrm>
            <a:off x="659732" y="213895"/>
            <a:ext cx="3201517" cy="489878"/>
            <a:chOff x="876300" y="863600"/>
            <a:chExt cx="3201517" cy="489878"/>
          </a:xfrm>
        </p:grpSpPr>
        <p:sp>
          <p:nvSpPr>
            <p:cNvPr id="4" name="TextBox 3">
              <a:extLst>
                <a:ext uri="{FF2B5EF4-FFF2-40B4-BE49-F238E27FC236}">
                  <a16:creationId xmlns:a16="http://schemas.microsoft.com/office/drawing/2014/main" id="{6A9564FA-0EEE-89F1-0499-EF7796D5CCEE}"/>
                </a:ext>
              </a:extLst>
            </p:cNvPr>
            <p:cNvSpPr txBox="1"/>
            <p:nvPr/>
          </p:nvSpPr>
          <p:spPr>
            <a:xfrm>
              <a:off x="876300" y="863600"/>
              <a:ext cx="3201517" cy="489878"/>
            </a:xfrm>
            <a:prstGeom prst="rect">
              <a:avLst/>
            </a:prstGeom>
            <a:noFill/>
          </p:spPr>
          <p:txBody>
            <a:bodyPr wrap="none" rtlCol="0">
              <a:spAutoFit/>
            </a:bodyPr>
            <a:lstStyle/>
            <a:p>
              <a:pPr>
                <a:lnSpc>
                  <a:spcPts val="3100"/>
                </a:lnSpc>
              </a:pPr>
              <a:r>
                <a:rPr lang="en-US" sz="3200" b="1" dirty="0">
                  <a:latin typeface="SKETCHNOTE" pitchFamily="50" charset="0"/>
                </a:rPr>
                <a:t>Process Problem</a:t>
              </a:r>
              <a:endParaRPr lang="en-IN" sz="3200" b="1" dirty="0">
                <a:latin typeface="SKETCHNOTE" pitchFamily="50" charset="0"/>
              </a:endParaRP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B0AD66B3-C7C1-2A9F-9BEE-949D7A4C7722}"/>
                    </a:ext>
                  </a:extLst>
                </p14:cNvPr>
                <p14:cNvContentPartPr/>
                <p14:nvPr/>
              </p14:nvContentPartPr>
              <p14:xfrm>
                <a:off x="1053860" y="1091620"/>
                <a:ext cx="2832120" cy="38880"/>
              </p14:xfrm>
            </p:contentPart>
          </mc:Choice>
          <mc:Fallback xmlns="">
            <p:pic>
              <p:nvPicPr>
                <p:cNvPr id="3" name="Ink 2">
                  <a:extLst>
                    <a:ext uri="{FF2B5EF4-FFF2-40B4-BE49-F238E27FC236}">
                      <a16:creationId xmlns:a16="http://schemas.microsoft.com/office/drawing/2014/main" id="{B0AD66B3-C7C1-2A9F-9BEE-949D7A4C7722}"/>
                    </a:ext>
                  </a:extLst>
                </p:cNvPr>
                <p:cNvPicPr/>
                <p:nvPr/>
              </p:nvPicPr>
              <p:blipFill>
                <a:blip r:embed="rId3"/>
                <a:stretch>
                  <a:fillRect/>
                </a:stretch>
              </p:blipFill>
              <p:spPr>
                <a:xfrm>
                  <a:off x="981860" y="947620"/>
                  <a:ext cx="2975760" cy="326520"/>
                </a:xfrm>
                <a:prstGeom prst="rect">
                  <a:avLst/>
                </a:prstGeom>
              </p:spPr>
            </p:pic>
          </mc:Fallback>
        </mc:AlternateContent>
      </p:grpSp>
      <p:grpSp>
        <p:nvGrpSpPr>
          <p:cNvPr id="71" name="Group 70">
            <a:extLst>
              <a:ext uri="{FF2B5EF4-FFF2-40B4-BE49-F238E27FC236}">
                <a16:creationId xmlns:a16="http://schemas.microsoft.com/office/drawing/2014/main" id="{5FA6A263-0FC2-74CA-C03D-F493A2D201C2}"/>
              </a:ext>
            </a:extLst>
          </p:cNvPr>
          <p:cNvGrpSpPr/>
          <p:nvPr/>
        </p:nvGrpSpPr>
        <p:grpSpPr>
          <a:xfrm>
            <a:off x="488490" y="4241506"/>
            <a:ext cx="3700434" cy="353859"/>
            <a:chOff x="437927" y="5587477"/>
            <a:chExt cx="3700434" cy="353859"/>
          </a:xfrm>
        </p:grpSpPr>
        <p:grpSp>
          <p:nvGrpSpPr>
            <p:cNvPr id="20" name="Group 19">
              <a:extLst>
                <a:ext uri="{FF2B5EF4-FFF2-40B4-BE49-F238E27FC236}">
                  <a16:creationId xmlns:a16="http://schemas.microsoft.com/office/drawing/2014/main" id="{A50B7FAF-2818-5DB0-98B0-0521D589A266}"/>
                </a:ext>
              </a:extLst>
            </p:cNvPr>
            <p:cNvGrpSpPr/>
            <p:nvPr/>
          </p:nvGrpSpPr>
          <p:grpSpPr>
            <a:xfrm>
              <a:off x="437927" y="5587477"/>
              <a:ext cx="3700434" cy="353859"/>
              <a:chOff x="413033" y="5330455"/>
              <a:chExt cx="3700434" cy="353859"/>
            </a:xfrm>
          </p:grpSpPr>
          <p:grpSp>
            <p:nvGrpSpPr>
              <p:cNvPr id="21" name="Group 20">
                <a:extLst>
                  <a:ext uri="{FF2B5EF4-FFF2-40B4-BE49-F238E27FC236}">
                    <a16:creationId xmlns:a16="http://schemas.microsoft.com/office/drawing/2014/main" id="{4C624718-626B-0DA8-3EFB-14A681DC6938}"/>
                  </a:ext>
                </a:extLst>
              </p:cNvPr>
              <p:cNvGrpSpPr/>
              <p:nvPr/>
            </p:nvGrpSpPr>
            <p:grpSpPr>
              <a:xfrm>
                <a:off x="413033" y="5330455"/>
                <a:ext cx="302858" cy="338554"/>
                <a:chOff x="460732" y="5420624"/>
                <a:chExt cx="302858" cy="338554"/>
              </a:xfrm>
            </p:grpSpPr>
            <p:sp>
              <p:nvSpPr>
                <p:cNvPr id="23" name="Google Shape;1000;p34">
                  <a:extLst>
                    <a:ext uri="{FF2B5EF4-FFF2-40B4-BE49-F238E27FC236}">
                      <a16:creationId xmlns:a16="http://schemas.microsoft.com/office/drawing/2014/main" id="{4BCBE376-1814-DAF7-00B3-B26D1770782C}"/>
                    </a:ext>
                  </a:extLst>
                </p:cNvPr>
                <p:cNvSpPr/>
                <p:nvPr/>
              </p:nvSpPr>
              <p:spPr>
                <a:xfrm>
                  <a:off x="460733" y="5472043"/>
                  <a:ext cx="235717" cy="235716"/>
                </a:xfrm>
                <a:custGeom>
                  <a:avLst/>
                  <a:gdLst>
                    <a:gd name="connsiteX0" fmla="*/ 0 w 235717"/>
                    <a:gd name="connsiteY0" fmla="*/ 117858 h 235716"/>
                    <a:gd name="connsiteX1" fmla="*/ 117859 w 235717"/>
                    <a:gd name="connsiteY1" fmla="*/ 0 h 235716"/>
                    <a:gd name="connsiteX2" fmla="*/ 235718 w 235717"/>
                    <a:gd name="connsiteY2" fmla="*/ 117858 h 235716"/>
                    <a:gd name="connsiteX3" fmla="*/ 117859 w 235717"/>
                    <a:gd name="connsiteY3" fmla="*/ 235716 h 235716"/>
                    <a:gd name="connsiteX4" fmla="*/ 0 w 235717"/>
                    <a:gd name="connsiteY4" fmla="*/ 117858 h 235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717" h="235716" fill="none" extrusionOk="0">
                      <a:moveTo>
                        <a:pt x="0" y="117858"/>
                      </a:moveTo>
                      <a:cubicBezTo>
                        <a:pt x="-13433" y="48766"/>
                        <a:pt x="56573" y="12169"/>
                        <a:pt x="117859" y="0"/>
                      </a:cubicBezTo>
                      <a:cubicBezTo>
                        <a:pt x="190243" y="-7154"/>
                        <a:pt x="238856" y="63405"/>
                        <a:pt x="235718" y="117858"/>
                      </a:cubicBezTo>
                      <a:cubicBezTo>
                        <a:pt x="240958" y="178602"/>
                        <a:pt x="172291" y="234765"/>
                        <a:pt x="117859" y="235716"/>
                      </a:cubicBezTo>
                      <a:cubicBezTo>
                        <a:pt x="54388" y="249229"/>
                        <a:pt x="-8751" y="183026"/>
                        <a:pt x="0" y="117858"/>
                      </a:cubicBezTo>
                      <a:close/>
                    </a:path>
                    <a:path w="235717" h="235716" stroke="0" extrusionOk="0">
                      <a:moveTo>
                        <a:pt x="0" y="117858"/>
                      </a:moveTo>
                      <a:cubicBezTo>
                        <a:pt x="-4182" y="55958"/>
                        <a:pt x="67326" y="11312"/>
                        <a:pt x="117859" y="0"/>
                      </a:cubicBezTo>
                      <a:cubicBezTo>
                        <a:pt x="179998" y="3174"/>
                        <a:pt x="237403" y="42977"/>
                        <a:pt x="235718" y="117858"/>
                      </a:cubicBezTo>
                      <a:cubicBezTo>
                        <a:pt x="233216" y="181402"/>
                        <a:pt x="191302" y="236538"/>
                        <a:pt x="117859" y="235716"/>
                      </a:cubicBezTo>
                      <a:cubicBezTo>
                        <a:pt x="42767" y="235371"/>
                        <a:pt x="-11765" y="172573"/>
                        <a:pt x="0" y="117858"/>
                      </a:cubicBezTo>
                      <a:close/>
                    </a:path>
                  </a:pathLst>
                </a:custGeom>
                <a:solidFill>
                  <a:srgbClr val="FFC000"/>
                </a:solidFill>
                <a:ln>
                  <a:solidFill>
                    <a:schemeClr val="bg1"/>
                  </a:solidFill>
                  <a:extLst>
                    <a:ext uri="{C807C97D-BFC1-408E-A445-0C87EB9F89A2}">
                      <ask:lineSketchStyleProps xmlns:ask="http://schemas.microsoft.com/office/drawing/2018/sketchyshapes" sd="1763027980">
                        <a:prstGeom prst="ellipse">
                          <a:avLst/>
                        </a:prstGeom>
                        <ask:type>
                          <ask:lineSketchScribble/>
                        </ask:type>
                      </ask:lineSketchStyleProps>
                    </a:ext>
                  </a:extLst>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000;p34">
                  <a:extLst>
                    <a:ext uri="{FF2B5EF4-FFF2-40B4-BE49-F238E27FC236}">
                      <a16:creationId xmlns:a16="http://schemas.microsoft.com/office/drawing/2014/main" id="{9D400695-D547-022B-CF66-B7D2E65E0903}"/>
                    </a:ext>
                  </a:extLst>
                </p:cNvPr>
                <p:cNvSpPr/>
                <p:nvPr/>
              </p:nvSpPr>
              <p:spPr>
                <a:xfrm>
                  <a:off x="493461" y="5472043"/>
                  <a:ext cx="235717" cy="235716"/>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002;p34">
                  <a:extLst>
                    <a:ext uri="{FF2B5EF4-FFF2-40B4-BE49-F238E27FC236}">
                      <a16:creationId xmlns:a16="http://schemas.microsoft.com/office/drawing/2014/main" id="{5085780B-F92C-C95E-99C7-C360B346A1C6}"/>
                    </a:ext>
                  </a:extLst>
                </p:cNvPr>
                <p:cNvSpPr/>
                <p:nvPr/>
              </p:nvSpPr>
              <p:spPr>
                <a:xfrm>
                  <a:off x="475590" y="5462378"/>
                  <a:ext cx="288000" cy="255046"/>
                </a:xfrm>
                <a:custGeom>
                  <a:avLst/>
                  <a:gdLst>
                    <a:gd name="connsiteX0" fmla="*/ 160356 w 288000"/>
                    <a:gd name="connsiteY0" fmla="*/ 18402 h 255046"/>
                    <a:gd name="connsiteX1" fmla="*/ 224664 w 288000"/>
                    <a:gd name="connsiteY1" fmla="*/ 48954 h 255046"/>
                    <a:gd name="connsiteX2" fmla="*/ 227730 w 288000"/>
                    <a:gd name="connsiteY2" fmla="*/ 50263 h 255046"/>
                    <a:gd name="connsiteX3" fmla="*/ 232968 w 288000"/>
                    <a:gd name="connsiteY3" fmla="*/ 45919 h 255046"/>
                    <a:gd name="connsiteX4" fmla="*/ 240728 w 288000"/>
                    <a:gd name="connsiteY4" fmla="*/ 168219 h 255046"/>
                    <a:gd name="connsiteX5" fmla="*/ 147114 w 288000"/>
                    <a:gd name="connsiteY5" fmla="*/ 234833 h 255046"/>
                    <a:gd name="connsiteX6" fmla="*/ 97790 w 288000"/>
                    <a:gd name="connsiteY6" fmla="*/ 220937 h 255046"/>
                    <a:gd name="connsiteX7" fmla="*/ 160356 w 288000"/>
                    <a:gd name="connsiteY7" fmla="*/ 18402 h 255046"/>
                    <a:gd name="connsiteX8" fmla="*/ 150471 w 288000"/>
                    <a:gd name="connsiteY8" fmla="*/ 0 h 255046"/>
                    <a:gd name="connsiteX9" fmla="*/ 82645 w 288000"/>
                    <a:gd name="connsiteY9" fmla="*/ 25889 h 255046"/>
                    <a:gd name="connsiteX10" fmla="*/ 62577 w 288000"/>
                    <a:gd name="connsiteY10" fmla="*/ 223236 h 255046"/>
                    <a:gd name="connsiteX11" fmla="*/ 143538 w 288000"/>
                    <a:gd name="connsiteY11" fmla="*/ 255046 h 255046"/>
                    <a:gd name="connsiteX12" fmla="*/ 241979 w 288000"/>
                    <a:gd name="connsiteY12" fmla="*/ 200824 h 255046"/>
                    <a:gd name="connsiteX13" fmla="*/ 230295 w 288000"/>
                    <a:gd name="connsiteY13" fmla="*/ 23634 h 255046"/>
                    <a:gd name="connsiteX14" fmla="*/ 228044 w 288000"/>
                    <a:gd name="connsiteY14" fmla="*/ 22918 h 255046"/>
                    <a:gd name="connsiteX15" fmla="*/ 223914 w 288000"/>
                    <a:gd name="connsiteY15" fmla="*/ 30269 h 255046"/>
                    <a:gd name="connsiteX16" fmla="*/ 229461 w 288000"/>
                    <a:gd name="connsiteY16" fmla="*/ 39546 h 255046"/>
                    <a:gd name="connsiteX17" fmla="*/ 150471 w 288000"/>
                    <a:gd name="connsiteY17" fmla="*/ 0 h 255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8000" h="255046" fill="none" extrusionOk="0">
                      <a:moveTo>
                        <a:pt x="160356" y="18402"/>
                      </a:moveTo>
                      <a:cubicBezTo>
                        <a:pt x="188572" y="18797"/>
                        <a:pt x="198180" y="27795"/>
                        <a:pt x="224664" y="48954"/>
                      </a:cubicBezTo>
                      <a:cubicBezTo>
                        <a:pt x="225504" y="49631"/>
                        <a:pt x="226757" y="50459"/>
                        <a:pt x="227730" y="50263"/>
                      </a:cubicBezTo>
                      <a:cubicBezTo>
                        <a:pt x="230353" y="50108"/>
                        <a:pt x="232896" y="47917"/>
                        <a:pt x="232968" y="45919"/>
                      </a:cubicBezTo>
                      <a:cubicBezTo>
                        <a:pt x="244884" y="89878"/>
                        <a:pt x="255039" y="133691"/>
                        <a:pt x="240728" y="168219"/>
                      </a:cubicBezTo>
                      <a:cubicBezTo>
                        <a:pt x="221877" y="210703"/>
                        <a:pt x="188594" y="235696"/>
                        <a:pt x="147114" y="234833"/>
                      </a:cubicBezTo>
                      <a:cubicBezTo>
                        <a:pt x="130178" y="233885"/>
                        <a:pt x="113895" y="230946"/>
                        <a:pt x="97790" y="220937"/>
                      </a:cubicBezTo>
                      <a:cubicBezTo>
                        <a:pt x="4684" y="169303"/>
                        <a:pt x="59321" y="21754"/>
                        <a:pt x="160356" y="18402"/>
                      </a:cubicBezTo>
                      <a:close/>
                      <a:moveTo>
                        <a:pt x="150471" y="0"/>
                      </a:moveTo>
                      <a:cubicBezTo>
                        <a:pt x="127746" y="2797"/>
                        <a:pt x="103133" y="15608"/>
                        <a:pt x="82645" y="25889"/>
                      </a:cubicBezTo>
                      <a:cubicBezTo>
                        <a:pt x="23118" y="63577"/>
                        <a:pt x="12724" y="174347"/>
                        <a:pt x="62577" y="223236"/>
                      </a:cubicBezTo>
                      <a:cubicBezTo>
                        <a:pt x="86094" y="242858"/>
                        <a:pt x="121593" y="255752"/>
                        <a:pt x="143538" y="255046"/>
                      </a:cubicBezTo>
                      <a:cubicBezTo>
                        <a:pt x="191366" y="259431"/>
                        <a:pt x="226256" y="238235"/>
                        <a:pt x="241979" y="200824"/>
                      </a:cubicBezTo>
                      <a:cubicBezTo>
                        <a:pt x="272812" y="156843"/>
                        <a:pt x="298094" y="51340"/>
                        <a:pt x="230295" y="23634"/>
                      </a:cubicBezTo>
                      <a:cubicBezTo>
                        <a:pt x="229522" y="23155"/>
                        <a:pt x="228754" y="23065"/>
                        <a:pt x="228044" y="22918"/>
                      </a:cubicBezTo>
                      <a:cubicBezTo>
                        <a:pt x="224655" y="22543"/>
                        <a:pt x="222380" y="27649"/>
                        <a:pt x="223914" y="30269"/>
                      </a:cubicBezTo>
                      <a:cubicBezTo>
                        <a:pt x="226593" y="32903"/>
                        <a:pt x="227835" y="36569"/>
                        <a:pt x="229461" y="39546"/>
                      </a:cubicBezTo>
                      <a:cubicBezTo>
                        <a:pt x="208012" y="14264"/>
                        <a:pt x="178765" y="2434"/>
                        <a:pt x="150471" y="0"/>
                      </a:cubicBezTo>
                      <a:close/>
                    </a:path>
                    <a:path w="288000" h="255046" stroke="0" extrusionOk="0">
                      <a:moveTo>
                        <a:pt x="160356" y="18402"/>
                      </a:moveTo>
                      <a:cubicBezTo>
                        <a:pt x="180413" y="23970"/>
                        <a:pt x="202966" y="28993"/>
                        <a:pt x="224664" y="48954"/>
                      </a:cubicBezTo>
                      <a:cubicBezTo>
                        <a:pt x="225515" y="50097"/>
                        <a:pt x="226612" y="50004"/>
                        <a:pt x="227730" y="50263"/>
                      </a:cubicBezTo>
                      <a:cubicBezTo>
                        <a:pt x="230208" y="50347"/>
                        <a:pt x="232635" y="48163"/>
                        <a:pt x="232968" y="45919"/>
                      </a:cubicBezTo>
                      <a:cubicBezTo>
                        <a:pt x="250648" y="83768"/>
                        <a:pt x="262706" y="125089"/>
                        <a:pt x="240728" y="168219"/>
                      </a:cubicBezTo>
                      <a:cubicBezTo>
                        <a:pt x="229512" y="211933"/>
                        <a:pt x="188772" y="227953"/>
                        <a:pt x="147114" y="234833"/>
                      </a:cubicBezTo>
                      <a:cubicBezTo>
                        <a:pt x="128053" y="238492"/>
                        <a:pt x="116265" y="228903"/>
                        <a:pt x="97790" y="220937"/>
                      </a:cubicBezTo>
                      <a:cubicBezTo>
                        <a:pt x="10877" y="178989"/>
                        <a:pt x="74896" y="14131"/>
                        <a:pt x="160356" y="18402"/>
                      </a:cubicBezTo>
                      <a:close/>
                      <a:moveTo>
                        <a:pt x="150471" y="0"/>
                      </a:moveTo>
                      <a:cubicBezTo>
                        <a:pt x="130257" y="2738"/>
                        <a:pt x="107824" y="8716"/>
                        <a:pt x="82645" y="25889"/>
                      </a:cubicBezTo>
                      <a:cubicBezTo>
                        <a:pt x="32672" y="53632"/>
                        <a:pt x="-15279" y="172579"/>
                        <a:pt x="62577" y="223236"/>
                      </a:cubicBezTo>
                      <a:cubicBezTo>
                        <a:pt x="87447" y="240112"/>
                        <a:pt x="116770" y="254791"/>
                        <a:pt x="143538" y="255046"/>
                      </a:cubicBezTo>
                      <a:cubicBezTo>
                        <a:pt x="181455" y="254405"/>
                        <a:pt x="215575" y="248220"/>
                        <a:pt x="241979" y="200824"/>
                      </a:cubicBezTo>
                      <a:cubicBezTo>
                        <a:pt x="272995" y="144381"/>
                        <a:pt x="273601" y="54569"/>
                        <a:pt x="230295" y="23634"/>
                      </a:cubicBezTo>
                      <a:cubicBezTo>
                        <a:pt x="229552" y="23125"/>
                        <a:pt x="228965" y="22873"/>
                        <a:pt x="228044" y="22918"/>
                      </a:cubicBezTo>
                      <a:cubicBezTo>
                        <a:pt x="224393" y="22452"/>
                        <a:pt x="221341" y="26957"/>
                        <a:pt x="223914" y="30269"/>
                      </a:cubicBezTo>
                      <a:cubicBezTo>
                        <a:pt x="225234" y="33455"/>
                        <a:pt x="227463" y="37182"/>
                        <a:pt x="229461" y="39546"/>
                      </a:cubicBezTo>
                      <a:cubicBezTo>
                        <a:pt x="205841" y="11103"/>
                        <a:pt x="180145" y="5058"/>
                        <a:pt x="150471" y="0"/>
                      </a:cubicBezTo>
                      <a:close/>
                    </a:path>
                  </a:pathLst>
                </a:custGeom>
                <a:solidFill>
                  <a:srgbClr val="000000"/>
                </a:solidFill>
                <a:ln>
                  <a:solidFill>
                    <a:schemeClr val="tx1"/>
                  </a:solidFill>
                  <a:extLst>
                    <a:ext uri="{C807C97D-BFC1-408E-A445-0C87EB9F89A2}">
                      <ask:lineSketchStyleProps xmlns:ask="http://schemas.microsoft.com/office/drawing/2018/sketchyshapes" sd="2776833075">
                        <a:custGeom>
                          <a:avLst/>
                          <a:gdLst/>
                          <a:ahLst/>
                          <a:cxnLst/>
                          <a:rect l="l" t="t" r="r" b="b"/>
                          <a:pathLst>
                            <a:path w="75229" h="64112" extrusionOk="0">
                              <a:moveTo>
                                <a:pt x="41887" y="4626"/>
                              </a:moveTo>
                              <a:cubicBezTo>
                                <a:pt x="47489" y="4626"/>
                                <a:pt x="53298" y="6884"/>
                                <a:pt x="58685" y="12306"/>
                              </a:cubicBezTo>
                              <a:cubicBezTo>
                                <a:pt x="58916" y="12537"/>
                                <a:pt x="59201" y="12635"/>
                                <a:pt x="59486" y="12635"/>
                              </a:cubicBezTo>
                              <a:cubicBezTo>
                                <a:pt x="60128" y="12635"/>
                                <a:pt x="60778" y="12139"/>
                                <a:pt x="60854" y="11543"/>
                              </a:cubicBezTo>
                              <a:cubicBezTo>
                                <a:pt x="66281" y="21275"/>
                                <a:pt x="68428" y="31323"/>
                                <a:pt x="62881" y="42286"/>
                              </a:cubicBezTo>
                              <a:cubicBezTo>
                                <a:pt x="57711" y="52502"/>
                                <a:pt x="48612" y="59031"/>
                                <a:pt x="38428" y="59031"/>
                              </a:cubicBezTo>
                              <a:cubicBezTo>
                                <a:pt x="34250" y="59031"/>
                                <a:pt x="29890" y="57932"/>
                                <a:pt x="25544" y="55538"/>
                              </a:cubicBezTo>
                              <a:cubicBezTo>
                                <a:pt x="1" y="41474"/>
                                <a:pt x="19257" y="4626"/>
                                <a:pt x="41887" y="4626"/>
                              </a:cubicBezTo>
                              <a:close/>
                              <a:moveTo>
                                <a:pt x="39305" y="0"/>
                              </a:moveTo>
                              <a:cubicBezTo>
                                <a:pt x="33188" y="0"/>
                                <a:pt x="26964" y="2142"/>
                                <a:pt x="21588" y="6508"/>
                              </a:cubicBezTo>
                              <a:cubicBezTo>
                                <a:pt x="8695" y="16981"/>
                                <a:pt x="1731" y="44074"/>
                                <a:pt x="16346" y="56116"/>
                              </a:cubicBezTo>
                              <a:cubicBezTo>
                                <a:pt x="22887" y="61508"/>
                                <a:pt x="30274" y="64112"/>
                                <a:pt x="37494" y="64112"/>
                              </a:cubicBezTo>
                              <a:cubicBezTo>
                                <a:pt x="47185" y="64112"/>
                                <a:pt x="56575" y="59419"/>
                                <a:pt x="63208" y="50482"/>
                              </a:cubicBezTo>
                              <a:cubicBezTo>
                                <a:pt x="72711" y="37655"/>
                                <a:pt x="75228" y="15749"/>
                                <a:pt x="60156" y="5941"/>
                              </a:cubicBezTo>
                              <a:cubicBezTo>
                                <a:pt x="59966" y="5816"/>
                                <a:pt x="59765" y="5761"/>
                                <a:pt x="59568" y="5761"/>
                              </a:cubicBezTo>
                              <a:cubicBezTo>
                                <a:pt x="58720" y="5761"/>
                                <a:pt x="57958" y="6786"/>
                                <a:pt x="58489" y="7609"/>
                              </a:cubicBezTo>
                              <a:cubicBezTo>
                                <a:pt x="58990" y="8382"/>
                                <a:pt x="59470" y="9167"/>
                                <a:pt x="59938" y="9941"/>
                              </a:cubicBezTo>
                              <a:cubicBezTo>
                                <a:pt x="54481" y="3368"/>
                                <a:pt x="46977" y="0"/>
                                <a:pt x="39305" y="0"/>
                              </a:cubicBezTo>
                              <a:close/>
                            </a:path>
                          </a:pathLst>
                        </a:custGeom>
                        <ask:type>
                          <ask:lineSketchScribble/>
                        </ask:type>
                      </ask:lineSketchStyleProps>
                    </a:ext>
                  </a:extLst>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TextBox 37">
                  <a:extLst>
                    <a:ext uri="{FF2B5EF4-FFF2-40B4-BE49-F238E27FC236}">
                      <a16:creationId xmlns:a16="http://schemas.microsoft.com/office/drawing/2014/main" id="{2E85D22B-B54E-D7FB-D43D-C9AF32E85468}"/>
                    </a:ext>
                  </a:extLst>
                </p:cNvPr>
                <p:cNvSpPr txBox="1"/>
                <p:nvPr/>
              </p:nvSpPr>
              <p:spPr>
                <a:xfrm>
                  <a:off x="460732" y="5420624"/>
                  <a:ext cx="300082" cy="338554"/>
                </a:xfrm>
                <a:prstGeom prst="rect">
                  <a:avLst/>
                </a:prstGeom>
                <a:noFill/>
              </p:spPr>
              <p:txBody>
                <a:bodyPr wrap="none" rtlCol="0">
                  <a:spAutoFit/>
                </a:bodyPr>
                <a:lstStyle/>
                <a:p>
                  <a:r>
                    <a:rPr lang="en-US" sz="1600" dirty="0">
                      <a:latin typeface="Permanent Marker" panose="02000000000000000000" pitchFamily="2" charset="0"/>
                    </a:rPr>
                    <a:t>3</a:t>
                  </a:r>
                  <a:endParaRPr lang="en-IN" sz="1600" dirty="0">
                    <a:latin typeface="Permanent Marker" panose="02000000000000000000" pitchFamily="2" charset="0"/>
                  </a:endParaRPr>
                </a:p>
              </p:txBody>
            </p:sp>
          </p:grpSp>
          <p:sp>
            <p:nvSpPr>
              <p:cNvPr id="22" name="TextBox 21">
                <a:extLst>
                  <a:ext uri="{FF2B5EF4-FFF2-40B4-BE49-F238E27FC236}">
                    <a16:creationId xmlns:a16="http://schemas.microsoft.com/office/drawing/2014/main" id="{5FD9F7F2-709D-90E6-1615-9AF87CB85D81}"/>
                  </a:ext>
                </a:extLst>
              </p:cNvPr>
              <p:cNvSpPr txBox="1"/>
              <p:nvPr/>
            </p:nvSpPr>
            <p:spPr>
              <a:xfrm>
                <a:off x="665344" y="5345760"/>
                <a:ext cx="3448123" cy="338554"/>
              </a:xfrm>
              <a:prstGeom prst="rect">
                <a:avLst/>
              </a:prstGeom>
              <a:noFill/>
            </p:spPr>
            <p:txBody>
              <a:bodyPr wrap="none" rtlCol="0">
                <a:spAutoFit/>
              </a:bodyPr>
              <a:lstStyle/>
              <a:p>
                <a:r>
                  <a:rPr lang="en-US" sz="1600" spc="100" dirty="0">
                    <a:latin typeface="Ballpoint" pitchFamily="50" charset="0"/>
                  </a:rPr>
                  <a:t>Downstream FIC-08 recorded NO VALUE</a:t>
                </a:r>
              </a:p>
            </p:txBody>
          </p:sp>
        </p:grpSp>
        <mc:AlternateContent xmlns:mc="http://schemas.openxmlformats.org/markup-compatibility/2006">
          <mc:Choice xmlns:p14="http://schemas.microsoft.com/office/powerpoint/2010/main" Requires="p14">
            <p:contentPart p14:bwMode="auto" r:id="rId4">
              <p14:nvContentPartPr>
                <p14:cNvPr id="43" name="Ink 42">
                  <a:extLst>
                    <a:ext uri="{FF2B5EF4-FFF2-40B4-BE49-F238E27FC236}">
                      <a16:creationId xmlns:a16="http://schemas.microsoft.com/office/drawing/2014/main" id="{F638E744-2822-58DC-2746-764C4CF142E5}"/>
                    </a:ext>
                  </a:extLst>
                </p14:cNvPr>
                <p14:cNvContentPartPr/>
                <p14:nvPr/>
              </p14:nvContentPartPr>
              <p14:xfrm>
                <a:off x="3309955" y="5762490"/>
                <a:ext cx="457920" cy="360"/>
              </p14:xfrm>
            </p:contentPart>
          </mc:Choice>
          <mc:Fallback>
            <p:pic>
              <p:nvPicPr>
                <p:cNvPr id="43" name="Ink 42">
                  <a:extLst>
                    <a:ext uri="{FF2B5EF4-FFF2-40B4-BE49-F238E27FC236}">
                      <a16:creationId xmlns:a16="http://schemas.microsoft.com/office/drawing/2014/main" id="{F638E744-2822-58DC-2746-764C4CF142E5}"/>
                    </a:ext>
                  </a:extLst>
                </p:cNvPr>
                <p:cNvPicPr/>
                <p:nvPr/>
              </p:nvPicPr>
              <p:blipFill>
                <a:blip r:embed="rId5"/>
                <a:stretch>
                  <a:fillRect/>
                </a:stretch>
              </p:blipFill>
              <p:spPr>
                <a:xfrm>
                  <a:off x="3273955" y="5690490"/>
                  <a:ext cx="529560" cy="144000"/>
                </a:xfrm>
                <a:prstGeom prst="rect">
                  <a:avLst/>
                </a:prstGeom>
              </p:spPr>
            </p:pic>
          </mc:Fallback>
        </mc:AlternateContent>
      </p:grpSp>
      <p:grpSp>
        <p:nvGrpSpPr>
          <p:cNvPr id="70" name="Group 69">
            <a:extLst>
              <a:ext uri="{FF2B5EF4-FFF2-40B4-BE49-F238E27FC236}">
                <a16:creationId xmlns:a16="http://schemas.microsoft.com/office/drawing/2014/main" id="{0F63ED81-35D5-BC9A-EA15-01E8286E9000}"/>
              </a:ext>
            </a:extLst>
          </p:cNvPr>
          <p:cNvGrpSpPr/>
          <p:nvPr/>
        </p:nvGrpSpPr>
        <p:grpSpPr>
          <a:xfrm>
            <a:off x="481699" y="3823171"/>
            <a:ext cx="4777652" cy="353859"/>
            <a:chOff x="431136" y="5178139"/>
            <a:chExt cx="4777652" cy="353859"/>
          </a:xfrm>
        </p:grpSpPr>
        <p:grpSp>
          <p:nvGrpSpPr>
            <p:cNvPr id="19" name="Group 18">
              <a:extLst>
                <a:ext uri="{FF2B5EF4-FFF2-40B4-BE49-F238E27FC236}">
                  <a16:creationId xmlns:a16="http://schemas.microsoft.com/office/drawing/2014/main" id="{C200B24E-3349-3A31-794F-50D13A805E42}"/>
                </a:ext>
              </a:extLst>
            </p:cNvPr>
            <p:cNvGrpSpPr/>
            <p:nvPr/>
          </p:nvGrpSpPr>
          <p:grpSpPr>
            <a:xfrm>
              <a:off x="431136" y="5178139"/>
              <a:ext cx="4777652" cy="353859"/>
              <a:chOff x="413033" y="5330455"/>
              <a:chExt cx="4777652" cy="353859"/>
            </a:xfrm>
          </p:grpSpPr>
          <p:grpSp>
            <p:nvGrpSpPr>
              <p:cNvPr id="16" name="Group 15">
                <a:extLst>
                  <a:ext uri="{FF2B5EF4-FFF2-40B4-BE49-F238E27FC236}">
                    <a16:creationId xmlns:a16="http://schemas.microsoft.com/office/drawing/2014/main" id="{A941CE12-0D6E-8302-F098-C358BADA48D0}"/>
                  </a:ext>
                </a:extLst>
              </p:cNvPr>
              <p:cNvGrpSpPr/>
              <p:nvPr/>
            </p:nvGrpSpPr>
            <p:grpSpPr>
              <a:xfrm>
                <a:off x="413033" y="5330455"/>
                <a:ext cx="317716" cy="338554"/>
                <a:chOff x="460732" y="5420624"/>
                <a:chExt cx="317716" cy="338554"/>
              </a:xfrm>
            </p:grpSpPr>
            <p:sp>
              <p:nvSpPr>
                <p:cNvPr id="12" name="Google Shape;1000;p34">
                  <a:extLst>
                    <a:ext uri="{FF2B5EF4-FFF2-40B4-BE49-F238E27FC236}">
                      <a16:creationId xmlns:a16="http://schemas.microsoft.com/office/drawing/2014/main" id="{C8957894-5565-E6C2-2190-593EA7A84124}"/>
                    </a:ext>
                  </a:extLst>
                </p:cNvPr>
                <p:cNvSpPr/>
                <p:nvPr/>
              </p:nvSpPr>
              <p:spPr>
                <a:xfrm>
                  <a:off x="460733" y="5472043"/>
                  <a:ext cx="235717" cy="235716"/>
                </a:xfrm>
                <a:custGeom>
                  <a:avLst/>
                  <a:gdLst>
                    <a:gd name="connsiteX0" fmla="*/ 0 w 235717"/>
                    <a:gd name="connsiteY0" fmla="*/ 117858 h 235716"/>
                    <a:gd name="connsiteX1" fmla="*/ 117859 w 235717"/>
                    <a:gd name="connsiteY1" fmla="*/ 0 h 235716"/>
                    <a:gd name="connsiteX2" fmla="*/ 235718 w 235717"/>
                    <a:gd name="connsiteY2" fmla="*/ 117858 h 235716"/>
                    <a:gd name="connsiteX3" fmla="*/ 117859 w 235717"/>
                    <a:gd name="connsiteY3" fmla="*/ 235716 h 235716"/>
                    <a:gd name="connsiteX4" fmla="*/ 0 w 235717"/>
                    <a:gd name="connsiteY4" fmla="*/ 117858 h 235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717" h="235716" fill="none" extrusionOk="0">
                      <a:moveTo>
                        <a:pt x="0" y="117858"/>
                      </a:moveTo>
                      <a:cubicBezTo>
                        <a:pt x="-13433" y="48766"/>
                        <a:pt x="56573" y="12169"/>
                        <a:pt x="117859" y="0"/>
                      </a:cubicBezTo>
                      <a:cubicBezTo>
                        <a:pt x="190243" y="-7154"/>
                        <a:pt x="238856" y="63405"/>
                        <a:pt x="235718" y="117858"/>
                      </a:cubicBezTo>
                      <a:cubicBezTo>
                        <a:pt x="240958" y="178602"/>
                        <a:pt x="172291" y="234765"/>
                        <a:pt x="117859" y="235716"/>
                      </a:cubicBezTo>
                      <a:cubicBezTo>
                        <a:pt x="54388" y="249229"/>
                        <a:pt x="-8751" y="183026"/>
                        <a:pt x="0" y="117858"/>
                      </a:cubicBezTo>
                      <a:close/>
                    </a:path>
                    <a:path w="235717" h="235716" stroke="0" extrusionOk="0">
                      <a:moveTo>
                        <a:pt x="0" y="117858"/>
                      </a:moveTo>
                      <a:cubicBezTo>
                        <a:pt x="-4182" y="55958"/>
                        <a:pt x="67326" y="11312"/>
                        <a:pt x="117859" y="0"/>
                      </a:cubicBezTo>
                      <a:cubicBezTo>
                        <a:pt x="179998" y="3174"/>
                        <a:pt x="237403" y="42977"/>
                        <a:pt x="235718" y="117858"/>
                      </a:cubicBezTo>
                      <a:cubicBezTo>
                        <a:pt x="233216" y="181402"/>
                        <a:pt x="191302" y="236538"/>
                        <a:pt x="117859" y="235716"/>
                      </a:cubicBezTo>
                      <a:cubicBezTo>
                        <a:pt x="42767" y="235371"/>
                        <a:pt x="-11765" y="172573"/>
                        <a:pt x="0" y="117858"/>
                      </a:cubicBezTo>
                      <a:close/>
                    </a:path>
                  </a:pathLst>
                </a:custGeom>
                <a:solidFill>
                  <a:srgbClr val="FFC000"/>
                </a:solidFill>
                <a:ln>
                  <a:solidFill>
                    <a:schemeClr val="bg1"/>
                  </a:solidFill>
                  <a:extLst>
                    <a:ext uri="{C807C97D-BFC1-408E-A445-0C87EB9F89A2}">
                      <ask:lineSketchStyleProps xmlns:ask="http://schemas.microsoft.com/office/drawing/2018/sketchyshapes" sd="1763027980">
                        <a:prstGeom prst="ellipse">
                          <a:avLst/>
                        </a:prstGeom>
                        <ask:type>
                          <ask:lineSketchScribble/>
                        </ask:type>
                      </ask:lineSketchStyleProps>
                    </a:ext>
                  </a:extLst>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00;p34">
                  <a:extLst>
                    <a:ext uri="{FF2B5EF4-FFF2-40B4-BE49-F238E27FC236}">
                      <a16:creationId xmlns:a16="http://schemas.microsoft.com/office/drawing/2014/main" id="{0AD9EF66-854F-BB2B-4A93-8E5C848F7606}"/>
                    </a:ext>
                  </a:extLst>
                </p:cNvPr>
                <p:cNvSpPr/>
                <p:nvPr/>
              </p:nvSpPr>
              <p:spPr>
                <a:xfrm>
                  <a:off x="493461" y="5472043"/>
                  <a:ext cx="235717" cy="235716"/>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02;p34">
                  <a:extLst>
                    <a:ext uri="{FF2B5EF4-FFF2-40B4-BE49-F238E27FC236}">
                      <a16:creationId xmlns:a16="http://schemas.microsoft.com/office/drawing/2014/main" id="{445EEA2D-25E9-ED68-CA03-648F2D7CFD34}"/>
                    </a:ext>
                  </a:extLst>
                </p:cNvPr>
                <p:cNvSpPr/>
                <p:nvPr/>
              </p:nvSpPr>
              <p:spPr>
                <a:xfrm>
                  <a:off x="475590" y="5462378"/>
                  <a:ext cx="288000" cy="255046"/>
                </a:xfrm>
                <a:custGeom>
                  <a:avLst/>
                  <a:gdLst>
                    <a:gd name="connsiteX0" fmla="*/ 160356 w 288000"/>
                    <a:gd name="connsiteY0" fmla="*/ 18402 h 255046"/>
                    <a:gd name="connsiteX1" fmla="*/ 224664 w 288000"/>
                    <a:gd name="connsiteY1" fmla="*/ 48954 h 255046"/>
                    <a:gd name="connsiteX2" fmla="*/ 227730 w 288000"/>
                    <a:gd name="connsiteY2" fmla="*/ 50263 h 255046"/>
                    <a:gd name="connsiteX3" fmla="*/ 232968 w 288000"/>
                    <a:gd name="connsiteY3" fmla="*/ 45919 h 255046"/>
                    <a:gd name="connsiteX4" fmla="*/ 240728 w 288000"/>
                    <a:gd name="connsiteY4" fmla="*/ 168219 h 255046"/>
                    <a:gd name="connsiteX5" fmla="*/ 147114 w 288000"/>
                    <a:gd name="connsiteY5" fmla="*/ 234833 h 255046"/>
                    <a:gd name="connsiteX6" fmla="*/ 97790 w 288000"/>
                    <a:gd name="connsiteY6" fmla="*/ 220937 h 255046"/>
                    <a:gd name="connsiteX7" fmla="*/ 160356 w 288000"/>
                    <a:gd name="connsiteY7" fmla="*/ 18402 h 255046"/>
                    <a:gd name="connsiteX8" fmla="*/ 150471 w 288000"/>
                    <a:gd name="connsiteY8" fmla="*/ 0 h 255046"/>
                    <a:gd name="connsiteX9" fmla="*/ 82645 w 288000"/>
                    <a:gd name="connsiteY9" fmla="*/ 25889 h 255046"/>
                    <a:gd name="connsiteX10" fmla="*/ 62577 w 288000"/>
                    <a:gd name="connsiteY10" fmla="*/ 223236 h 255046"/>
                    <a:gd name="connsiteX11" fmla="*/ 143538 w 288000"/>
                    <a:gd name="connsiteY11" fmla="*/ 255046 h 255046"/>
                    <a:gd name="connsiteX12" fmla="*/ 241979 w 288000"/>
                    <a:gd name="connsiteY12" fmla="*/ 200824 h 255046"/>
                    <a:gd name="connsiteX13" fmla="*/ 230295 w 288000"/>
                    <a:gd name="connsiteY13" fmla="*/ 23634 h 255046"/>
                    <a:gd name="connsiteX14" fmla="*/ 228044 w 288000"/>
                    <a:gd name="connsiteY14" fmla="*/ 22918 h 255046"/>
                    <a:gd name="connsiteX15" fmla="*/ 223914 w 288000"/>
                    <a:gd name="connsiteY15" fmla="*/ 30269 h 255046"/>
                    <a:gd name="connsiteX16" fmla="*/ 229461 w 288000"/>
                    <a:gd name="connsiteY16" fmla="*/ 39546 h 255046"/>
                    <a:gd name="connsiteX17" fmla="*/ 150471 w 288000"/>
                    <a:gd name="connsiteY17" fmla="*/ 0 h 255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8000" h="255046" fill="none" extrusionOk="0">
                      <a:moveTo>
                        <a:pt x="160356" y="18402"/>
                      </a:moveTo>
                      <a:cubicBezTo>
                        <a:pt x="188572" y="18797"/>
                        <a:pt x="198180" y="27795"/>
                        <a:pt x="224664" y="48954"/>
                      </a:cubicBezTo>
                      <a:cubicBezTo>
                        <a:pt x="225504" y="49631"/>
                        <a:pt x="226757" y="50459"/>
                        <a:pt x="227730" y="50263"/>
                      </a:cubicBezTo>
                      <a:cubicBezTo>
                        <a:pt x="230353" y="50108"/>
                        <a:pt x="232896" y="47917"/>
                        <a:pt x="232968" y="45919"/>
                      </a:cubicBezTo>
                      <a:cubicBezTo>
                        <a:pt x="244884" y="89878"/>
                        <a:pt x="255039" y="133691"/>
                        <a:pt x="240728" y="168219"/>
                      </a:cubicBezTo>
                      <a:cubicBezTo>
                        <a:pt x="221877" y="210703"/>
                        <a:pt x="188594" y="235696"/>
                        <a:pt x="147114" y="234833"/>
                      </a:cubicBezTo>
                      <a:cubicBezTo>
                        <a:pt x="130178" y="233885"/>
                        <a:pt x="113895" y="230946"/>
                        <a:pt x="97790" y="220937"/>
                      </a:cubicBezTo>
                      <a:cubicBezTo>
                        <a:pt x="4684" y="169303"/>
                        <a:pt x="59321" y="21754"/>
                        <a:pt x="160356" y="18402"/>
                      </a:cubicBezTo>
                      <a:close/>
                      <a:moveTo>
                        <a:pt x="150471" y="0"/>
                      </a:moveTo>
                      <a:cubicBezTo>
                        <a:pt x="127746" y="2797"/>
                        <a:pt x="103133" y="15608"/>
                        <a:pt x="82645" y="25889"/>
                      </a:cubicBezTo>
                      <a:cubicBezTo>
                        <a:pt x="23118" y="63577"/>
                        <a:pt x="12724" y="174347"/>
                        <a:pt x="62577" y="223236"/>
                      </a:cubicBezTo>
                      <a:cubicBezTo>
                        <a:pt x="86094" y="242858"/>
                        <a:pt x="121593" y="255752"/>
                        <a:pt x="143538" y="255046"/>
                      </a:cubicBezTo>
                      <a:cubicBezTo>
                        <a:pt x="191366" y="259431"/>
                        <a:pt x="226256" y="238235"/>
                        <a:pt x="241979" y="200824"/>
                      </a:cubicBezTo>
                      <a:cubicBezTo>
                        <a:pt x="272812" y="156843"/>
                        <a:pt x="298094" y="51340"/>
                        <a:pt x="230295" y="23634"/>
                      </a:cubicBezTo>
                      <a:cubicBezTo>
                        <a:pt x="229522" y="23155"/>
                        <a:pt x="228754" y="23065"/>
                        <a:pt x="228044" y="22918"/>
                      </a:cubicBezTo>
                      <a:cubicBezTo>
                        <a:pt x="224655" y="22543"/>
                        <a:pt x="222380" y="27649"/>
                        <a:pt x="223914" y="30269"/>
                      </a:cubicBezTo>
                      <a:cubicBezTo>
                        <a:pt x="226593" y="32903"/>
                        <a:pt x="227835" y="36569"/>
                        <a:pt x="229461" y="39546"/>
                      </a:cubicBezTo>
                      <a:cubicBezTo>
                        <a:pt x="208012" y="14264"/>
                        <a:pt x="178765" y="2434"/>
                        <a:pt x="150471" y="0"/>
                      </a:cubicBezTo>
                      <a:close/>
                    </a:path>
                    <a:path w="288000" h="255046" stroke="0" extrusionOk="0">
                      <a:moveTo>
                        <a:pt x="160356" y="18402"/>
                      </a:moveTo>
                      <a:cubicBezTo>
                        <a:pt x="180413" y="23970"/>
                        <a:pt x="202966" y="28993"/>
                        <a:pt x="224664" y="48954"/>
                      </a:cubicBezTo>
                      <a:cubicBezTo>
                        <a:pt x="225515" y="50097"/>
                        <a:pt x="226612" y="50004"/>
                        <a:pt x="227730" y="50263"/>
                      </a:cubicBezTo>
                      <a:cubicBezTo>
                        <a:pt x="230208" y="50347"/>
                        <a:pt x="232635" y="48163"/>
                        <a:pt x="232968" y="45919"/>
                      </a:cubicBezTo>
                      <a:cubicBezTo>
                        <a:pt x="250648" y="83768"/>
                        <a:pt x="262706" y="125089"/>
                        <a:pt x="240728" y="168219"/>
                      </a:cubicBezTo>
                      <a:cubicBezTo>
                        <a:pt x="229512" y="211933"/>
                        <a:pt x="188772" y="227953"/>
                        <a:pt x="147114" y="234833"/>
                      </a:cubicBezTo>
                      <a:cubicBezTo>
                        <a:pt x="128053" y="238492"/>
                        <a:pt x="116265" y="228903"/>
                        <a:pt x="97790" y="220937"/>
                      </a:cubicBezTo>
                      <a:cubicBezTo>
                        <a:pt x="10877" y="178989"/>
                        <a:pt x="74896" y="14131"/>
                        <a:pt x="160356" y="18402"/>
                      </a:cubicBezTo>
                      <a:close/>
                      <a:moveTo>
                        <a:pt x="150471" y="0"/>
                      </a:moveTo>
                      <a:cubicBezTo>
                        <a:pt x="130257" y="2738"/>
                        <a:pt x="107824" y="8716"/>
                        <a:pt x="82645" y="25889"/>
                      </a:cubicBezTo>
                      <a:cubicBezTo>
                        <a:pt x="32672" y="53632"/>
                        <a:pt x="-15279" y="172579"/>
                        <a:pt x="62577" y="223236"/>
                      </a:cubicBezTo>
                      <a:cubicBezTo>
                        <a:pt x="87447" y="240112"/>
                        <a:pt x="116770" y="254791"/>
                        <a:pt x="143538" y="255046"/>
                      </a:cubicBezTo>
                      <a:cubicBezTo>
                        <a:pt x="181455" y="254405"/>
                        <a:pt x="215575" y="248220"/>
                        <a:pt x="241979" y="200824"/>
                      </a:cubicBezTo>
                      <a:cubicBezTo>
                        <a:pt x="272995" y="144381"/>
                        <a:pt x="273601" y="54569"/>
                        <a:pt x="230295" y="23634"/>
                      </a:cubicBezTo>
                      <a:cubicBezTo>
                        <a:pt x="229552" y="23125"/>
                        <a:pt x="228965" y="22873"/>
                        <a:pt x="228044" y="22918"/>
                      </a:cubicBezTo>
                      <a:cubicBezTo>
                        <a:pt x="224393" y="22452"/>
                        <a:pt x="221341" y="26957"/>
                        <a:pt x="223914" y="30269"/>
                      </a:cubicBezTo>
                      <a:cubicBezTo>
                        <a:pt x="225234" y="33455"/>
                        <a:pt x="227463" y="37182"/>
                        <a:pt x="229461" y="39546"/>
                      </a:cubicBezTo>
                      <a:cubicBezTo>
                        <a:pt x="205841" y="11103"/>
                        <a:pt x="180145" y="5058"/>
                        <a:pt x="150471" y="0"/>
                      </a:cubicBezTo>
                      <a:close/>
                    </a:path>
                  </a:pathLst>
                </a:custGeom>
                <a:solidFill>
                  <a:srgbClr val="000000"/>
                </a:solidFill>
                <a:ln>
                  <a:solidFill>
                    <a:schemeClr val="tx1"/>
                  </a:solidFill>
                  <a:extLst>
                    <a:ext uri="{C807C97D-BFC1-408E-A445-0C87EB9F89A2}">
                      <ask:lineSketchStyleProps xmlns:ask="http://schemas.microsoft.com/office/drawing/2018/sketchyshapes" sd="2776833075">
                        <a:custGeom>
                          <a:avLst/>
                          <a:gdLst/>
                          <a:ahLst/>
                          <a:cxnLst/>
                          <a:rect l="l" t="t" r="r" b="b"/>
                          <a:pathLst>
                            <a:path w="75229" h="64112" extrusionOk="0">
                              <a:moveTo>
                                <a:pt x="41887" y="4626"/>
                              </a:moveTo>
                              <a:cubicBezTo>
                                <a:pt x="47489" y="4626"/>
                                <a:pt x="53298" y="6884"/>
                                <a:pt x="58685" y="12306"/>
                              </a:cubicBezTo>
                              <a:cubicBezTo>
                                <a:pt x="58916" y="12537"/>
                                <a:pt x="59201" y="12635"/>
                                <a:pt x="59486" y="12635"/>
                              </a:cubicBezTo>
                              <a:cubicBezTo>
                                <a:pt x="60128" y="12635"/>
                                <a:pt x="60778" y="12139"/>
                                <a:pt x="60854" y="11543"/>
                              </a:cubicBezTo>
                              <a:cubicBezTo>
                                <a:pt x="66281" y="21275"/>
                                <a:pt x="68428" y="31323"/>
                                <a:pt x="62881" y="42286"/>
                              </a:cubicBezTo>
                              <a:cubicBezTo>
                                <a:pt x="57711" y="52502"/>
                                <a:pt x="48612" y="59031"/>
                                <a:pt x="38428" y="59031"/>
                              </a:cubicBezTo>
                              <a:cubicBezTo>
                                <a:pt x="34250" y="59031"/>
                                <a:pt x="29890" y="57932"/>
                                <a:pt x="25544" y="55538"/>
                              </a:cubicBezTo>
                              <a:cubicBezTo>
                                <a:pt x="1" y="41474"/>
                                <a:pt x="19257" y="4626"/>
                                <a:pt x="41887" y="4626"/>
                              </a:cubicBezTo>
                              <a:close/>
                              <a:moveTo>
                                <a:pt x="39305" y="0"/>
                              </a:moveTo>
                              <a:cubicBezTo>
                                <a:pt x="33188" y="0"/>
                                <a:pt x="26964" y="2142"/>
                                <a:pt x="21588" y="6508"/>
                              </a:cubicBezTo>
                              <a:cubicBezTo>
                                <a:pt x="8695" y="16981"/>
                                <a:pt x="1731" y="44074"/>
                                <a:pt x="16346" y="56116"/>
                              </a:cubicBezTo>
                              <a:cubicBezTo>
                                <a:pt x="22887" y="61508"/>
                                <a:pt x="30274" y="64112"/>
                                <a:pt x="37494" y="64112"/>
                              </a:cubicBezTo>
                              <a:cubicBezTo>
                                <a:pt x="47185" y="64112"/>
                                <a:pt x="56575" y="59419"/>
                                <a:pt x="63208" y="50482"/>
                              </a:cubicBezTo>
                              <a:cubicBezTo>
                                <a:pt x="72711" y="37655"/>
                                <a:pt x="75228" y="15749"/>
                                <a:pt x="60156" y="5941"/>
                              </a:cubicBezTo>
                              <a:cubicBezTo>
                                <a:pt x="59966" y="5816"/>
                                <a:pt x="59765" y="5761"/>
                                <a:pt x="59568" y="5761"/>
                              </a:cubicBezTo>
                              <a:cubicBezTo>
                                <a:pt x="58720" y="5761"/>
                                <a:pt x="57958" y="6786"/>
                                <a:pt x="58489" y="7609"/>
                              </a:cubicBezTo>
                              <a:cubicBezTo>
                                <a:pt x="58990" y="8382"/>
                                <a:pt x="59470" y="9167"/>
                                <a:pt x="59938" y="9941"/>
                              </a:cubicBezTo>
                              <a:cubicBezTo>
                                <a:pt x="54481" y="3368"/>
                                <a:pt x="46977" y="0"/>
                                <a:pt x="39305" y="0"/>
                              </a:cubicBezTo>
                              <a:close/>
                            </a:path>
                          </a:pathLst>
                        </a:custGeom>
                        <ask:type>
                          <ask:lineSketchScribble/>
                        </ask:type>
                      </ask:lineSketchStyleProps>
                    </a:ext>
                  </a:extLst>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TextBox 14">
                  <a:extLst>
                    <a:ext uri="{FF2B5EF4-FFF2-40B4-BE49-F238E27FC236}">
                      <a16:creationId xmlns:a16="http://schemas.microsoft.com/office/drawing/2014/main" id="{3F56C527-7B00-7B8F-2513-354D60C745B5}"/>
                    </a:ext>
                  </a:extLst>
                </p:cNvPr>
                <p:cNvSpPr txBox="1"/>
                <p:nvPr/>
              </p:nvSpPr>
              <p:spPr>
                <a:xfrm>
                  <a:off x="460732" y="5420624"/>
                  <a:ext cx="317716" cy="338554"/>
                </a:xfrm>
                <a:prstGeom prst="rect">
                  <a:avLst/>
                </a:prstGeom>
                <a:noFill/>
              </p:spPr>
              <p:txBody>
                <a:bodyPr wrap="none" rtlCol="0">
                  <a:spAutoFit/>
                </a:bodyPr>
                <a:lstStyle/>
                <a:p>
                  <a:r>
                    <a:rPr lang="en-US" sz="1600" dirty="0">
                      <a:latin typeface="Permanent Marker" panose="02000000000000000000" pitchFamily="2" charset="0"/>
                    </a:rPr>
                    <a:t>2</a:t>
                  </a:r>
                  <a:endParaRPr lang="en-IN" sz="1600" dirty="0">
                    <a:latin typeface="Permanent Marker" panose="02000000000000000000" pitchFamily="2" charset="0"/>
                  </a:endParaRPr>
                </a:p>
              </p:txBody>
            </p:sp>
          </p:grpSp>
          <p:sp>
            <p:nvSpPr>
              <p:cNvPr id="11" name="TextBox 10">
                <a:extLst>
                  <a:ext uri="{FF2B5EF4-FFF2-40B4-BE49-F238E27FC236}">
                    <a16:creationId xmlns:a16="http://schemas.microsoft.com/office/drawing/2014/main" id="{E6011C90-9B2E-D60D-D147-03D5696A55D3}"/>
                  </a:ext>
                </a:extLst>
              </p:cNvPr>
              <p:cNvSpPr txBox="1"/>
              <p:nvPr/>
            </p:nvSpPr>
            <p:spPr>
              <a:xfrm>
                <a:off x="665344" y="5345760"/>
                <a:ext cx="4525341" cy="338554"/>
              </a:xfrm>
              <a:prstGeom prst="rect">
                <a:avLst/>
              </a:prstGeom>
              <a:noFill/>
            </p:spPr>
            <p:txBody>
              <a:bodyPr wrap="none" rtlCol="0">
                <a:spAutoFit/>
              </a:bodyPr>
              <a:lstStyle/>
              <a:p>
                <a:r>
                  <a:rPr lang="en-US" sz="1600" spc="100" dirty="0">
                    <a:latin typeface="Ballpoint" pitchFamily="50" charset="0"/>
                  </a:rPr>
                  <a:t> Only 2-3% of total liquid sent is collected (after 21 h)</a:t>
                </a:r>
              </a:p>
            </p:txBody>
          </p:sp>
        </p:grpSp>
        <mc:AlternateContent xmlns:mc="http://schemas.openxmlformats.org/markup-compatibility/2006" xmlns:p14="http://schemas.microsoft.com/office/powerpoint/2010/main">
          <mc:Choice Requires="p14">
            <p:contentPart p14:bwMode="auto" r:id="rId6">
              <p14:nvContentPartPr>
                <p14:cNvPr id="45" name="Ink 44">
                  <a:extLst>
                    <a:ext uri="{FF2B5EF4-FFF2-40B4-BE49-F238E27FC236}">
                      <a16:creationId xmlns:a16="http://schemas.microsoft.com/office/drawing/2014/main" id="{34F3B0ED-E661-04E3-596C-B190448566CD}"/>
                    </a:ext>
                  </a:extLst>
                </p14:cNvPr>
                <p14:cNvContentPartPr/>
                <p14:nvPr/>
              </p14:nvContentPartPr>
              <p14:xfrm>
                <a:off x="1245330" y="5314590"/>
                <a:ext cx="366480" cy="360"/>
              </p14:xfrm>
            </p:contentPart>
          </mc:Choice>
          <mc:Fallback xmlns="">
            <p:pic>
              <p:nvPicPr>
                <p:cNvPr id="45" name="Ink 44">
                  <a:extLst>
                    <a:ext uri="{FF2B5EF4-FFF2-40B4-BE49-F238E27FC236}">
                      <a16:creationId xmlns:a16="http://schemas.microsoft.com/office/drawing/2014/main" id="{34F3B0ED-E661-04E3-596C-B190448566CD}"/>
                    </a:ext>
                  </a:extLst>
                </p:cNvPr>
                <p:cNvPicPr/>
                <p:nvPr/>
              </p:nvPicPr>
              <p:blipFill>
                <a:blip r:embed="rId15"/>
                <a:stretch>
                  <a:fillRect/>
                </a:stretch>
              </p:blipFill>
              <p:spPr>
                <a:xfrm>
                  <a:off x="1209330" y="5242590"/>
                  <a:ext cx="438120" cy="144000"/>
                </a:xfrm>
                <a:prstGeom prst="rect">
                  <a:avLst/>
                </a:prstGeom>
              </p:spPr>
            </p:pic>
          </mc:Fallback>
        </mc:AlternateContent>
      </p:grpSp>
      <p:grpSp>
        <p:nvGrpSpPr>
          <p:cNvPr id="69" name="Group 68">
            <a:extLst>
              <a:ext uri="{FF2B5EF4-FFF2-40B4-BE49-F238E27FC236}">
                <a16:creationId xmlns:a16="http://schemas.microsoft.com/office/drawing/2014/main" id="{36A8831D-17A3-ADF4-C75F-871076528F9F}"/>
              </a:ext>
            </a:extLst>
          </p:cNvPr>
          <p:cNvGrpSpPr/>
          <p:nvPr/>
        </p:nvGrpSpPr>
        <p:grpSpPr>
          <a:xfrm>
            <a:off x="481699" y="3372662"/>
            <a:ext cx="2913115" cy="2302148"/>
            <a:chOff x="431136" y="4800600"/>
            <a:chExt cx="2913115" cy="2302148"/>
          </a:xfrm>
        </p:grpSpPr>
        <p:grpSp>
          <p:nvGrpSpPr>
            <p:cNvPr id="7" name="Group 6">
              <a:extLst>
                <a:ext uri="{FF2B5EF4-FFF2-40B4-BE49-F238E27FC236}">
                  <a16:creationId xmlns:a16="http://schemas.microsoft.com/office/drawing/2014/main" id="{0366419C-A4F6-E8E7-F811-F35D6D3DA616}"/>
                </a:ext>
              </a:extLst>
            </p:cNvPr>
            <p:cNvGrpSpPr/>
            <p:nvPr/>
          </p:nvGrpSpPr>
          <p:grpSpPr>
            <a:xfrm>
              <a:off x="431136" y="4800600"/>
              <a:ext cx="2913115" cy="386033"/>
              <a:chOff x="431136" y="4800600"/>
              <a:chExt cx="2913115" cy="386033"/>
            </a:xfrm>
          </p:grpSpPr>
          <p:grpSp>
            <p:nvGrpSpPr>
              <p:cNvPr id="2" name="Group 1">
                <a:extLst>
                  <a:ext uri="{FF2B5EF4-FFF2-40B4-BE49-F238E27FC236}">
                    <a16:creationId xmlns:a16="http://schemas.microsoft.com/office/drawing/2014/main" id="{F423B45D-802F-37C9-6632-D454FF4815BE}"/>
                  </a:ext>
                </a:extLst>
              </p:cNvPr>
              <p:cNvGrpSpPr>
                <a:grpSpLocks noChangeAspect="1"/>
              </p:cNvGrpSpPr>
              <p:nvPr/>
            </p:nvGrpSpPr>
            <p:grpSpPr>
              <a:xfrm>
                <a:off x="431136" y="4800600"/>
                <a:ext cx="288000" cy="338554"/>
                <a:chOff x="1512141" y="5782485"/>
                <a:chExt cx="567039" cy="666576"/>
              </a:xfrm>
            </p:grpSpPr>
            <p:sp>
              <p:nvSpPr>
                <p:cNvPr id="41" name="Google Shape;1000;p34">
                  <a:extLst>
                    <a:ext uri="{FF2B5EF4-FFF2-40B4-BE49-F238E27FC236}">
                      <a16:creationId xmlns:a16="http://schemas.microsoft.com/office/drawing/2014/main" id="{47CFB27B-674B-7E0F-A406-FF2E5351726B}"/>
                    </a:ext>
                  </a:extLst>
                </p:cNvPr>
                <p:cNvSpPr/>
                <p:nvPr/>
              </p:nvSpPr>
              <p:spPr>
                <a:xfrm>
                  <a:off x="1512141" y="5914023"/>
                  <a:ext cx="464100" cy="464100"/>
                </a:xfrm>
                <a:custGeom>
                  <a:avLst/>
                  <a:gdLst>
                    <a:gd name="connsiteX0" fmla="*/ 0 w 464100"/>
                    <a:gd name="connsiteY0" fmla="*/ 232050 h 464100"/>
                    <a:gd name="connsiteX1" fmla="*/ 232050 w 464100"/>
                    <a:gd name="connsiteY1" fmla="*/ 0 h 464100"/>
                    <a:gd name="connsiteX2" fmla="*/ 464100 w 464100"/>
                    <a:gd name="connsiteY2" fmla="*/ 232050 h 464100"/>
                    <a:gd name="connsiteX3" fmla="*/ 232050 w 464100"/>
                    <a:gd name="connsiteY3" fmla="*/ 464100 h 464100"/>
                    <a:gd name="connsiteX4" fmla="*/ 0 w 464100"/>
                    <a:gd name="connsiteY4" fmla="*/ 232050 h 464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100" h="464100" fill="none" extrusionOk="0">
                      <a:moveTo>
                        <a:pt x="0" y="232050"/>
                      </a:moveTo>
                      <a:cubicBezTo>
                        <a:pt x="-17896" y="98562"/>
                        <a:pt x="107650" y="12018"/>
                        <a:pt x="232050" y="0"/>
                      </a:cubicBezTo>
                      <a:cubicBezTo>
                        <a:pt x="382047" y="-21425"/>
                        <a:pt x="465716" y="109369"/>
                        <a:pt x="464100" y="232050"/>
                      </a:cubicBezTo>
                      <a:cubicBezTo>
                        <a:pt x="473662" y="352277"/>
                        <a:pt x="353826" y="463530"/>
                        <a:pt x="232050" y="464100"/>
                      </a:cubicBezTo>
                      <a:cubicBezTo>
                        <a:pt x="106662" y="487189"/>
                        <a:pt x="-34302" y="360509"/>
                        <a:pt x="0" y="232050"/>
                      </a:cubicBezTo>
                      <a:close/>
                    </a:path>
                    <a:path w="464100" h="464100" stroke="0" extrusionOk="0">
                      <a:moveTo>
                        <a:pt x="0" y="232050"/>
                      </a:moveTo>
                      <a:cubicBezTo>
                        <a:pt x="-13226" y="113983"/>
                        <a:pt x="113712" y="7630"/>
                        <a:pt x="232050" y="0"/>
                      </a:cubicBezTo>
                      <a:cubicBezTo>
                        <a:pt x="357670" y="2728"/>
                        <a:pt x="464805" y="99797"/>
                        <a:pt x="464100" y="232050"/>
                      </a:cubicBezTo>
                      <a:cubicBezTo>
                        <a:pt x="432253" y="340516"/>
                        <a:pt x="376933" y="465747"/>
                        <a:pt x="232050" y="464100"/>
                      </a:cubicBezTo>
                      <a:cubicBezTo>
                        <a:pt x="95732" y="463818"/>
                        <a:pt x="-7636" y="353474"/>
                        <a:pt x="0" y="232050"/>
                      </a:cubicBezTo>
                      <a:close/>
                    </a:path>
                  </a:pathLst>
                </a:custGeom>
                <a:solidFill>
                  <a:srgbClr val="FFC000"/>
                </a:solidFill>
                <a:ln>
                  <a:solidFill>
                    <a:schemeClr val="bg1"/>
                  </a:solidFill>
                  <a:extLst>
                    <a:ext uri="{C807C97D-BFC1-408E-A445-0C87EB9F89A2}">
                      <ask:lineSketchStyleProps xmlns:ask="http://schemas.microsoft.com/office/drawing/2018/sketchyshapes" sd="1763027980">
                        <a:prstGeom prst="ellipse">
                          <a:avLst/>
                        </a:prstGeom>
                        <ask:type>
                          <ask:lineSketchScribble/>
                        </ask:type>
                      </ask:lineSketchStyleProps>
                    </a:ext>
                  </a:extLst>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000;p34">
                  <a:extLst>
                    <a:ext uri="{FF2B5EF4-FFF2-40B4-BE49-F238E27FC236}">
                      <a16:creationId xmlns:a16="http://schemas.microsoft.com/office/drawing/2014/main" id="{2607CF1C-FC81-4358-D062-DB388400AC7C}"/>
                    </a:ext>
                  </a:extLst>
                </p:cNvPr>
                <p:cNvSpPr/>
                <p:nvPr/>
              </p:nvSpPr>
              <p:spPr>
                <a:xfrm>
                  <a:off x="1576578" y="5890484"/>
                  <a:ext cx="464100" cy="464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002;p34">
                  <a:extLst>
                    <a:ext uri="{FF2B5EF4-FFF2-40B4-BE49-F238E27FC236}">
                      <a16:creationId xmlns:a16="http://schemas.microsoft.com/office/drawing/2014/main" id="{D9CDBAA8-C89D-B889-3130-44F266DC73B9}"/>
                    </a:ext>
                  </a:extLst>
                </p:cNvPr>
                <p:cNvSpPr/>
                <p:nvPr/>
              </p:nvSpPr>
              <p:spPr>
                <a:xfrm>
                  <a:off x="1512141" y="5875966"/>
                  <a:ext cx="567039" cy="502157"/>
                </a:xfrm>
                <a:custGeom>
                  <a:avLst/>
                  <a:gdLst>
                    <a:gd name="connsiteX0" fmla="*/ 315723 w 567039"/>
                    <a:gd name="connsiteY0" fmla="*/ 36233 h 502157"/>
                    <a:gd name="connsiteX1" fmla="*/ 442338 w 567039"/>
                    <a:gd name="connsiteY1" fmla="*/ 96386 h 502157"/>
                    <a:gd name="connsiteX2" fmla="*/ 448376 w 567039"/>
                    <a:gd name="connsiteY2" fmla="*/ 98963 h 502157"/>
                    <a:gd name="connsiteX3" fmla="*/ 458687 w 567039"/>
                    <a:gd name="connsiteY3" fmla="*/ 90410 h 502157"/>
                    <a:gd name="connsiteX4" fmla="*/ 473965 w 567039"/>
                    <a:gd name="connsiteY4" fmla="*/ 331204 h 502157"/>
                    <a:gd name="connsiteX5" fmla="*/ 289651 w 567039"/>
                    <a:gd name="connsiteY5" fmla="*/ 462360 h 502157"/>
                    <a:gd name="connsiteX6" fmla="*/ 192538 w 567039"/>
                    <a:gd name="connsiteY6" fmla="*/ 435001 h 502157"/>
                    <a:gd name="connsiteX7" fmla="*/ 315723 w 567039"/>
                    <a:gd name="connsiteY7" fmla="*/ 36233 h 502157"/>
                    <a:gd name="connsiteX8" fmla="*/ 296261 w 567039"/>
                    <a:gd name="connsiteY8" fmla="*/ 0 h 502157"/>
                    <a:gd name="connsiteX9" fmla="*/ 162719 w 567039"/>
                    <a:gd name="connsiteY9" fmla="*/ 50973 h 502157"/>
                    <a:gd name="connsiteX10" fmla="*/ 123208 w 567039"/>
                    <a:gd name="connsiteY10" fmla="*/ 439528 h 502157"/>
                    <a:gd name="connsiteX11" fmla="*/ 282611 w 567039"/>
                    <a:gd name="connsiteY11" fmla="*/ 502157 h 502157"/>
                    <a:gd name="connsiteX12" fmla="*/ 476430 w 567039"/>
                    <a:gd name="connsiteY12" fmla="*/ 395400 h 502157"/>
                    <a:gd name="connsiteX13" fmla="*/ 453426 w 567039"/>
                    <a:gd name="connsiteY13" fmla="*/ 46532 h 502157"/>
                    <a:gd name="connsiteX14" fmla="*/ 448994 w 567039"/>
                    <a:gd name="connsiteY14" fmla="*/ 45123 h 502157"/>
                    <a:gd name="connsiteX15" fmla="*/ 440861 w 567039"/>
                    <a:gd name="connsiteY15" fmla="*/ 59597 h 502157"/>
                    <a:gd name="connsiteX16" fmla="*/ 451783 w 567039"/>
                    <a:gd name="connsiteY16" fmla="*/ 77862 h 502157"/>
                    <a:gd name="connsiteX17" fmla="*/ 296261 w 567039"/>
                    <a:gd name="connsiteY17" fmla="*/ 0 h 502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67039" h="502157" fill="none" extrusionOk="0">
                      <a:moveTo>
                        <a:pt x="315723" y="36233"/>
                      </a:moveTo>
                      <a:cubicBezTo>
                        <a:pt x="364039" y="36588"/>
                        <a:pt x="391321" y="54647"/>
                        <a:pt x="442338" y="96386"/>
                      </a:cubicBezTo>
                      <a:cubicBezTo>
                        <a:pt x="444002" y="97775"/>
                        <a:pt x="446278" y="99048"/>
                        <a:pt x="448376" y="98963"/>
                      </a:cubicBezTo>
                      <a:cubicBezTo>
                        <a:pt x="453306" y="98877"/>
                        <a:pt x="458370" y="94643"/>
                        <a:pt x="458687" y="90410"/>
                      </a:cubicBezTo>
                      <a:cubicBezTo>
                        <a:pt x="480570" y="177895"/>
                        <a:pt x="504536" y="260081"/>
                        <a:pt x="473965" y="331204"/>
                      </a:cubicBezTo>
                      <a:cubicBezTo>
                        <a:pt x="442458" y="425820"/>
                        <a:pt x="377854" y="466319"/>
                        <a:pt x="289651" y="462360"/>
                      </a:cubicBezTo>
                      <a:cubicBezTo>
                        <a:pt x="251634" y="455785"/>
                        <a:pt x="222503" y="456295"/>
                        <a:pt x="192538" y="435001"/>
                      </a:cubicBezTo>
                      <a:cubicBezTo>
                        <a:pt x="8442" y="332618"/>
                        <a:pt x="110150" y="44380"/>
                        <a:pt x="315723" y="36233"/>
                      </a:cubicBezTo>
                      <a:close/>
                      <a:moveTo>
                        <a:pt x="296261" y="0"/>
                      </a:moveTo>
                      <a:cubicBezTo>
                        <a:pt x="251475" y="5330"/>
                        <a:pt x="203223" y="18135"/>
                        <a:pt x="162719" y="50973"/>
                      </a:cubicBezTo>
                      <a:cubicBezTo>
                        <a:pt x="36955" y="121831"/>
                        <a:pt x="48745" y="339441"/>
                        <a:pt x="123208" y="439528"/>
                      </a:cubicBezTo>
                      <a:cubicBezTo>
                        <a:pt x="164913" y="472646"/>
                        <a:pt x="242267" y="503901"/>
                        <a:pt x="282611" y="502157"/>
                      </a:cubicBezTo>
                      <a:cubicBezTo>
                        <a:pt x="364442" y="505748"/>
                        <a:pt x="447574" y="469463"/>
                        <a:pt x="476430" y="395400"/>
                      </a:cubicBezTo>
                      <a:cubicBezTo>
                        <a:pt x="537523" y="308316"/>
                        <a:pt x="590858" y="96663"/>
                        <a:pt x="453426" y="46532"/>
                      </a:cubicBezTo>
                      <a:cubicBezTo>
                        <a:pt x="451612" y="45715"/>
                        <a:pt x="450458" y="45193"/>
                        <a:pt x="448994" y="45123"/>
                      </a:cubicBezTo>
                      <a:cubicBezTo>
                        <a:pt x="441972" y="43467"/>
                        <a:pt x="437988" y="54631"/>
                        <a:pt x="440861" y="59597"/>
                      </a:cubicBezTo>
                      <a:cubicBezTo>
                        <a:pt x="446433" y="64611"/>
                        <a:pt x="448823" y="72150"/>
                        <a:pt x="451783" y="77862"/>
                      </a:cubicBezTo>
                      <a:cubicBezTo>
                        <a:pt x="408112" y="30318"/>
                        <a:pt x="352025" y="4665"/>
                        <a:pt x="296261" y="0"/>
                      </a:cubicBezTo>
                      <a:close/>
                    </a:path>
                    <a:path w="567039" h="502157" stroke="0" extrusionOk="0">
                      <a:moveTo>
                        <a:pt x="315723" y="36233"/>
                      </a:moveTo>
                      <a:cubicBezTo>
                        <a:pt x="357096" y="39649"/>
                        <a:pt x="399112" y="57838"/>
                        <a:pt x="442338" y="96386"/>
                      </a:cubicBezTo>
                      <a:cubicBezTo>
                        <a:pt x="444061" y="98321"/>
                        <a:pt x="446162" y="98339"/>
                        <a:pt x="448376" y="98963"/>
                      </a:cubicBezTo>
                      <a:cubicBezTo>
                        <a:pt x="453370" y="99610"/>
                        <a:pt x="457904" y="94444"/>
                        <a:pt x="458687" y="90410"/>
                      </a:cubicBezTo>
                      <a:cubicBezTo>
                        <a:pt x="476947" y="160299"/>
                        <a:pt x="534756" y="257662"/>
                        <a:pt x="473965" y="331204"/>
                      </a:cubicBezTo>
                      <a:cubicBezTo>
                        <a:pt x="441241" y="413459"/>
                        <a:pt x="373376" y="444426"/>
                        <a:pt x="289651" y="462360"/>
                      </a:cubicBezTo>
                      <a:cubicBezTo>
                        <a:pt x="253703" y="467678"/>
                        <a:pt x="233061" y="447163"/>
                        <a:pt x="192538" y="435001"/>
                      </a:cubicBezTo>
                      <a:cubicBezTo>
                        <a:pt x="10989" y="338983"/>
                        <a:pt x="153821" y="4697"/>
                        <a:pt x="315723" y="36233"/>
                      </a:cubicBezTo>
                      <a:close/>
                      <a:moveTo>
                        <a:pt x="296261" y="0"/>
                      </a:moveTo>
                      <a:cubicBezTo>
                        <a:pt x="261468" y="9668"/>
                        <a:pt x="205679" y="16880"/>
                        <a:pt x="162719" y="50973"/>
                      </a:cubicBezTo>
                      <a:cubicBezTo>
                        <a:pt x="64175" y="102167"/>
                        <a:pt x="1814" y="343797"/>
                        <a:pt x="123208" y="439528"/>
                      </a:cubicBezTo>
                      <a:cubicBezTo>
                        <a:pt x="171908" y="465603"/>
                        <a:pt x="239823" y="498751"/>
                        <a:pt x="282611" y="502157"/>
                      </a:cubicBezTo>
                      <a:cubicBezTo>
                        <a:pt x="370390" y="490611"/>
                        <a:pt x="424696" y="485751"/>
                        <a:pt x="476430" y="395400"/>
                      </a:cubicBezTo>
                      <a:cubicBezTo>
                        <a:pt x="544965" y="291809"/>
                        <a:pt x="545156" y="111072"/>
                        <a:pt x="453426" y="46532"/>
                      </a:cubicBezTo>
                      <a:cubicBezTo>
                        <a:pt x="451721" y="45352"/>
                        <a:pt x="450730" y="45054"/>
                        <a:pt x="448994" y="45123"/>
                      </a:cubicBezTo>
                      <a:cubicBezTo>
                        <a:pt x="442052" y="44490"/>
                        <a:pt x="434939" y="53015"/>
                        <a:pt x="440861" y="59597"/>
                      </a:cubicBezTo>
                      <a:cubicBezTo>
                        <a:pt x="444053" y="65760"/>
                        <a:pt x="447893" y="73057"/>
                        <a:pt x="451783" y="77862"/>
                      </a:cubicBezTo>
                      <a:cubicBezTo>
                        <a:pt x="402816" y="19791"/>
                        <a:pt x="354618" y="8826"/>
                        <a:pt x="296261" y="0"/>
                      </a:cubicBezTo>
                      <a:close/>
                    </a:path>
                  </a:pathLst>
                </a:custGeom>
                <a:solidFill>
                  <a:srgbClr val="000000"/>
                </a:solidFill>
                <a:ln>
                  <a:solidFill>
                    <a:schemeClr val="tx1"/>
                  </a:solidFill>
                  <a:extLst>
                    <a:ext uri="{C807C97D-BFC1-408E-A445-0C87EB9F89A2}">
                      <ask:lineSketchStyleProps xmlns:ask="http://schemas.microsoft.com/office/drawing/2018/sketchyshapes" sd="2776833075">
                        <a:custGeom>
                          <a:avLst/>
                          <a:gdLst/>
                          <a:ahLst/>
                          <a:cxnLst/>
                          <a:rect l="l" t="t" r="r" b="b"/>
                          <a:pathLst>
                            <a:path w="75229" h="64112" extrusionOk="0">
                              <a:moveTo>
                                <a:pt x="41887" y="4626"/>
                              </a:moveTo>
                              <a:cubicBezTo>
                                <a:pt x="47489" y="4626"/>
                                <a:pt x="53298" y="6884"/>
                                <a:pt x="58685" y="12306"/>
                              </a:cubicBezTo>
                              <a:cubicBezTo>
                                <a:pt x="58916" y="12537"/>
                                <a:pt x="59201" y="12635"/>
                                <a:pt x="59486" y="12635"/>
                              </a:cubicBezTo>
                              <a:cubicBezTo>
                                <a:pt x="60128" y="12635"/>
                                <a:pt x="60778" y="12139"/>
                                <a:pt x="60854" y="11543"/>
                              </a:cubicBezTo>
                              <a:cubicBezTo>
                                <a:pt x="66281" y="21275"/>
                                <a:pt x="68428" y="31323"/>
                                <a:pt x="62881" y="42286"/>
                              </a:cubicBezTo>
                              <a:cubicBezTo>
                                <a:pt x="57711" y="52502"/>
                                <a:pt x="48612" y="59031"/>
                                <a:pt x="38428" y="59031"/>
                              </a:cubicBezTo>
                              <a:cubicBezTo>
                                <a:pt x="34250" y="59031"/>
                                <a:pt x="29890" y="57932"/>
                                <a:pt x="25544" y="55538"/>
                              </a:cubicBezTo>
                              <a:cubicBezTo>
                                <a:pt x="1" y="41474"/>
                                <a:pt x="19257" y="4626"/>
                                <a:pt x="41887" y="4626"/>
                              </a:cubicBezTo>
                              <a:close/>
                              <a:moveTo>
                                <a:pt x="39305" y="0"/>
                              </a:moveTo>
                              <a:cubicBezTo>
                                <a:pt x="33188" y="0"/>
                                <a:pt x="26964" y="2142"/>
                                <a:pt x="21588" y="6508"/>
                              </a:cubicBezTo>
                              <a:cubicBezTo>
                                <a:pt x="8695" y="16981"/>
                                <a:pt x="1731" y="44074"/>
                                <a:pt x="16346" y="56116"/>
                              </a:cubicBezTo>
                              <a:cubicBezTo>
                                <a:pt x="22887" y="61508"/>
                                <a:pt x="30274" y="64112"/>
                                <a:pt x="37494" y="64112"/>
                              </a:cubicBezTo>
                              <a:cubicBezTo>
                                <a:pt x="47185" y="64112"/>
                                <a:pt x="56575" y="59419"/>
                                <a:pt x="63208" y="50482"/>
                              </a:cubicBezTo>
                              <a:cubicBezTo>
                                <a:pt x="72711" y="37655"/>
                                <a:pt x="75228" y="15749"/>
                                <a:pt x="60156" y="5941"/>
                              </a:cubicBezTo>
                              <a:cubicBezTo>
                                <a:pt x="59966" y="5816"/>
                                <a:pt x="59765" y="5761"/>
                                <a:pt x="59568" y="5761"/>
                              </a:cubicBezTo>
                              <a:cubicBezTo>
                                <a:pt x="58720" y="5761"/>
                                <a:pt x="57958" y="6786"/>
                                <a:pt x="58489" y="7609"/>
                              </a:cubicBezTo>
                              <a:cubicBezTo>
                                <a:pt x="58990" y="8382"/>
                                <a:pt x="59470" y="9167"/>
                                <a:pt x="59938" y="9941"/>
                              </a:cubicBezTo>
                              <a:cubicBezTo>
                                <a:pt x="54481" y="3368"/>
                                <a:pt x="46977" y="0"/>
                                <a:pt x="39305" y="0"/>
                              </a:cubicBezTo>
                              <a:close/>
                            </a:path>
                          </a:pathLst>
                        </a:custGeom>
                        <ask:type>
                          <ask:lineSketchScribble/>
                        </ask:type>
                      </ask:lineSketchStyleProps>
                    </a:ext>
                  </a:extLst>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TextBox 41">
                  <a:extLst>
                    <a:ext uri="{FF2B5EF4-FFF2-40B4-BE49-F238E27FC236}">
                      <a16:creationId xmlns:a16="http://schemas.microsoft.com/office/drawing/2014/main" id="{4ED6B340-902A-FA1D-B117-7BD785E5BC57}"/>
                    </a:ext>
                  </a:extLst>
                </p:cNvPr>
                <p:cNvSpPr txBox="1"/>
                <p:nvPr/>
              </p:nvSpPr>
              <p:spPr>
                <a:xfrm>
                  <a:off x="1570412" y="5782485"/>
                  <a:ext cx="492989" cy="666576"/>
                </a:xfrm>
                <a:prstGeom prst="rect">
                  <a:avLst/>
                </a:prstGeom>
                <a:noFill/>
              </p:spPr>
              <p:txBody>
                <a:bodyPr wrap="none" rtlCol="0">
                  <a:spAutoFit/>
                </a:bodyPr>
                <a:lstStyle/>
                <a:p>
                  <a:r>
                    <a:rPr lang="en-US" sz="1600" dirty="0">
                      <a:latin typeface="Permanent Marker" panose="02000000000000000000" pitchFamily="2" charset="0"/>
                    </a:rPr>
                    <a:t>1</a:t>
                  </a:r>
                  <a:endParaRPr lang="en-IN" sz="1600" dirty="0">
                    <a:latin typeface="Permanent Marker" panose="02000000000000000000" pitchFamily="2" charset="0"/>
                  </a:endParaRPr>
                </a:p>
              </p:txBody>
            </p:sp>
          </p:grpSp>
          <p:sp>
            <p:nvSpPr>
              <p:cNvPr id="5" name="TextBox 4">
                <a:extLst>
                  <a:ext uri="{FF2B5EF4-FFF2-40B4-BE49-F238E27FC236}">
                    <a16:creationId xmlns:a16="http://schemas.microsoft.com/office/drawing/2014/main" id="{2580AC50-F0A9-6339-F571-148FCB8146A1}"/>
                  </a:ext>
                </a:extLst>
              </p:cNvPr>
              <p:cNvSpPr txBox="1"/>
              <p:nvPr/>
            </p:nvSpPr>
            <p:spPr>
              <a:xfrm>
                <a:off x="748732" y="4848079"/>
                <a:ext cx="2595519" cy="338554"/>
              </a:xfrm>
              <a:prstGeom prst="rect">
                <a:avLst/>
              </a:prstGeom>
              <a:noFill/>
            </p:spPr>
            <p:txBody>
              <a:bodyPr wrap="none" rtlCol="0">
                <a:spAutoFit/>
              </a:bodyPr>
              <a:lstStyle/>
              <a:p>
                <a:r>
                  <a:rPr lang="en-US" sz="1600" spc="100" dirty="0">
                    <a:latin typeface="Ballpoint" pitchFamily="50" charset="0"/>
                  </a:rPr>
                  <a:t>Pump is working as expected</a:t>
                </a:r>
              </a:p>
            </p:txBody>
          </p:sp>
        </p:grpSp>
        <mc:AlternateContent xmlns:mc="http://schemas.openxmlformats.org/markup-compatibility/2006">
          <mc:Choice xmlns:p14="http://schemas.microsoft.com/office/powerpoint/2010/main" Requires="p14">
            <p:contentPart p14:bwMode="auto" r:id="rId16">
              <p14:nvContentPartPr>
                <p14:cNvPr id="47" name="Ink 46">
                  <a:extLst>
                    <a:ext uri="{FF2B5EF4-FFF2-40B4-BE49-F238E27FC236}">
                      <a16:creationId xmlns:a16="http://schemas.microsoft.com/office/drawing/2014/main" id="{21DB14A8-2DC1-F0E8-BBC1-53B3B2D1ED4F}"/>
                    </a:ext>
                  </a:extLst>
                </p14:cNvPr>
                <p14:cNvContentPartPr/>
                <p14:nvPr/>
              </p14:nvContentPartPr>
              <p14:xfrm>
                <a:off x="1502910" y="7102388"/>
                <a:ext cx="217800" cy="360"/>
              </p14:xfrm>
            </p:contentPart>
          </mc:Choice>
          <mc:Fallback>
            <p:pic>
              <p:nvPicPr>
                <p:cNvPr id="47" name="Ink 46">
                  <a:extLst>
                    <a:ext uri="{FF2B5EF4-FFF2-40B4-BE49-F238E27FC236}">
                      <a16:creationId xmlns:a16="http://schemas.microsoft.com/office/drawing/2014/main" id="{21DB14A8-2DC1-F0E8-BBC1-53B3B2D1ED4F}"/>
                    </a:ext>
                  </a:extLst>
                </p:cNvPr>
                <p:cNvPicPr/>
                <p:nvPr/>
              </p:nvPicPr>
              <p:blipFill>
                <a:blip r:embed="rId17"/>
                <a:stretch>
                  <a:fillRect/>
                </a:stretch>
              </p:blipFill>
              <p:spPr>
                <a:xfrm>
                  <a:off x="1466910" y="7030388"/>
                  <a:ext cx="289440" cy="144000"/>
                </a:xfrm>
                <a:prstGeom prst="rect">
                  <a:avLst/>
                </a:prstGeom>
              </p:spPr>
            </p:pic>
          </mc:Fallback>
        </mc:AlternateContent>
      </p:grpSp>
      <p:grpSp>
        <p:nvGrpSpPr>
          <p:cNvPr id="48" name="Group 47">
            <a:extLst>
              <a:ext uri="{FF2B5EF4-FFF2-40B4-BE49-F238E27FC236}">
                <a16:creationId xmlns:a16="http://schemas.microsoft.com/office/drawing/2014/main" id="{297F2C1E-E2B9-5EDC-439D-891B438804E4}"/>
              </a:ext>
            </a:extLst>
          </p:cNvPr>
          <p:cNvGrpSpPr/>
          <p:nvPr/>
        </p:nvGrpSpPr>
        <p:grpSpPr>
          <a:xfrm>
            <a:off x="496557" y="4659841"/>
            <a:ext cx="2943945" cy="353859"/>
            <a:chOff x="413033" y="5330455"/>
            <a:chExt cx="2943945" cy="353859"/>
          </a:xfrm>
        </p:grpSpPr>
        <p:grpSp>
          <p:nvGrpSpPr>
            <p:cNvPr id="49" name="Group 48">
              <a:extLst>
                <a:ext uri="{FF2B5EF4-FFF2-40B4-BE49-F238E27FC236}">
                  <a16:creationId xmlns:a16="http://schemas.microsoft.com/office/drawing/2014/main" id="{84E79D55-64A2-CF9E-15B7-EB9BCB068AE0}"/>
                </a:ext>
              </a:extLst>
            </p:cNvPr>
            <p:cNvGrpSpPr/>
            <p:nvPr/>
          </p:nvGrpSpPr>
          <p:grpSpPr>
            <a:xfrm>
              <a:off x="413033" y="5330455"/>
              <a:ext cx="304892" cy="338554"/>
              <a:chOff x="460732" y="5420624"/>
              <a:chExt cx="304892" cy="338554"/>
            </a:xfrm>
          </p:grpSpPr>
          <p:sp>
            <p:nvSpPr>
              <p:cNvPr id="51" name="Google Shape;1000;p34">
                <a:extLst>
                  <a:ext uri="{FF2B5EF4-FFF2-40B4-BE49-F238E27FC236}">
                    <a16:creationId xmlns:a16="http://schemas.microsoft.com/office/drawing/2014/main" id="{ABD35BC8-4CF7-1285-6734-9E172C46619B}"/>
                  </a:ext>
                </a:extLst>
              </p:cNvPr>
              <p:cNvSpPr/>
              <p:nvPr/>
            </p:nvSpPr>
            <p:spPr>
              <a:xfrm>
                <a:off x="460733" y="5472043"/>
                <a:ext cx="235717" cy="235716"/>
              </a:xfrm>
              <a:custGeom>
                <a:avLst/>
                <a:gdLst>
                  <a:gd name="connsiteX0" fmla="*/ 0 w 235717"/>
                  <a:gd name="connsiteY0" fmla="*/ 117858 h 235716"/>
                  <a:gd name="connsiteX1" fmla="*/ 117859 w 235717"/>
                  <a:gd name="connsiteY1" fmla="*/ 0 h 235716"/>
                  <a:gd name="connsiteX2" fmla="*/ 235718 w 235717"/>
                  <a:gd name="connsiteY2" fmla="*/ 117858 h 235716"/>
                  <a:gd name="connsiteX3" fmla="*/ 117859 w 235717"/>
                  <a:gd name="connsiteY3" fmla="*/ 235716 h 235716"/>
                  <a:gd name="connsiteX4" fmla="*/ 0 w 235717"/>
                  <a:gd name="connsiteY4" fmla="*/ 117858 h 235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717" h="235716" fill="none" extrusionOk="0">
                    <a:moveTo>
                      <a:pt x="0" y="117858"/>
                    </a:moveTo>
                    <a:cubicBezTo>
                      <a:pt x="-13433" y="48766"/>
                      <a:pt x="56573" y="12169"/>
                      <a:pt x="117859" y="0"/>
                    </a:cubicBezTo>
                    <a:cubicBezTo>
                      <a:pt x="190243" y="-7154"/>
                      <a:pt x="238856" y="63405"/>
                      <a:pt x="235718" y="117858"/>
                    </a:cubicBezTo>
                    <a:cubicBezTo>
                      <a:pt x="240958" y="178602"/>
                      <a:pt x="172291" y="234765"/>
                      <a:pt x="117859" y="235716"/>
                    </a:cubicBezTo>
                    <a:cubicBezTo>
                      <a:pt x="54388" y="249229"/>
                      <a:pt x="-8751" y="183026"/>
                      <a:pt x="0" y="117858"/>
                    </a:cubicBezTo>
                    <a:close/>
                  </a:path>
                  <a:path w="235717" h="235716" stroke="0" extrusionOk="0">
                    <a:moveTo>
                      <a:pt x="0" y="117858"/>
                    </a:moveTo>
                    <a:cubicBezTo>
                      <a:pt x="-4182" y="55958"/>
                      <a:pt x="67326" y="11312"/>
                      <a:pt x="117859" y="0"/>
                    </a:cubicBezTo>
                    <a:cubicBezTo>
                      <a:pt x="179998" y="3174"/>
                      <a:pt x="237403" y="42977"/>
                      <a:pt x="235718" y="117858"/>
                    </a:cubicBezTo>
                    <a:cubicBezTo>
                      <a:pt x="233216" y="181402"/>
                      <a:pt x="191302" y="236538"/>
                      <a:pt x="117859" y="235716"/>
                    </a:cubicBezTo>
                    <a:cubicBezTo>
                      <a:pt x="42767" y="235371"/>
                      <a:pt x="-11765" y="172573"/>
                      <a:pt x="0" y="117858"/>
                    </a:cubicBezTo>
                    <a:close/>
                  </a:path>
                </a:pathLst>
              </a:custGeom>
              <a:solidFill>
                <a:srgbClr val="FFC000"/>
              </a:solidFill>
              <a:ln>
                <a:solidFill>
                  <a:schemeClr val="bg1"/>
                </a:solidFill>
                <a:extLst>
                  <a:ext uri="{C807C97D-BFC1-408E-A445-0C87EB9F89A2}">
                    <ask:lineSketchStyleProps xmlns:ask="http://schemas.microsoft.com/office/drawing/2018/sketchyshapes" sd="1763027980">
                      <a:prstGeom prst="ellipse">
                        <a:avLst/>
                      </a:prstGeom>
                      <ask:type>
                        <ask:lineSketchScribble/>
                      </ask:type>
                    </ask:lineSketchStyleProps>
                  </a:ext>
                </a:extLst>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000;p34">
                <a:extLst>
                  <a:ext uri="{FF2B5EF4-FFF2-40B4-BE49-F238E27FC236}">
                    <a16:creationId xmlns:a16="http://schemas.microsoft.com/office/drawing/2014/main" id="{DA82EFCC-18C9-8E3E-0813-FC50D8C185A8}"/>
                  </a:ext>
                </a:extLst>
              </p:cNvPr>
              <p:cNvSpPr/>
              <p:nvPr/>
            </p:nvSpPr>
            <p:spPr>
              <a:xfrm>
                <a:off x="493461" y="5472043"/>
                <a:ext cx="235717" cy="235716"/>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002;p34">
                <a:extLst>
                  <a:ext uri="{FF2B5EF4-FFF2-40B4-BE49-F238E27FC236}">
                    <a16:creationId xmlns:a16="http://schemas.microsoft.com/office/drawing/2014/main" id="{C53CAC32-0463-BD98-5AF1-6A58BAF606AE}"/>
                  </a:ext>
                </a:extLst>
              </p:cNvPr>
              <p:cNvSpPr/>
              <p:nvPr/>
            </p:nvSpPr>
            <p:spPr>
              <a:xfrm>
                <a:off x="475590" y="5462378"/>
                <a:ext cx="288000" cy="255046"/>
              </a:xfrm>
              <a:custGeom>
                <a:avLst/>
                <a:gdLst>
                  <a:gd name="connsiteX0" fmla="*/ 160356 w 288000"/>
                  <a:gd name="connsiteY0" fmla="*/ 18402 h 255046"/>
                  <a:gd name="connsiteX1" fmla="*/ 224664 w 288000"/>
                  <a:gd name="connsiteY1" fmla="*/ 48954 h 255046"/>
                  <a:gd name="connsiteX2" fmla="*/ 227730 w 288000"/>
                  <a:gd name="connsiteY2" fmla="*/ 50263 h 255046"/>
                  <a:gd name="connsiteX3" fmla="*/ 232968 w 288000"/>
                  <a:gd name="connsiteY3" fmla="*/ 45919 h 255046"/>
                  <a:gd name="connsiteX4" fmla="*/ 240728 w 288000"/>
                  <a:gd name="connsiteY4" fmla="*/ 168219 h 255046"/>
                  <a:gd name="connsiteX5" fmla="*/ 147114 w 288000"/>
                  <a:gd name="connsiteY5" fmla="*/ 234833 h 255046"/>
                  <a:gd name="connsiteX6" fmla="*/ 97790 w 288000"/>
                  <a:gd name="connsiteY6" fmla="*/ 220937 h 255046"/>
                  <a:gd name="connsiteX7" fmla="*/ 160356 w 288000"/>
                  <a:gd name="connsiteY7" fmla="*/ 18402 h 255046"/>
                  <a:gd name="connsiteX8" fmla="*/ 150471 w 288000"/>
                  <a:gd name="connsiteY8" fmla="*/ 0 h 255046"/>
                  <a:gd name="connsiteX9" fmla="*/ 82645 w 288000"/>
                  <a:gd name="connsiteY9" fmla="*/ 25889 h 255046"/>
                  <a:gd name="connsiteX10" fmla="*/ 62577 w 288000"/>
                  <a:gd name="connsiteY10" fmla="*/ 223236 h 255046"/>
                  <a:gd name="connsiteX11" fmla="*/ 143538 w 288000"/>
                  <a:gd name="connsiteY11" fmla="*/ 255046 h 255046"/>
                  <a:gd name="connsiteX12" fmla="*/ 241979 w 288000"/>
                  <a:gd name="connsiteY12" fmla="*/ 200824 h 255046"/>
                  <a:gd name="connsiteX13" fmla="*/ 230295 w 288000"/>
                  <a:gd name="connsiteY13" fmla="*/ 23634 h 255046"/>
                  <a:gd name="connsiteX14" fmla="*/ 228044 w 288000"/>
                  <a:gd name="connsiteY14" fmla="*/ 22918 h 255046"/>
                  <a:gd name="connsiteX15" fmla="*/ 223914 w 288000"/>
                  <a:gd name="connsiteY15" fmla="*/ 30269 h 255046"/>
                  <a:gd name="connsiteX16" fmla="*/ 229461 w 288000"/>
                  <a:gd name="connsiteY16" fmla="*/ 39546 h 255046"/>
                  <a:gd name="connsiteX17" fmla="*/ 150471 w 288000"/>
                  <a:gd name="connsiteY17" fmla="*/ 0 h 255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8000" h="255046" fill="none" extrusionOk="0">
                    <a:moveTo>
                      <a:pt x="160356" y="18402"/>
                    </a:moveTo>
                    <a:cubicBezTo>
                      <a:pt x="188572" y="18797"/>
                      <a:pt x="198180" y="27795"/>
                      <a:pt x="224664" y="48954"/>
                    </a:cubicBezTo>
                    <a:cubicBezTo>
                      <a:pt x="225504" y="49631"/>
                      <a:pt x="226757" y="50459"/>
                      <a:pt x="227730" y="50263"/>
                    </a:cubicBezTo>
                    <a:cubicBezTo>
                      <a:pt x="230353" y="50108"/>
                      <a:pt x="232896" y="47917"/>
                      <a:pt x="232968" y="45919"/>
                    </a:cubicBezTo>
                    <a:cubicBezTo>
                      <a:pt x="244884" y="89878"/>
                      <a:pt x="255039" y="133691"/>
                      <a:pt x="240728" y="168219"/>
                    </a:cubicBezTo>
                    <a:cubicBezTo>
                      <a:pt x="221877" y="210703"/>
                      <a:pt x="188594" y="235696"/>
                      <a:pt x="147114" y="234833"/>
                    </a:cubicBezTo>
                    <a:cubicBezTo>
                      <a:pt x="130178" y="233885"/>
                      <a:pt x="113895" y="230946"/>
                      <a:pt x="97790" y="220937"/>
                    </a:cubicBezTo>
                    <a:cubicBezTo>
                      <a:pt x="4684" y="169303"/>
                      <a:pt x="59321" y="21754"/>
                      <a:pt x="160356" y="18402"/>
                    </a:cubicBezTo>
                    <a:close/>
                    <a:moveTo>
                      <a:pt x="150471" y="0"/>
                    </a:moveTo>
                    <a:cubicBezTo>
                      <a:pt x="127746" y="2797"/>
                      <a:pt x="103133" y="15608"/>
                      <a:pt x="82645" y="25889"/>
                    </a:cubicBezTo>
                    <a:cubicBezTo>
                      <a:pt x="23118" y="63577"/>
                      <a:pt x="12724" y="174347"/>
                      <a:pt x="62577" y="223236"/>
                    </a:cubicBezTo>
                    <a:cubicBezTo>
                      <a:pt x="86094" y="242858"/>
                      <a:pt x="121593" y="255752"/>
                      <a:pt x="143538" y="255046"/>
                    </a:cubicBezTo>
                    <a:cubicBezTo>
                      <a:pt x="191366" y="259431"/>
                      <a:pt x="226256" y="238235"/>
                      <a:pt x="241979" y="200824"/>
                    </a:cubicBezTo>
                    <a:cubicBezTo>
                      <a:pt x="272812" y="156843"/>
                      <a:pt x="298094" y="51340"/>
                      <a:pt x="230295" y="23634"/>
                    </a:cubicBezTo>
                    <a:cubicBezTo>
                      <a:pt x="229522" y="23155"/>
                      <a:pt x="228754" y="23065"/>
                      <a:pt x="228044" y="22918"/>
                    </a:cubicBezTo>
                    <a:cubicBezTo>
                      <a:pt x="224655" y="22543"/>
                      <a:pt x="222380" y="27649"/>
                      <a:pt x="223914" y="30269"/>
                    </a:cubicBezTo>
                    <a:cubicBezTo>
                      <a:pt x="226593" y="32903"/>
                      <a:pt x="227835" y="36569"/>
                      <a:pt x="229461" y="39546"/>
                    </a:cubicBezTo>
                    <a:cubicBezTo>
                      <a:pt x="208012" y="14264"/>
                      <a:pt x="178765" y="2434"/>
                      <a:pt x="150471" y="0"/>
                    </a:cubicBezTo>
                    <a:close/>
                  </a:path>
                  <a:path w="288000" h="255046" stroke="0" extrusionOk="0">
                    <a:moveTo>
                      <a:pt x="160356" y="18402"/>
                    </a:moveTo>
                    <a:cubicBezTo>
                      <a:pt x="180413" y="23970"/>
                      <a:pt x="202966" y="28993"/>
                      <a:pt x="224664" y="48954"/>
                    </a:cubicBezTo>
                    <a:cubicBezTo>
                      <a:pt x="225515" y="50097"/>
                      <a:pt x="226612" y="50004"/>
                      <a:pt x="227730" y="50263"/>
                    </a:cubicBezTo>
                    <a:cubicBezTo>
                      <a:pt x="230208" y="50347"/>
                      <a:pt x="232635" y="48163"/>
                      <a:pt x="232968" y="45919"/>
                    </a:cubicBezTo>
                    <a:cubicBezTo>
                      <a:pt x="250648" y="83768"/>
                      <a:pt x="262706" y="125089"/>
                      <a:pt x="240728" y="168219"/>
                    </a:cubicBezTo>
                    <a:cubicBezTo>
                      <a:pt x="229512" y="211933"/>
                      <a:pt x="188772" y="227953"/>
                      <a:pt x="147114" y="234833"/>
                    </a:cubicBezTo>
                    <a:cubicBezTo>
                      <a:pt x="128053" y="238492"/>
                      <a:pt x="116265" y="228903"/>
                      <a:pt x="97790" y="220937"/>
                    </a:cubicBezTo>
                    <a:cubicBezTo>
                      <a:pt x="10877" y="178989"/>
                      <a:pt x="74896" y="14131"/>
                      <a:pt x="160356" y="18402"/>
                    </a:cubicBezTo>
                    <a:close/>
                    <a:moveTo>
                      <a:pt x="150471" y="0"/>
                    </a:moveTo>
                    <a:cubicBezTo>
                      <a:pt x="130257" y="2738"/>
                      <a:pt x="107824" y="8716"/>
                      <a:pt x="82645" y="25889"/>
                    </a:cubicBezTo>
                    <a:cubicBezTo>
                      <a:pt x="32672" y="53632"/>
                      <a:pt x="-15279" y="172579"/>
                      <a:pt x="62577" y="223236"/>
                    </a:cubicBezTo>
                    <a:cubicBezTo>
                      <a:pt x="87447" y="240112"/>
                      <a:pt x="116770" y="254791"/>
                      <a:pt x="143538" y="255046"/>
                    </a:cubicBezTo>
                    <a:cubicBezTo>
                      <a:pt x="181455" y="254405"/>
                      <a:pt x="215575" y="248220"/>
                      <a:pt x="241979" y="200824"/>
                    </a:cubicBezTo>
                    <a:cubicBezTo>
                      <a:pt x="272995" y="144381"/>
                      <a:pt x="273601" y="54569"/>
                      <a:pt x="230295" y="23634"/>
                    </a:cubicBezTo>
                    <a:cubicBezTo>
                      <a:pt x="229552" y="23125"/>
                      <a:pt x="228965" y="22873"/>
                      <a:pt x="228044" y="22918"/>
                    </a:cubicBezTo>
                    <a:cubicBezTo>
                      <a:pt x="224393" y="22452"/>
                      <a:pt x="221341" y="26957"/>
                      <a:pt x="223914" y="30269"/>
                    </a:cubicBezTo>
                    <a:cubicBezTo>
                      <a:pt x="225234" y="33455"/>
                      <a:pt x="227463" y="37182"/>
                      <a:pt x="229461" y="39546"/>
                    </a:cubicBezTo>
                    <a:cubicBezTo>
                      <a:pt x="205841" y="11103"/>
                      <a:pt x="180145" y="5058"/>
                      <a:pt x="150471" y="0"/>
                    </a:cubicBezTo>
                    <a:close/>
                  </a:path>
                </a:pathLst>
              </a:custGeom>
              <a:solidFill>
                <a:srgbClr val="000000"/>
              </a:solidFill>
              <a:ln>
                <a:solidFill>
                  <a:schemeClr val="tx1"/>
                </a:solidFill>
                <a:extLst>
                  <a:ext uri="{C807C97D-BFC1-408E-A445-0C87EB9F89A2}">
                    <ask:lineSketchStyleProps xmlns:ask="http://schemas.microsoft.com/office/drawing/2018/sketchyshapes" sd="2776833075">
                      <a:custGeom>
                        <a:avLst/>
                        <a:gdLst/>
                        <a:ahLst/>
                        <a:cxnLst/>
                        <a:rect l="l" t="t" r="r" b="b"/>
                        <a:pathLst>
                          <a:path w="75229" h="64112" extrusionOk="0">
                            <a:moveTo>
                              <a:pt x="41887" y="4626"/>
                            </a:moveTo>
                            <a:cubicBezTo>
                              <a:pt x="47489" y="4626"/>
                              <a:pt x="53298" y="6884"/>
                              <a:pt x="58685" y="12306"/>
                            </a:cubicBezTo>
                            <a:cubicBezTo>
                              <a:pt x="58916" y="12537"/>
                              <a:pt x="59201" y="12635"/>
                              <a:pt x="59486" y="12635"/>
                            </a:cubicBezTo>
                            <a:cubicBezTo>
                              <a:pt x="60128" y="12635"/>
                              <a:pt x="60778" y="12139"/>
                              <a:pt x="60854" y="11543"/>
                            </a:cubicBezTo>
                            <a:cubicBezTo>
                              <a:pt x="66281" y="21275"/>
                              <a:pt x="68428" y="31323"/>
                              <a:pt x="62881" y="42286"/>
                            </a:cubicBezTo>
                            <a:cubicBezTo>
                              <a:pt x="57711" y="52502"/>
                              <a:pt x="48612" y="59031"/>
                              <a:pt x="38428" y="59031"/>
                            </a:cubicBezTo>
                            <a:cubicBezTo>
                              <a:pt x="34250" y="59031"/>
                              <a:pt x="29890" y="57932"/>
                              <a:pt x="25544" y="55538"/>
                            </a:cubicBezTo>
                            <a:cubicBezTo>
                              <a:pt x="1" y="41474"/>
                              <a:pt x="19257" y="4626"/>
                              <a:pt x="41887" y="4626"/>
                            </a:cubicBezTo>
                            <a:close/>
                            <a:moveTo>
                              <a:pt x="39305" y="0"/>
                            </a:moveTo>
                            <a:cubicBezTo>
                              <a:pt x="33188" y="0"/>
                              <a:pt x="26964" y="2142"/>
                              <a:pt x="21588" y="6508"/>
                            </a:cubicBezTo>
                            <a:cubicBezTo>
                              <a:pt x="8695" y="16981"/>
                              <a:pt x="1731" y="44074"/>
                              <a:pt x="16346" y="56116"/>
                            </a:cubicBezTo>
                            <a:cubicBezTo>
                              <a:pt x="22887" y="61508"/>
                              <a:pt x="30274" y="64112"/>
                              <a:pt x="37494" y="64112"/>
                            </a:cubicBezTo>
                            <a:cubicBezTo>
                              <a:pt x="47185" y="64112"/>
                              <a:pt x="56575" y="59419"/>
                              <a:pt x="63208" y="50482"/>
                            </a:cubicBezTo>
                            <a:cubicBezTo>
                              <a:pt x="72711" y="37655"/>
                              <a:pt x="75228" y="15749"/>
                              <a:pt x="60156" y="5941"/>
                            </a:cubicBezTo>
                            <a:cubicBezTo>
                              <a:pt x="59966" y="5816"/>
                              <a:pt x="59765" y="5761"/>
                              <a:pt x="59568" y="5761"/>
                            </a:cubicBezTo>
                            <a:cubicBezTo>
                              <a:pt x="58720" y="5761"/>
                              <a:pt x="57958" y="6786"/>
                              <a:pt x="58489" y="7609"/>
                            </a:cubicBezTo>
                            <a:cubicBezTo>
                              <a:pt x="58990" y="8382"/>
                              <a:pt x="59470" y="9167"/>
                              <a:pt x="59938" y="9941"/>
                            </a:cubicBezTo>
                            <a:cubicBezTo>
                              <a:pt x="54481" y="3368"/>
                              <a:pt x="46977" y="0"/>
                              <a:pt x="39305" y="0"/>
                            </a:cubicBezTo>
                            <a:close/>
                          </a:path>
                        </a:pathLst>
                      </a:custGeom>
                      <ask:type>
                        <ask:lineSketchScribble/>
                      </ask:type>
                    </ask:lineSketchStyleProps>
                  </a:ext>
                </a:extLst>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TextBox 53">
                <a:extLst>
                  <a:ext uri="{FF2B5EF4-FFF2-40B4-BE49-F238E27FC236}">
                    <a16:creationId xmlns:a16="http://schemas.microsoft.com/office/drawing/2014/main" id="{9FF52D87-B0D7-9F47-64D3-E41C6919B9FD}"/>
                  </a:ext>
                </a:extLst>
              </p:cNvPr>
              <p:cNvSpPr txBox="1"/>
              <p:nvPr/>
            </p:nvSpPr>
            <p:spPr>
              <a:xfrm>
                <a:off x="460732" y="5420624"/>
                <a:ext cx="304892" cy="338554"/>
              </a:xfrm>
              <a:prstGeom prst="rect">
                <a:avLst/>
              </a:prstGeom>
              <a:noFill/>
            </p:spPr>
            <p:txBody>
              <a:bodyPr wrap="none" rtlCol="0">
                <a:spAutoFit/>
              </a:bodyPr>
              <a:lstStyle/>
              <a:p>
                <a:r>
                  <a:rPr lang="en-US" sz="1600" dirty="0">
                    <a:latin typeface="Permanent Marker" panose="02000000000000000000" pitchFamily="2" charset="0"/>
                  </a:rPr>
                  <a:t>4</a:t>
                </a:r>
                <a:endParaRPr lang="en-IN" sz="1600" dirty="0">
                  <a:latin typeface="Permanent Marker" panose="02000000000000000000" pitchFamily="2" charset="0"/>
                </a:endParaRPr>
              </a:p>
            </p:txBody>
          </p:sp>
        </p:grpSp>
        <p:sp>
          <p:nvSpPr>
            <p:cNvPr id="50" name="TextBox 49">
              <a:extLst>
                <a:ext uri="{FF2B5EF4-FFF2-40B4-BE49-F238E27FC236}">
                  <a16:creationId xmlns:a16="http://schemas.microsoft.com/office/drawing/2014/main" id="{AB445A45-FBDD-DF5E-CC0D-73485DF85EB9}"/>
                </a:ext>
              </a:extLst>
            </p:cNvPr>
            <p:cNvSpPr txBox="1"/>
            <p:nvPr/>
          </p:nvSpPr>
          <p:spPr>
            <a:xfrm>
              <a:off x="665344" y="5345760"/>
              <a:ext cx="2691634" cy="338554"/>
            </a:xfrm>
            <a:prstGeom prst="rect">
              <a:avLst/>
            </a:prstGeom>
            <a:noFill/>
          </p:spPr>
          <p:txBody>
            <a:bodyPr wrap="none" rtlCol="0">
              <a:spAutoFit/>
            </a:bodyPr>
            <a:lstStyle/>
            <a:p>
              <a:r>
                <a:rPr lang="en-US" sz="1600" spc="100" dirty="0">
                  <a:latin typeface="Ballpoint" pitchFamily="50" charset="0"/>
                </a:rPr>
                <a:t>No pressure build-up observed</a:t>
              </a:r>
            </a:p>
          </p:txBody>
        </p:sp>
      </p:grpSp>
      <p:grpSp>
        <p:nvGrpSpPr>
          <p:cNvPr id="55" name="Group 54">
            <a:extLst>
              <a:ext uri="{FF2B5EF4-FFF2-40B4-BE49-F238E27FC236}">
                <a16:creationId xmlns:a16="http://schemas.microsoft.com/office/drawing/2014/main" id="{1D5CFD4C-0B7B-4BCE-6413-E195A2053545}"/>
              </a:ext>
            </a:extLst>
          </p:cNvPr>
          <p:cNvGrpSpPr/>
          <p:nvPr/>
        </p:nvGrpSpPr>
        <p:grpSpPr>
          <a:xfrm>
            <a:off x="508257" y="5078176"/>
            <a:ext cx="5022078" cy="353859"/>
            <a:chOff x="413033" y="5330455"/>
            <a:chExt cx="5022078" cy="353859"/>
          </a:xfrm>
        </p:grpSpPr>
        <p:grpSp>
          <p:nvGrpSpPr>
            <p:cNvPr id="56" name="Group 55">
              <a:extLst>
                <a:ext uri="{FF2B5EF4-FFF2-40B4-BE49-F238E27FC236}">
                  <a16:creationId xmlns:a16="http://schemas.microsoft.com/office/drawing/2014/main" id="{C94AAE92-9AA3-3EA5-7B8A-1AAFAEC7AB84}"/>
                </a:ext>
              </a:extLst>
            </p:cNvPr>
            <p:cNvGrpSpPr/>
            <p:nvPr/>
          </p:nvGrpSpPr>
          <p:grpSpPr>
            <a:xfrm>
              <a:off x="413033" y="5330455"/>
              <a:ext cx="303288" cy="338554"/>
              <a:chOff x="460732" y="5420624"/>
              <a:chExt cx="303288" cy="338554"/>
            </a:xfrm>
          </p:grpSpPr>
          <p:sp>
            <p:nvSpPr>
              <p:cNvPr id="58" name="Google Shape;1000;p34">
                <a:extLst>
                  <a:ext uri="{FF2B5EF4-FFF2-40B4-BE49-F238E27FC236}">
                    <a16:creationId xmlns:a16="http://schemas.microsoft.com/office/drawing/2014/main" id="{2927C133-ADCF-A45C-BA05-17E471601969}"/>
                  </a:ext>
                </a:extLst>
              </p:cNvPr>
              <p:cNvSpPr/>
              <p:nvPr/>
            </p:nvSpPr>
            <p:spPr>
              <a:xfrm>
                <a:off x="460733" y="5472043"/>
                <a:ext cx="235717" cy="235716"/>
              </a:xfrm>
              <a:custGeom>
                <a:avLst/>
                <a:gdLst>
                  <a:gd name="connsiteX0" fmla="*/ 0 w 235717"/>
                  <a:gd name="connsiteY0" fmla="*/ 117858 h 235716"/>
                  <a:gd name="connsiteX1" fmla="*/ 117859 w 235717"/>
                  <a:gd name="connsiteY1" fmla="*/ 0 h 235716"/>
                  <a:gd name="connsiteX2" fmla="*/ 235718 w 235717"/>
                  <a:gd name="connsiteY2" fmla="*/ 117858 h 235716"/>
                  <a:gd name="connsiteX3" fmla="*/ 117859 w 235717"/>
                  <a:gd name="connsiteY3" fmla="*/ 235716 h 235716"/>
                  <a:gd name="connsiteX4" fmla="*/ 0 w 235717"/>
                  <a:gd name="connsiteY4" fmla="*/ 117858 h 235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717" h="235716" fill="none" extrusionOk="0">
                    <a:moveTo>
                      <a:pt x="0" y="117858"/>
                    </a:moveTo>
                    <a:cubicBezTo>
                      <a:pt x="-13433" y="48766"/>
                      <a:pt x="56573" y="12169"/>
                      <a:pt x="117859" y="0"/>
                    </a:cubicBezTo>
                    <a:cubicBezTo>
                      <a:pt x="190243" y="-7154"/>
                      <a:pt x="238856" y="63405"/>
                      <a:pt x="235718" y="117858"/>
                    </a:cubicBezTo>
                    <a:cubicBezTo>
                      <a:pt x="240958" y="178602"/>
                      <a:pt x="172291" y="234765"/>
                      <a:pt x="117859" y="235716"/>
                    </a:cubicBezTo>
                    <a:cubicBezTo>
                      <a:pt x="54388" y="249229"/>
                      <a:pt x="-8751" y="183026"/>
                      <a:pt x="0" y="117858"/>
                    </a:cubicBezTo>
                    <a:close/>
                  </a:path>
                  <a:path w="235717" h="235716" stroke="0" extrusionOk="0">
                    <a:moveTo>
                      <a:pt x="0" y="117858"/>
                    </a:moveTo>
                    <a:cubicBezTo>
                      <a:pt x="-4182" y="55958"/>
                      <a:pt x="67326" y="11312"/>
                      <a:pt x="117859" y="0"/>
                    </a:cubicBezTo>
                    <a:cubicBezTo>
                      <a:pt x="179998" y="3174"/>
                      <a:pt x="237403" y="42977"/>
                      <a:pt x="235718" y="117858"/>
                    </a:cubicBezTo>
                    <a:cubicBezTo>
                      <a:pt x="233216" y="181402"/>
                      <a:pt x="191302" y="236538"/>
                      <a:pt x="117859" y="235716"/>
                    </a:cubicBezTo>
                    <a:cubicBezTo>
                      <a:pt x="42767" y="235371"/>
                      <a:pt x="-11765" y="172573"/>
                      <a:pt x="0" y="117858"/>
                    </a:cubicBezTo>
                    <a:close/>
                  </a:path>
                </a:pathLst>
              </a:custGeom>
              <a:solidFill>
                <a:srgbClr val="FFC000"/>
              </a:solidFill>
              <a:ln>
                <a:solidFill>
                  <a:schemeClr val="bg1"/>
                </a:solidFill>
                <a:extLst>
                  <a:ext uri="{C807C97D-BFC1-408E-A445-0C87EB9F89A2}">
                    <ask:lineSketchStyleProps xmlns:ask="http://schemas.microsoft.com/office/drawing/2018/sketchyshapes" sd="1763027980">
                      <a:prstGeom prst="ellipse">
                        <a:avLst/>
                      </a:prstGeom>
                      <ask:type>
                        <ask:lineSketchScribble/>
                      </ask:type>
                    </ask:lineSketchStyleProps>
                  </a:ext>
                </a:extLst>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000;p34">
                <a:extLst>
                  <a:ext uri="{FF2B5EF4-FFF2-40B4-BE49-F238E27FC236}">
                    <a16:creationId xmlns:a16="http://schemas.microsoft.com/office/drawing/2014/main" id="{E65F1D13-DCB8-EDB8-55EA-B0AF8F08406F}"/>
                  </a:ext>
                </a:extLst>
              </p:cNvPr>
              <p:cNvSpPr/>
              <p:nvPr/>
            </p:nvSpPr>
            <p:spPr>
              <a:xfrm>
                <a:off x="493461" y="5472043"/>
                <a:ext cx="235717" cy="235716"/>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002;p34">
                <a:extLst>
                  <a:ext uri="{FF2B5EF4-FFF2-40B4-BE49-F238E27FC236}">
                    <a16:creationId xmlns:a16="http://schemas.microsoft.com/office/drawing/2014/main" id="{118C0FAF-2FF4-E8F1-819A-D3FF6C783655}"/>
                  </a:ext>
                </a:extLst>
              </p:cNvPr>
              <p:cNvSpPr/>
              <p:nvPr/>
            </p:nvSpPr>
            <p:spPr>
              <a:xfrm>
                <a:off x="475590" y="5462378"/>
                <a:ext cx="288000" cy="255046"/>
              </a:xfrm>
              <a:custGeom>
                <a:avLst/>
                <a:gdLst>
                  <a:gd name="connsiteX0" fmla="*/ 160356 w 288000"/>
                  <a:gd name="connsiteY0" fmla="*/ 18402 h 255046"/>
                  <a:gd name="connsiteX1" fmla="*/ 224664 w 288000"/>
                  <a:gd name="connsiteY1" fmla="*/ 48954 h 255046"/>
                  <a:gd name="connsiteX2" fmla="*/ 227730 w 288000"/>
                  <a:gd name="connsiteY2" fmla="*/ 50263 h 255046"/>
                  <a:gd name="connsiteX3" fmla="*/ 232968 w 288000"/>
                  <a:gd name="connsiteY3" fmla="*/ 45919 h 255046"/>
                  <a:gd name="connsiteX4" fmla="*/ 240728 w 288000"/>
                  <a:gd name="connsiteY4" fmla="*/ 168219 h 255046"/>
                  <a:gd name="connsiteX5" fmla="*/ 147114 w 288000"/>
                  <a:gd name="connsiteY5" fmla="*/ 234833 h 255046"/>
                  <a:gd name="connsiteX6" fmla="*/ 97790 w 288000"/>
                  <a:gd name="connsiteY6" fmla="*/ 220937 h 255046"/>
                  <a:gd name="connsiteX7" fmla="*/ 160356 w 288000"/>
                  <a:gd name="connsiteY7" fmla="*/ 18402 h 255046"/>
                  <a:gd name="connsiteX8" fmla="*/ 150471 w 288000"/>
                  <a:gd name="connsiteY8" fmla="*/ 0 h 255046"/>
                  <a:gd name="connsiteX9" fmla="*/ 82645 w 288000"/>
                  <a:gd name="connsiteY9" fmla="*/ 25889 h 255046"/>
                  <a:gd name="connsiteX10" fmla="*/ 62577 w 288000"/>
                  <a:gd name="connsiteY10" fmla="*/ 223236 h 255046"/>
                  <a:gd name="connsiteX11" fmla="*/ 143538 w 288000"/>
                  <a:gd name="connsiteY11" fmla="*/ 255046 h 255046"/>
                  <a:gd name="connsiteX12" fmla="*/ 241979 w 288000"/>
                  <a:gd name="connsiteY12" fmla="*/ 200824 h 255046"/>
                  <a:gd name="connsiteX13" fmla="*/ 230295 w 288000"/>
                  <a:gd name="connsiteY13" fmla="*/ 23634 h 255046"/>
                  <a:gd name="connsiteX14" fmla="*/ 228044 w 288000"/>
                  <a:gd name="connsiteY14" fmla="*/ 22918 h 255046"/>
                  <a:gd name="connsiteX15" fmla="*/ 223914 w 288000"/>
                  <a:gd name="connsiteY15" fmla="*/ 30269 h 255046"/>
                  <a:gd name="connsiteX16" fmla="*/ 229461 w 288000"/>
                  <a:gd name="connsiteY16" fmla="*/ 39546 h 255046"/>
                  <a:gd name="connsiteX17" fmla="*/ 150471 w 288000"/>
                  <a:gd name="connsiteY17" fmla="*/ 0 h 255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8000" h="255046" fill="none" extrusionOk="0">
                    <a:moveTo>
                      <a:pt x="160356" y="18402"/>
                    </a:moveTo>
                    <a:cubicBezTo>
                      <a:pt x="188572" y="18797"/>
                      <a:pt x="198180" y="27795"/>
                      <a:pt x="224664" y="48954"/>
                    </a:cubicBezTo>
                    <a:cubicBezTo>
                      <a:pt x="225504" y="49631"/>
                      <a:pt x="226757" y="50459"/>
                      <a:pt x="227730" y="50263"/>
                    </a:cubicBezTo>
                    <a:cubicBezTo>
                      <a:pt x="230353" y="50108"/>
                      <a:pt x="232896" y="47917"/>
                      <a:pt x="232968" y="45919"/>
                    </a:cubicBezTo>
                    <a:cubicBezTo>
                      <a:pt x="244884" y="89878"/>
                      <a:pt x="255039" y="133691"/>
                      <a:pt x="240728" y="168219"/>
                    </a:cubicBezTo>
                    <a:cubicBezTo>
                      <a:pt x="221877" y="210703"/>
                      <a:pt x="188594" y="235696"/>
                      <a:pt x="147114" y="234833"/>
                    </a:cubicBezTo>
                    <a:cubicBezTo>
                      <a:pt x="130178" y="233885"/>
                      <a:pt x="113895" y="230946"/>
                      <a:pt x="97790" y="220937"/>
                    </a:cubicBezTo>
                    <a:cubicBezTo>
                      <a:pt x="4684" y="169303"/>
                      <a:pt x="59321" y="21754"/>
                      <a:pt x="160356" y="18402"/>
                    </a:cubicBezTo>
                    <a:close/>
                    <a:moveTo>
                      <a:pt x="150471" y="0"/>
                    </a:moveTo>
                    <a:cubicBezTo>
                      <a:pt x="127746" y="2797"/>
                      <a:pt x="103133" y="15608"/>
                      <a:pt x="82645" y="25889"/>
                    </a:cubicBezTo>
                    <a:cubicBezTo>
                      <a:pt x="23118" y="63577"/>
                      <a:pt x="12724" y="174347"/>
                      <a:pt x="62577" y="223236"/>
                    </a:cubicBezTo>
                    <a:cubicBezTo>
                      <a:pt x="86094" y="242858"/>
                      <a:pt x="121593" y="255752"/>
                      <a:pt x="143538" y="255046"/>
                    </a:cubicBezTo>
                    <a:cubicBezTo>
                      <a:pt x="191366" y="259431"/>
                      <a:pt x="226256" y="238235"/>
                      <a:pt x="241979" y="200824"/>
                    </a:cubicBezTo>
                    <a:cubicBezTo>
                      <a:pt x="272812" y="156843"/>
                      <a:pt x="298094" y="51340"/>
                      <a:pt x="230295" y="23634"/>
                    </a:cubicBezTo>
                    <a:cubicBezTo>
                      <a:pt x="229522" y="23155"/>
                      <a:pt x="228754" y="23065"/>
                      <a:pt x="228044" y="22918"/>
                    </a:cubicBezTo>
                    <a:cubicBezTo>
                      <a:pt x="224655" y="22543"/>
                      <a:pt x="222380" y="27649"/>
                      <a:pt x="223914" y="30269"/>
                    </a:cubicBezTo>
                    <a:cubicBezTo>
                      <a:pt x="226593" y="32903"/>
                      <a:pt x="227835" y="36569"/>
                      <a:pt x="229461" y="39546"/>
                    </a:cubicBezTo>
                    <a:cubicBezTo>
                      <a:pt x="208012" y="14264"/>
                      <a:pt x="178765" y="2434"/>
                      <a:pt x="150471" y="0"/>
                    </a:cubicBezTo>
                    <a:close/>
                  </a:path>
                  <a:path w="288000" h="255046" stroke="0" extrusionOk="0">
                    <a:moveTo>
                      <a:pt x="160356" y="18402"/>
                    </a:moveTo>
                    <a:cubicBezTo>
                      <a:pt x="180413" y="23970"/>
                      <a:pt x="202966" y="28993"/>
                      <a:pt x="224664" y="48954"/>
                    </a:cubicBezTo>
                    <a:cubicBezTo>
                      <a:pt x="225515" y="50097"/>
                      <a:pt x="226612" y="50004"/>
                      <a:pt x="227730" y="50263"/>
                    </a:cubicBezTo>
                    <a:cubicBezTo>
                      <a:pt x="230208" y="50347"/>
                      <a:pt x="232635" y="48163"/>
                      <a:pt x="232968" y="45919"/>
                    </a:cubicBezTo>
                    <a:cubicBezTo>
                      <a:pt x="250648" y="83768"/>
                      <a:pt x="262706" y="125089"/>
                      <a:pt x="240728" y="168219"/>
                    </a:cubicBezTo>
                    <a:cubicBezTo>
                      <a:pt x="229512" y="211933"/>
                      <a:pt x="188772" y="227953"/>
                      <a:pt x="147114" y="234833"/>
                    </a:cubicBezTo>
                    <a:cubicBezTo>
                      <a:pt x="128053" y="238492"/>
                      <a:pt x="116265" y="228903"/>
                      <a:pt x="97790" y="220937"/>
                    </a:cubicBezTo>
                    <a:cubicBezTo>
                      <a:pt x="10877" y="178989"/>
                      <a:pt x="74896" y="14131"/>
                      <a:pt x="160356" y="18402"/>
                    </a:cubicBezTo>
                    <a:close/>
                    <a:moveTo>
                      <a:pt x="150471" y="0"/>
                    </a:moveTo>
                    <a:cubicBezTo>
                      <a:pt x="130257" y="2738"/>
                      <a:pt x="107824" y="8716"/>
                      <a:pt x="82645" y="25889"/>
                    </a:cubicBezTo>
                    <a:cubicBezTo>
                      <a:pt x="32672" y="53632"/>
                      <a:pt x="-15279" y="172579"/>
                      <a:pt x="62577" y="223236"/>
                    </a:cubicBezTo>
                    <a:cubicBezTo>
                      <a:pt x="87447" y="240112"/>
                      <a:pt x="116770" y="254791"/>
                      <a:pt x="143538" y="255046"/>
                    </a:cubicBezTo>
                    <a:cubicBezTo>
                      <a:pt x="181455" y="254405"/>
                      <a:pt x="215575" y="248220"/>
                      <a:pt x="241979" y="200824"/>
                    </a:cubicBezTo>
                    <a:cubicBezTo>
                      <a:pt x="272995" y="144381"/>
                      <a:pt x="273601" y="54569"/>
                      <a:pt x="230295" y="23634"/>
                    </a:cubicBezTo>
                    <a:cubicBezTo>
                      <a:pt x="229552" y="23125"/>
                      <a:pt x="228965" y="22873"/>
                      <a:pt x="228044" y="22918"/>
                    </a:cubicBezTo>
                    <a:cubicBezTo>
                      <a:pt x="224393" y="22452"/>
                      <a:pt x="221341" y="26957"/>
                      <a:pt x="223914" y="30269"/>
                    </a:cubicBezTo>
                    <a:cubicBezTo>
                      <a:pt x="225234" y="33455"/>
                      <a:pt x="227463" y="37182"/>
                      <a:pt x="229461" y="39546"/>
                    </a:cubicBezTo>
                    <a:cubicBezTo>
                      <a:pt x="205841" y="11103"/>
                      <a:pt x="180145" y="5058"/>
                      <a:pt x="150471" y="0"/>
                    </a:cubicBezTo>
                    <a:close/>
                  </a:path>
                </a:pathLst>
              </a:custGeom>
              <a:solidFill>
                <a:srgbClr val="000000"/>
              </a:solidFill>
              <a:ln>
                <a:solidFill>
                  <a:schemeClr val="tx1"/>
                </a:solidFill>
                <a:extLst>
                  <a:ext uri="{C807C97D-BFC1-408E-A445-0C87EB9F89A2}">
                    <ask:lineSketchStyleProps xmlns:ask="http://schemas.microsoft.com/office/drawing/2018/sketchyshapes" sd="2776833075">
                      <a:custGeom>
                        <a:avLst/>
                        <a:gdLst/>
                        <a:ahLst/>
                        <a:cxnLst/>
                        <a:rect l="l" t="t" r="r" b="b"/>
                        <a:pathLst>
                          <a:path w="75229" h="64112" extrusionOk="0">
                            <a:moveTo>
                              <a:pt x="41887" y="4626"/>
                            </a:moveTo>
                            <a:cubicBezTo>
                              <a:pt x="47489" y="4626"/>
                              <a:pt x="53298" y="6884"/>
                              <a:pt x="58685" y="12306"/>
                            </a:cubicBezTo>
                            <a:cubicBezTo>
                              <a:pt x="58916" y="12537"/>
                              <a:pt x="59201" y="12635"/>
                              <a:pt x="59486" y="12635"/>
                            </a:cubicBezTo>
                            <a:cubicBezTo>
                              <a:pt x="60128" y="12635"/>
                              <a:pt x="60778" y="12139"/>
                              <a:pt x="60854" y="11543"/>
                            </a:cubicBezTo>
                            <a:cubicBezTo>
                              <a:pt x="66281" y="21275"/>
                              <a:pt x="68428" y="31323"/>
                              <a:pt x="62881" y="42286"/>
                            </a:cubicBezTo>
                            <a:cubicBezTo>
                              <a:pt x="57711" y="52502"/>
                              <a:pt x="48612" y="59031"/>
                              <a:pt x="38428" y="59031"/>
                            </a:cubicBezTo>
                            <a:cubicBezTo>
                              <a:pt x="34250" y="59031"/>
                              <a:pt x="29890" y="57932"/>
                              <a:pt x="25544" y="55538"/>
                            </a:cubicBezTo>
                            <a:cubicBezTo>
                              <a:pt x="1" y="41474"/>
                              <a:pt x="19257" y="4626"/>
                              <a:pt x="41887" y="4626"/>
                            </a:cubicBezTo>
                            <a:close/>
                            <a:moveTo>
                              <a:pt x="39305" y="0"/>
                            </a:moveTo>
                            <a:cubicBezTo>
                              <a:pt x="33188" y="0"/>
                              <a:pt x="26964" y="2142"/>
                              <a:pt x="21588" y="6508"/>
                            </a:cubicBezTo>
                            <a:cubicBezTo>
                              <a:pt x="8695" y="16981"/>
                              <a:pt x="1731" y="44074"/>
                              <a:pt x="16346" y="56116"/>
                            </a:cubicBezTo>
                            <a:cubicBezTo>
                              <a:pt x="22887" y="61508"/>
                              <a:pt x="30274" y="64112"/>
                              <a:pt x="37494" y="64112"/>
                            </a:cubicBezTo>
                            <a:cubicBezTo>
                              <a:pt x="47185" y="64112"/>
                              <a:pt x="56575" y="59419"/>
                              <a:pt x="63208" y="50482"/>
                            </a:cubicBezTo>
                            <a:cubicBezTo>
                              <a:pt x="72711" y="37655"/>
                              <a:pt x="75228" y="15749"/>
                              <a:pt x="60156" y="5941"/>
                            </a:cubicBezTo>
                            <a:cubicBezTo>
                              <a:pt x="59966" y="5816"/>
                              <a:pt x="59765" y="5761"/>
                              <a:pt x="59568" y="5761"/>
                            </a:cubicBezTo>
                            <a:cubicBezTo>
                              <a:pt x="58720" y="5761"/>
                              <a:pt x="57958" y="6786"/>
                              <a:pt x="58489" y="7609"/>
                            </a:cubicBezTo>
                            <a:cubicBezTo>
                              <a:pt x="58990" y="8382"/>
                              <a:pt x="59470" y="9167"/>
                              <a:pt x="59938" y="9941"/>
                            </a:cubicBezTo>
                            <a:cubicBezTo>
                              <a:pt x="54481" y="3368"/>
                              <a:pt x="46977" y="0"/>
                              <a:pt x="39305" y="0"/>
                            </a:cubicBezTo>
                            <a:close/>
                          </a:path>
                        </a:pathLst>
                      </a:custGeom>
                      <ask:type>
                        <ask:lineSketchScribble/>
                      </ask:type>
                    </ask:lineSketchStyleProps>
                  </a:ext>
                </a:extLst>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TextBox 60">
                <a:extLst>
                  <a:ext uri="{FF2B5EF4-FFF2-40B4-BE49-F238E27FC236}">
                    <a16:creationId xmlns:a16="http://schemas.microsoft.com/office/drawing/2014/main" id="{541D435B-4721-FB68-DD1C-921D2E93F100}"/>
                  </a:ext>
                </a:extLst>
              </p:cNvPr>
              <p:cNvSpPr txBox="1"/>
              <p:nvPr/>
            </p:nvSpPr>
            <p:spPr>
              <a:xfrm>
                <a:off x="460732" y="5420624"/>
                <a:ext cx="303288" cy="338554"/>
              </a:xfrm>
              <a:prstGeom prst="rect">
                <a:avLst/>
              </a:prstGeom>
              <a:noFill/>
            </p:spPr>
            <p:txBody>
              <a:bodyPr wrap="none" rtlCol="0">
                <a:spAutoFit/>
              </a:bodyPr>
              <a:lstStyle/>
              <a:p>
                <a:r>
                  <a:rPr lang="en-US" sz="1600" dirty="0">
                    <a:latin typeface="Permanent Marker" panose="02000000000000000000" pitchFamily="2" charset="0"/>
                  </a:rPr>
                  <a:t>5</a:t>
                </a:r>
                <a:endParaRPr lang="en-IN" sz="1600" dirty="0">
                  <a:latin typeface="Permanent Marker" panose="02000000000000000000" pitchFamily="2" charset="0"/>
                </a:endParaRPr>
              </a:p>
            </p:txBody>
          </p:sp>
        </p:grpSp>
        <p:sp>
          <p:nvSpPr>
            <p:cNvPr id="57" name="TextBox 56">
              <a:extLst>
                <a:ext uri="{FF2B5EF4-FFF2-40B4-BE49-F238E27FC236}">
                  <a16:creationId xmlns:a16="http://schemas.microsoft.com/office/drawing/2014/main" id="{7EEEAFC7-2AEF-A4B8-B79C-7E7C5A5ACB4F}"/>
                </a:ext>
              </a:extLst>
            </p:cNvPr>
            <p:cNvSpPr txBox="1"/>
            <p:nvPr/>
          </p:nvSpPr>
          <p:spPr>
            <a:xfrm>
              <a:off x="665344" y="5345760"/>
              <a:ext cx="4769767" cy="338554"/>
            </a:xfrm>
            <a:prstGeom prst="rect">
              <a:avLst/>
            </a:prstGeom>
            <a:noFill/>
          </p:spPr>
          <p:txBody>
            <a:bodyPr wrap="none" rtlCol="0">
              <a:spAutoFit/>
            </a:bodyPr>
            <a:lstStyle/>
            <a:p>
              <a:r>
                <a:rPr lang="en-US" sz="1600" spc="100" dirty="0">
                  <a:latin typeface="Ballpoint" pitchFamily="50" charset="0"/>
                </a:rPr>
                <a:t>LIC takes long time to respond after complete draining</a:t>
              </a:r>
            </a:p>
          </p:txBody>
        </p:sp>
      </p:grpSp>
      <p:grpSp>
        <p:nvGrpSpPr>
          <p:cNvPr id="62" name="Group 61">
            <a:extLst>
              <a:ext uri="{FF2B5EF4-FFF2-40B4-BE49-F238E27FC236}">
                <a16:creationId xmlns:a16="http://schemas.microsoft.com/office/drawing/2014/main" id="{9B4FDFED-AB9A-334D-A9D7-9F4FBD11237B}"/>
              </a:ext>
            </a:extLst>
          </p:cNvPr>
          <p:cNvGrpSpPr/>
          <p:nvPr/>
        </p:nvGrpSpPr>
        <p:grpSpPr>
          <a:xfrm>
            <a:off x="485641" y="5496512"/>
            <a:ext cx="3070647" cy="353859"/>
            <a:chOff x="413033" y="5330455"/>
            <a:chExt cx="3070647" cy="353859"/>
          </a:xfrm>
        </p:grpSpPr>
        <p:grpSp>
          <p:nvGrpSpPr>
            <p:cNvPr id="63" name="Group 62">
              <a:extLst>
                <a:ext uri="{FF2B5EF4-FFF2-40B4-BE49-F238E27FC236}">
                  <a16:creationId xmlns:a16="http://schemas.microsoft.com/office/drawing/2014/main" id="{66D06F36-B369-C0B9-0BDB-F7F7E2C29DA2}"/>
                </a:ext>
              </a:extLst>
            </p:cNvPr>
            <p:cNvGrpSpPr/>
            <p:nvPr/>
          </p:nvGrpSpPr>
          <p:grpSpPr>
            <a:xfrm>
              <a:off x="413033" y="5330455"/>
              <a:ext cx="302858" cy="338554"/>
              <a:chOff x="460732" y="5420624"/>
              <a:chExt cx="302858" cy="338554"/>
            </a:xfrm>
          </p:grpSpPr>
          <p:sp>
            <p:nvSpPr>
              <p:cNvPr id="65" name="Google Shape;1000;p34">
                <a:extLst>
                  <a:ext uri="{FF2B5EF4-FFF2-40B4-BE49-F238E27FC236}">
                    <a16:creationId xmlns:a16="http://schemas.microsoft.com/office/drawing/2014/main" id="{E81571B0-D5CA-5110-FE4D-505F7D3EE2AA}"/>
                  </a:ext>
                </a:extLst>
              </p:cNvPr>
              <p:cNvSpPr/>
              <p:nvPr/>
            </p:nvSpPr>
            <p:spPr>
              <a:xfrm>
                <a:off x="460733" y="5472043"/>
                <a:ext cx="235717" cy="235716"/>
              </a:xfrm>
              <a:custGeom>
                <a:avLst/>
                <a:gdLst>
                  <a:gd name="connsiteX0" fmla="*/ 0 w 235717"/>
                  <a:gd name="connsiteY0" fmla="*/ 117858 h 235716"/>
                  <a:gd name="connsiteX1" fmla="*/ 117859 w 235717"/>
                  <a:gd name="connsiteY1" fmla="*/ 0 h 235716"/>
                  <a:gd name="connsiteX2" fmla="*/ 235718 w 235717"/>
                  <a:gd name="connsiteY2" fmla="*/ 117858 h 235716"/>
                  <a:gd name="connsiteX3" fmla="*/ 117859 w 235717"/>
                  <a:gd name="connsiteY3" fmla="*/ 235716 h 235716"/>
                  <a:gd name="connsiteX4" fmla="*/ 0 w 235717"/>
                  <a:gd name="connsiteY4" fmla="*/ 117858 h 235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717" h="235716" fill="none" extrusionOk="0">
                    <a:moveTo>
                      <a:pt x="0" y="117858"/>
                    </a:moveTo>
                    <a:cubicBezTo>
                      <a:pt x="-13433" y="48766"/>
                      <a:pt x="56573" y="12169"/>
                      <a:pt x="117859" y="0"/>
                    </a:cubicBezTo>
                    <a:cubicBezTo>
                      <a:pt x="190243" y="-7154"/>
                      <a:pt x="238856" y="63405"/>
                      <a:pt x="235718" y="117858"/>
                    </a:cubicBezTo>
                    <a:cubicBezTo>
                      <a:pt x="240958" y="178602"/>
                      <a:pt x="172291" y="234765"/>
                      <a:pt x="117859" y="235716"/>
                    </a:cubicBezTo>
                    <a:cubicBezTo>
                      <a:pt x="54388" y="249229"/>
                      <a:pt x="-8751" y="183026"/>
                      <a:pt x="0" y="117858"/>
                    </a:cubicBezTo>
                    <a:close/>
                  </a:path>
                  <a:path w="235717" h="235716" stroke="0" extrusionOk="0">
                    <a:moveTo>
                      <a:pt x="0" y="117858"/>
                    </a:moveTo>
                    <a:cubicBezTo>
                      <a:pt x="-4182" y="55958"/>
                      <a:pt x="67326" y="11312"/>
                      <a:pt x="117859" y="0"/>
                    </a:cubicBezTo>
                    <a:cubicBezTo>
                      <a:pt x="179998" y="3174"/>
                      <a:pt x="237403" y="42977"/>
                      <a:pt x="235718" y="117858"/>
                    </a:cubicBezTo>
                    <a:cubicBezTo>
                      <a:pt x="233216" y="181402"/>
                      <a:pt x="191302" y="236538"/>
                      <a:pt x="117859" y="235716"/>
                    </a:cubicBezTo>
                    <a:cubicBezTo>
                      <a:pt x="42767" y="235371"/>
                      <a:pt x="-11765" y="172573"/>
                      <a:pt x="0" y="117858"/>
                    </a:cubicBezTo>
                    <a:close/>
                  </a:path>
                </a:pathLst>
              </a:custGeom>
              <a:solidFill>
                <a:srgbClr val="FFC000"/>
              </a:solidFill>
              <a:ln>
                <a:solidFill>
                  <a:schemeClr val="bg1"/>
                </a:solidFill>
                <a:extLst>
                  <a:ext uri="{C807C97D-BFC1-408E-A445-0C87EB9F89A2}">
                    <ask:lineSketchStyleProps xmlns:ask="http://schemas.microsoft.com/office/drawing/2018/sketchyshapes" sd="1763027980">
                      <a:prstGeom prst="ellipse">
                        <a:avLst/>
                      </a:prstGeom>
                      <ask:type>
                        <ask:lineSketchScribble/>
                      </ask:type>
                    </ask:lineSketchStyleProps>
                  </a:ext>
                </a:extLst>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000;p34">
                <a:extLst>
                  <a:ext uri="{FF2B5EF4-FFF2-40B4-BE49-F238E27FC236}">
                    <a16:creationId xmlns:a16="http://schemas.microsoft.com/office/drawing/2014/main" id="{2E6006AE-8B35-19B1-2E35-70E66531B659}"/>
                  </a:ext>
                </a:extLst>
              </p:cNvPr>
              <p:cNvSpPr/>
              <p:nvPr/>
            </p:nvSpPr>
            <p:spPr>
              <a:xfrm>
                <a:off x="493461" y="5472043"/>
                <a:ext cx="235717" cy="235716"/>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002;p34">
                <a:extLst>
                  <a:ext uri="{FF2B5EF4-FFF2-40B4-BE49-F238E27FC236}">
                    <a16:creationId xmlns:a16="http://schemas.microsoft.com/office/drawing/2014/main" id="{65451A9F-6AA5-47A9-7427-1D91FE04A29E}"/>
                  </a:ext>
                </a:extLst>
              </p:cNvPr>
              <p:cNvSpPr/>
              <p:nvPr/>
            </p:nvSpPr>
            <p:spPr>
              <a:xfrm>
                <a:off x="475590" y="5462378"/>
                <a:ext cx="288000" cy="255046"/>
              </a:xfrm>
              <a:custGeom>
                <a:avLst/>
                <a:gdLst>
                  <a:gd name="connsiteX0" fmla="*/ 160356 w 288000"/>
                  <a:gd name="connsiteY0" fmla="*/ 18402 h 255046"/>
                  <a:gd name="connsiteX1" fmla="*/ 224664 w 288000"/>
                  <a:gd name="connsiteY1" fmla="*/ 48954 h 255046"/>
                  <a:gd name="connsiteX2" fmla="*/ 227730 w 288000"/>
                  <a:gd name="connsiteY2" fmla="*/ 50263 h 255046"/>
                  <a:gd name="connsiteX3" fmla="*/ 232968 w 288000"/>
                  <a:gd name="connsiteY3" fmla="*/ 45919 h 255046"/>
                  <a:gd name="connsiteX4" fmla="*/ 240728 w 288000"/>
                  <a:gd name="connsiteY4" fmla="*/ 168219 h 255046"/>
                  <a:gd name="connsiteX5" fmla="*/ 147114 w 288000"/>
                  <a:gd name="connsiteY5" fmla="*/ 234833 h 255046"/>
                  <a:gd name="connsiteX6" fmla="*/ 97790 w 288000"/>
                  <a:gd name="connsiteY6" fmla="*/ 220937 h 255046"/>
                  <a:gd name="connsiteX7" fmla="*/ 160356 w 288000"/>
                  <a:gd name="connsiteY7" fmla="*/ 18402 h 255046"/>
                  <a:gd name="connsiteX8" fmla="*/ 150471 w 288000"/>
                  <a:gd name="connsiteY8" fmla="*/ 0 h 255046"/>
                  <a:gd name="connsiteX9" fmla="*/ 82645 w 288000"/>
                  <a:gd name="connsiteY9" fmla="*/ 25889 h 255046"/>
                  <a:gd name="connsiteX10" fmla="*/ 62577 w 288000"/>
                  <a:gd name="connsiteY10" fmla="*/ 223236 h 255046"/>
                  <a:gd name="connsiteX11" fmla="*/ 143538 w 288000"/>
                  <a:gd name="connsiteY11" fmla="*/ 255046 h 255046"/>
                  <a:gd name="connsiteX12" fmla="*/ 241979 w 288000"/>
                  <a:gd name="connsiteY12" fmla="*/ 200824 h 255046"/>
                  <a:gd name="connsiteX13" fmla="*/ 230295 w 288000"/>
                  <a:gd name="connsiteY13" fmla="*/ 23634 h 255046"/>
                  <a:gd name="connsiteX14" fmla="*/ 228044 w 288000"/>
                  <a:gd name="connsiteY14" fmla="*/ 22918 h 255046"/>
                  <a:gd name="connsiteX15" fmla="*/ 223914 w 288000"/>
                  <a:gd name="connsiteY15" fmla="*/ 30269 h 255046"/>
                  <a:gd name="connsiteX16" fmla="*/ 229461 w 288000"/>
                  <a:gd name="connsiteY16" fmla="*/ 39546 h 255046"/>
                  <a:gd name="connsiteX17" fmla="*/ 150471 w 288000"/>
                  <a:gd name="connsiteY17" fmla="*/ 0 h 255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8000" h="255046" fill="none" extrusionOk="0">
                    <a:moveTo>
                      <a:pt x="160356" y="18402"/>
                    </a:moveTo>
                    <a:cubicBezTo>
                      <a:pt x="188572" y="18797"/>
                      <a:pt x="198180" y="27795"/>
                      <a:pt x="224664" y="48954"/>
                    </a:cubicBezTo>
                    <a:cubicBezTo>
                      <a:pt x="225504" y="49631"/>
                      <a:pt x="226757" y="50459"/>
                      <a:pt x="227730" y="50263"/>
                    </a:cubicBezTo>
                    <a:cubicBezTo>
                      <a:pt x="230353" y="50108"/>
                      <a:pt x="232896" y="47917"/>
                      <a:pt x="232968" y="45919"/>
                    </a:cubicBezTo>
                    <a:cubicBezTo>
                      <a:pt x="244884" y="89878"/>
                      <a:pt x="255039" y="133691"/>
                      <a:pt x="240728" y="168219"/>
                    </a:cubicBezTo>
                    <a:cubicBezTo>
                      <a:pt x="221877" y="210703"/>
                      <a:pt x="188594" y="235696"/>
                      <a:pt x="147114" y="234833"/>
                    </a:cubicBezTo>
                    <a:cubicBezTo>
                      <a:pt x="130178" y="233885"/>
                      <a:pt x="113895" y="230946"/>
                      <a:pt x="97790" y="220937"/>
                    </a:cubicBezTo>
                    <a:cubicBezTo>
                      <a:pt x="4684" y="169303"/>
                      <a:pt x="59321" y="21754"/>
                      <a:pt x="160356" y="18402"/>
                    </a:cubicBezTo>
                    <a:close/>
                    <a:moveTo>
                      <a:pt x="150471" y="0"/>
                    </a:moveTo>
                    <a:cubicBezTo>
                      <a:pt x="127746" y="2797"/>
                      <a:pt x="103133" y="15608"/>
                      <a:pt x="82645" y="25889"/>
                    </a:cubicBezTo>
                    <a:cubicBezTo>
                      <a:pt x="23118" y="63577"/>
                      <a:pt x="12724" y="174347"/>
                      <a:pt x="62577" y="223236"/>
                    </a:cubicBezTo>
                    <a:cubicBezTo>
                      <a:pt x="86094" y="242858"/>
                      <a:pt x="121593" y="255752"/>
                      <a:pt x="143538" y="255046"/>
                    </a:cubicBezTo>
                    <a:cubicBezTo>
                      <a:pt x="191366" y="259431"/>
                      <a:pt x="226256" y="238235"/>
                      <a:pt x="241979" y="200824"/>
                    </a:cubicBezTo>
                    <a:cubicBezTo>
                      <a:pt x="272812" y="156843"/>
                      <a:pt x="298094" y="51340"/>
                      <a:pt x="230295" y="23634"/>
                    </a:cubicBezTo>
                    <a:cubicBezTo>
                      <a:pt x="229522" y="23155"/>
                      <a:pt x="228754" y="23065"/>
                      <a:pt x="228044" y="22918"/>
                    </a:cubicBezTo>
                    <a:cubicBezTo>
                      <a:pt x="224655" y="22543"/>
                      <a:pt x="222380" y="27649"/>
                      <a:pt x="223914" y="30269"/>
                    </a:cubicBezTo>
                    <a:cubicBezTo>
                      <a:pt x="226593" y="32903"/>
                      <a:pt x="227835" y="36569"/>
                      <a:pt x="229461" y="39546"/>
                    </a:cubicBezTo>
                    <a:cubicBezTo>
                      <a:pt x="208012" y="14264"/>
                      <a:pt x="178765" y="2434"/>
                      <a:pt x="150471" y="0"/>
                    </a:cubicBezTo>
                    <a:close/>
                  </a:path>
                  <a:path w="288000" h="255046" stroke="0" extrusionOk="0">
                    <a:moveTo>
                      <a:pt x="160356" y="18402"/>
                    </a:moveTo>
                    <a:cubicBezTo>
                      <a:pt x="180413" y="23970"/>
                      <a:pt x="202966" y="28993"/>
                      <a:pt x="224664" y="48954"/>
                    </a:cubicBezTo>
                    <a:cubicBezTo>
                      <a:pt x="225515" y="50097"/>
                      <a:pt x="226612" y="50004"/>
                      <a:pt x="227730" y="50263"/>
                    </a:cubicBezTo>
                    <a:cubicBezTo>
                      <a:pt x="230208" y="50347"/>
                      <a:pt x="232635" y="48163"/>
                      <a:pt x="232968" y="45919"/>
                    </a:cubicBezTo>
                    <a:cubicBezTo>
                      <a:pt x="250648" y="83768"/>
                      <a:pt x="262706" y="125089"/>
                      <a:pt x="240728" y="168219"/>
                    </a:cubicBezTo>
                    <a:cubicBezTo>
                      <a:pt x="229512" y="211933"/>
                      <a:pt x="188772" y="227953"/>
                      <a:pt x="147114" y="234833"/>
                    </a:cubicBezTo>
                    <a:cubicBezTo>
                      <a:pt x="128053" y="238492"/>
                      <a:pt x="116265" y="228903"/>
                      <a:pt x="97790" y="220937"/>
                    </a:cubicBezTo>
                    <a:cubicBezTo>
                      <a:pt x="10877" y="178989"/>
                      <a:pt x="74896" y="14131"/>
                      <a:pt x="160356" y="18402"/>
                    </a:cubicBezTo>
                    <a:close/>
                    <a:moveTo>
                      <a:pt x="150471" y="0"/>
                    </a:moveTo>
                    <a:cubicBezTo>
                      <a:pt x="130257" y="2738"/>
                      <a:pt x="107824" y="8716"/>
                      <a:pt x="82645" y="25889"/>
                    </a:cubicBezTo>
                    <a:cubicBezTo>
                      <a:pt x="32672" y="53632"/>
                      <a:pt x="-15279" y="172579"/>
                      <a:pt x="62577" y="223236"/>
                    </a:cubicBezTo>
                    <a:cubicBezTo>
                      <a:pt x="87447" y="240112"/>
                      <a:pt x="116770" y="254791"/>
                      <a:pt x="143538" y="255046"/>
                    </a:cubicBezTo>
                    <a:cubicBezTo>
                      <a:pt x="181455" y="254405"/>
                      <a:pt x="215575" y="248220"/>
                      <a:pt x="241979" y="200824"/>
                    </a:cubicBezTo>
                    <a:cubicBezTo>
                      <a:pt x="272995" y="144381"/>
                      <a:pt x="273601" y="54569"/>
                      <a:pt x="230295" y="23634"/>
                    </a:cubicBezTo>
                    <a:cubicBezTo>
                      <a:pt x="229552" y="23125"/>
                      <a:pt x="228965" y="22873"/>
                      <a:pt x="228044" y="22918"/>
                    </a:cubicBezTo>
                    <a:cubicBezTo>
                      <a:pt x="224393" y="22452"/>
                      <a:pt x="221341" y="26957"/>
                      <a:pt x="223914" y="30269"/>
                    </a:cubicBezTo>
                    <a:cubicBezTo>
                      <a:pt x="225234" y="33455"/>
                      <a:pt x="227463" y="37182"/>
                      <a:pt x="229461" y="39546"/>
                    </a:cubicBezTo>
                    <a:cubicBezTo>
                      <a:pt x="205841" y="11103"/>
                      <a:pt x="180145" y="5058"/>
                      <a:pt x="150471" y="0"/>
                    </a:cubicBezTo>
                    <a:close/>
                  </a:path>
                </a:pathLst>
              </a:custGeom>
              <a:solidFill>
                <a:srgbClr val="000000"/>
              </a:solidFill>
              <a:ln>
                <a:solidFill>
                  <a:schemeClr val="tx1"/>
                </a:solidFill>
                <a:extLst>
                  <a:ext uri="{C807C97D-BFC1-408E-A445-0C87EB9F89A2}">
                    <ask:lineSketchStyleProps xmlns:ask="http://schemas.microsoft.com/office/drawing/2018/sketchyshapes" sd="2776833075">
                      <a:custGeom>
                        <a:avLst/>
                        <a:gdLst/>
                        <a:ahLst/>
                        <a:cxnLst/>
                        <a:rect l="l" t="t" r="r" b="b"/>
                        <a:pathLst>
                          <a:path w="75229" h="64112" extrusionOk="0">
                            <a:moveTo>
                              <a:pt x="41887" y="4626"/>
                            </a:moveTo>
                            <a:cubicBezTo>
                              <a:pt x="47489" y="4626"/>
                              <a:pt x="53298" y="6884"/>
                              <a:pt x="58685" y="12306"/>
                            </a:cubicBezTo>
                            <a:cubicBezTo>
                              <a:pt x="58916" y="12537"/>
                              <a:pt x="59201" y="12635"/>
                              <a:pt x="59486" y="12635"/>
                            </a:cubicBezTo>
                            <a:cubicBezTo>
                              <a:pt x="60128" y="12635"/>
                              <a:pt x="60778" y="12139"/>
                              <a:pt x="60854" y="11543"/>
                            </a:cubicBezTo>
                            <a:cubicBezTo>
                              <a:pt x="66281" y="21275"/>
                              <a:pt x="68428" y="31323"/>
                              <a:pt x="62881" y="42286"/>
                            </a:cubicBezTo>
                            <a:cubicBezTo>
                              <a:pt x="57711" y="52502"/>
                              <a:pt x="48612" y="59031"/>
                              <a:pt x="38428" y="59031"/>
                            </a:cubicBezTo>
                            <a:cubicBezTo>
                              <a:pt x="34250" y="59031"/>
                              <a:pt x="29890" y="57932"/>
                              <a:pt x="25544" y="55538"/>
                            </a:cubicBezTo>
                            <a:cubicBezTo>
                              <a:pt x="1" y="41474"/>
                              <a:pt x="19257" y="4626"/>
                              <a:pt x="41887" y="4626"/>
                            </a:cubicBezTo>
                            <a:close/>
                            <a:moveTo>
                              <a:pt x="39305" y="0"/>
                            </a:moveTo>
                            <a:cubicBezTo>
                              <a:pt x="33188" y="0"/>
                              <a:pt x="26964" y="2142"/>
                              <a:pt x="21588" y="6508"/>
                            </a:cubicBezTo>
                            <a:cubicBezTo>
                              <a:pt x="8695" y="16981"/>
                              <a:pt x="1731" y="44074"/>
                              <a:pt x="16346" y="56116"/>
                            </a:cubicBezTo>
                            <a:cubicBezTo>
                              <a:pt x="22887" y="61508"/>
                              <a:pt x="30274" y="64112"/>
                              <a:pt x="37494" y="64112"/>
                            </a:cubicBezTo>
                            <a:cubicBezTo>
                              <a:pt x="47185" y="64112"/>
                              <a:pt x="56575" y="59419"/>
                              <a:pt x="63208" y="50482"/>
                            </a:cubicBezTo>
                            <a:cubicBezTo>
                              <a:pt x="72711" y="37655"/>
                              <a:pt x="75228" y="15749"/>
                              <a:pt x="60156" y="5941"/>
                            </a:cubicBezTo>
                            <a:cubicBezTo>
                              <a:pt x="59966" y="5816"/>
                              <a:pt x="59765" y="5761"/>
                              <a:pt x="59568" y="5761"/>
                            </a:cubicBezTo>
                            <a:cubicBezTo>
                              <a:pt x="58720" y="5761"/>
                              <a:pt x="57958" y="6786"/>
                              <a:pt x="58489" y="7609"/>
                            </a:cubicBezTo>
                            <a:cubicBezTo>
                              <a:pt x="58990" y="8382"/>
                              <a:pt x="59470" y="9167"/>
                              <a:pt x="59938" y="9941"/>
                            </a:cubicBezTo>
                            <a:cubicBezTo>
                              <a:pt x="54481" y="3368"/>
                              <a:pt x="46977" y="0"/>
                              <a:pt x="39305" y="0"/>
                            </a:cubicBezTo>
                            <a:close/>
                          </a:path>
                        </a:pathLst>
                      </a:custGeom>
                      <ask:type>
                        <ask:lineSketchScribble/>
                      </ask:type>
                    </ask:lineSketchStyleProps>
                  </a:ext>
                </a:extLst>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TextBox 67">
                <a:extLst>
                  <a:ext uri="{FF2B5EF4-FFF2-40B4-BE49-F238E27FC236}">
                    <a16:creationId xmlns:a16="http://schemas.microsoft.com/office/drawing/2014/main" id="{450561EE-C757-7BB3-C684-E3F7A663C276}"/>
                  </a:ext>
                </a:extLst>
              </p:cNvPr>
              <p:cNvSpPr txBox="1"/>
              <p:nvPr/>
            </p:nvSpPr>
            <p:spPr>
              <a:xfrm>
                <a:off x="460732" y="5420624"/>
                <a:ext cx="287258" cy="338554"/>
              </a:xfrm>
              <a:prstGeom prst="rect">
                <a:avLst/>
              </a:prstGeom>
              <a:noFill/>
            </p:spPr>
            <p:txBody>
              <a:bodyPr wrap="none" rtlCol="0">
                <a:spAutoFit/>
              </a:bodyPr>
              <a:lstStyle/>
              <a:p>
                <a:r>
                  <a:rPr lang="en-US" sz="1600" dirty="0">
                    <a:latin typeface="Permanent Marker" panose="02000000000000000000" pitchFamily="2" charset="0"/>
                  </a:rPr>
                  <a:t>6</a:t>
                </a:r>
                <a:endParaRPr lang="en-IN" sz="1600" dirty="0">
                  <a:latin typeface="Permanent Marker" panose="02000000000000000000" pitchFamily="2" charset="0"/>
                </a:endParaRPr>
              </a:p>
            </p:txBody>
          </p:sp>
        </p:grpSp>
        <p:sp>
          <p:nvSpPr>
            <p:cNvPr id="64" name="TextBox 63">
              <a:extLst>
                <a:ext uri="{FF2B5EF4-FFF2-40B4-BE49-F238E27FC236}">
                  <a16:creationId xmlns:a16="http://schemas.microsoft.com/office/drawing/2014/main" id="{2E40B243-907F-CA4B-8CA7-5B7521EC3E35}"/>
                </a:ext>
              </a:extLst>
            </p:cNvPr>
            <p:cNvSpPr txBox="1"/>
            <p:nvPr/>
          </p:nvSpPr>
          <p:spPr>
            <a:xfrm>
              <a:off x="665344" y="5345760"/>
              <a:ext cx="2818336" cy="338554"/>
            </a:xfrm>
            <a:prstGeom prst="rect">
              <a:avLst/>
            </a:prstGeom>
            <a:noFill/>
          </p:spPr>
          <p:txBody>
            <a:bodyPr wrap="none" rtlCol="0">
              <a:spAutoFit/>
            </a:bodyPr>
            <a:lstStyle/>
            <a:p>
              <a:r>
                <a:rPr lang="en-US" sz="1600" spc="100" dirty="0">
                  <a:latin typeface="Ballpoint" pitchFamily="50" charset="0"/>
                </a:rPr>
                <a:t>LIC  took 4 h to open (at 5 ml / h)</a:t>
              </a:r>
            </a:p>
          </p:txBody>
        </p:sp>
      </p:grpSp>
      <p:grpSp>
        <p:nvGrpSpPr>
          <p:cNvPr id="88" name="Group 87">
            <a:extLst>
              <a:ext uri="{FF2B5EF4-FFF2-40B4-BE49-F238E27FC236}">
                <a16:creationId xmlns:a16="http://schemas.microsoft.com/office/drawing/2014/main" id="{7DAE4817-79BA-293F-3DF9-8DE805FD27CC}"/>
              </a:ext>
            </a:extLst>
          </p:cNvPr>
          <p:cNvGrpSpPr/>
          <p:nvPr/>
        </p:nvGrpSpPr>
        <p:grpSpPr>
          <a:xfrm>
            <a:off x="617114" y="2637595"/>
            <a:ext cx="3745665" cy="559752"/>
            <a:chOff x="502568" y="3232371"/>
            <a:chExt cx="3745665" cy="559752"/>
          </a:xfrm>
        </p:grpSpPr>
        <p:sp>
          <p:nvSpPr>
            <p:cNvPr id="35" name="Google Shape;1240;p41">
              <a:extLst>
                <a:ext uri="{FF2B5EF4-FFF2-40B4-BE49-F238E27FC236}">
                  <a16:creationId xmlns:a16="http://schemas.microsoft.com/office/drawing/2014/main" id="{DAE6AE3A-0CA2-67BD-9779-1200DF7C6153}"/>
                </a:ext>
              </a:extLst>
            </p:cNvPr>
            <p:cNvSpPr/>
            <p:nvPr/>
          </p:nvSpPr>
          <p:spPr>
            <a:xfrm>
              <a:off x="502568" y="3232371"/>
              <a:ext cx="3201324" cy="489878"/>
            </a:xfrm>
            <a:custGeom>
              <a:avLst/>
              <a:gdLst>
                <a:gd name="connsiteX0" fmla="*/ 2566918 w 3201324"/>
                <a:gd name="connsiteY0" fmla="*/ 0 h 489878"/>
                <a:gd name="connsiteX1" fmla="*/ 2556232 w 3201324"/>
                <a:gd name="connsiteY1" fmla="*/ 409 h 489878"/>
                <a:gd name="connsiteX2" fmla="*/ 2538237 w 3201324"/>
                <a:gd name="connsiteY2" fmla="*/ 1116 h 489878"/>
                <a:gd name="connsiteX3" fmla="*/ 2514102 w 3201324"/>
                <a:gd name="connsiteY3" fmla="*/ 856 h 489878"/>
                <a:gd name="connsiteX4" fmla="*/ 2501328 w 3201324"/>
                <a:gd name="connsiteY4" fmla="*/ 1191 h 489878"/>
                <a:gd name="connsiteX5" fmla="*/ 2478113 w 3201324"/>
                <a:gd name="connsiteY5" fmla="*/ 1786 h 489878"/>
                <a:gd name="connsiteX6" fmla="*/ 2428920 w 3201324"/>
                <a:gd name="connsiteY6" fmla="*/ 1116 h 489878"/>
                <a:gd name="connsiteX7" fmla="*/ 2394713 w 3201324"/>
                <a:gd name="connsiteY7" fmla="*/ 2568 h 489878"/>
                <a:gd name="connsiteX8" fmla="*/ 2362778 w 3201324"/>
                <a:gd name="connsiteY8" fmla="*/ 3834 h 489878"/>
                <a:gd name="connsiteX9" fmla="*/ 2345029 w 3201324"/>
                <a:gd name="connsiteY9" fmla="*/ 3759 h 489878"/>
                <a:gd name="connsiteX10" fmla="*/ 2296266 w 3201324"/>
                <a:gd name="connsiteY10" fmla="*/ 7482 h 489878"/>
                <a:gd name="connsiteX11" fmla="*/ 2290801 w 3201324"/>
                <a:gd name="connsiteY11" fmla="*/ 8003 h 489878"/>
                <a:gd name="connsiteX12" fmla="*/ 2271824 w 3201324"/>
                <a:gd name="connsiteY12" fmla="*/ 6030 h 489878"/>
                <a:gd name="connsiteX13" fmla="*/ 2267463 w 3201324"/>
                <a:gd name="connsiteY13" fmla="*/ 6439 h 489878"/>
                <a:gd name="connsiteX14" fmla="*/ 2244003 w 3201324"/>
                <a:gd name="connsiteY14" fmla="*/ 9603 h 489878"/>
                <a:gd name="connsiteX15" fmla="*/ 2236019 w 3201324"/>
                <a:gd name="connsiteY15" fmla="*/ 8896 h 489878"/>
                <a:gd name="connsiteX16" fmla="*/ 2209120 w 3201324"/>
                <a:gd name="connsiteY16" fmla="*/ 6514 h 489878"/>
                <a:gd name="connsiteX17" fmla="*/ 2151882 w 3201324"/>
                <a:gd name="connsiteY17" fmla="*/ 9306 h 489878"/>
                <a:gd name="connsiteX18" fmla="*/ 2140828 w 3201324"/>
                <a:gd name="connsiteY18" fmla="*/ 8933 h 489878"/>
                <a:gd name="connsiteX19" fmla="*/ 2118903 w 3201324"/>
                <a:gd name="connsiteY19" fmla="*/ 8301 h 489878"/>
                <a:gd name="connsiteX20" fmla="*/ 2070509 w 3201324"/>
                <a:gd name="connsiteY20" fmla="*/ 9120 h 489878"/>
                <a:gd name="connsiteX21" fmla="*/ 2070017 w 3201324"/>
                <a:gd name="connsiteY21" fmla="*/ 9120 h 489878"/>
                <a:gd name="connsiteX22" fmla="*/ 2015850 w 3201324"/>
                <a:gd name="connsiteY22" fmla="*/ 7296 h 489878"/>
                <a:gd name="connsiteX23" fmla="*/ 1997181 w 3201324"/>
                <a:gd name="connsiteY23" fmla="*/ 8077 h 489878"/>
                <a:gd name="connsiteX24" fmla="*/ 1972861 w 3201324"/>
                <a:gd name="connsiteY24" fmla="*/ 9678 h 489878"/>
                <a:gd name="connsiteX25" fmla="*/ 1963833 w 3201324"/>
                <a:gd name="connsiteY25" fmla="*/ 9231 h 489878"/>
                <a:gd name="connsiteX26" fmla="*/ 1948725 w 3201324"/>
                <a:gd name="connsiteY26" fmla="*/ 8524 h 489878"/>
                <a:gd name="connsiteX27" fmla="*/ 1921334 w 3201324"/>
                <a:gd name="connsiteY27" fmla="*/ 9082 h 489878"/>
                <a:gd name="connsiteX28" fmla="*/ 1900699 w 3201324"/>
                <a:gd name="connsiteY28" fmla="*/ 7593 h 489878"/>
                <a:gd name="connsiteX29" fmla="*/ 1880371 w 3201324"/>
                <a:gd name="connsiteY29" fmla="*/ 6030 h 489878"/>
                <a:gd name="connsiteX30" fmla="*/ 1835662 w 3201324"/>
                <a:gd name="connsiteY30" fmla="*/ 7928 h 489878"/>
                <a:gd name="connsiteX31" fmla="*/ 1825897 w 3201324"/>
                <a:gd name="connsiteY31" fmla="*/ 7631 h 489878"/>
                <a:gd name="connsiteX32" fmla="*/ 1787636 w 3201324"/>
                <a:gd name="connsiteY32" fmla="*/ 4541 h 489878"/>
                <a:gd name="connsiteX33" fmla="*/ 1783030 w 3201324"/>
                <a:gd name="connsiteY33" fmla="*/ 4690 h 489878"/>
                <a:gd name="connsiteX34" fmla="*/ 1758219 w 3201324"/>
                <a:gd name="connsiteY34" fmla="*/ 5397 h 489878"/>
                <a:gd name="connsiteX35" fmla="*/ 1699139 w 3201324"/>
                <a:gd name="connsiteY35" fmla="*/ 4318 h 489878"/>
                <a:gd name="connsiteX36" fmla="*/ 1687716 w 3201324"/>
                <a:gd name="connsiteY36" fmla="*/ 4466 h 489878"/>
                <a:gd name="connsiteX37" fmla="*/ 1678749 w 3201324"/>
                <a:gd name="connsiteY37" fmla="*/ 4578 h 489878"/>
                <a:gd name="connsiteX38" fmla="*/ 1602965 w 3201324"/>
                <a:gd name="connsiteY38" fmla="*/ 2010 h 489878"/>
                <a:gd name="connsiteX39" fmla="*/ 1586199 w 3201324"/>
                <a:gd name="connsiteY39" fmla="*/ 2456 h 489878"/>
                <a:gd name="connsiteX40" fmla="*/ 1460976 w 3201324"/>
                <a:gd name="connsiteY40" fmla="*/ 6216 h 489878"/>
                <a:gd name="connsiteX41" fmla="*/ 1429163 w 3201324"/>
                <a:gd name="connsiteY41" fmla="*/ 6402 h 489878"/>
                <a:gd name="connsiteX42" fmla="*/ 1389735 w 3201324"/>
                <a:gd name="connsiteY42" fmla="*/ 5211 h 489878"/>
                <a:gd name="connsiteX43" fmla="*/ 1386480 w 3201324"/>
                <a:gd name="connsiteY43" fmla="*/ 5099 h 489878"/>
                <a:gd name="connsiteX44" fmla="*/ 1354300 w 3201324"/>
                <a:gd name="connsiteY44" fmla="*/ 9045 h 489878"/>
                <a:gd name="connsiteX45" fmla="*/ 1349018 w 3201324"/>
                <a:gd name="connsiteY45" fmla="*/ 8673 h 489878"/>
                <a:gd name="connsiteX46" fmla="*/ 1313705 w 3201324"/>
                <a:gd name="connsiteY46" fmla="*/ 6477 h 489878"/>
                <a:gd name="connsiteX47" fmla="*/ 1253642 w 3201324"/>
                <a:gd name="connsiteY47" fmla="*/ 8636 h 489878"/>
                <a:gd name="connsiteX48" fmla="*/ 1233191 w 3201324"/>
                <a:gd name="connsiteY48" fmla="*/ 8896 h 489878"/>
                <a:gd name="connsiteX49" fmla="*/ 1180560 w 3201324"/>
                <a:gd name="connsiteY49" fmla="*/ 8450 h 489878"/>
                <a:gd name="connsiteX50" fmla="*/ 1135113 w 3201324"/>
                <a:gd name="connsiteY50" fmla="*/ 9939 h 489878"/>
                <a:gd name="connsiteX51" fmla="*/ 1105205 w 3201324"/>
                <a:gd name="connsiteY51" fmla="*/ 10944 h 489878"/>
                <a:gd name="connsiteX52" fmla="*/ 1062092 w 3201324"/>
                <a:gd name="connsiteY52" fmla="*/ 10497 h 489878"/>
                <a:gd name="connsiteX53" fmla="*/ 1034456 w 3201324"/>
                <a:gd name="connsiteY53" fmla="*/ 11316 h 489878"/>
                <a:gd name="connsiteX54" fmla="*/ 883439 w 3201324"/>
                <a:gd name="connsiteY54" fmla="*/ 19989 h 489878"/>
                <a:gd name="connsiteX55" fmla="*/ 718604 w 3201324"/>
                <a:gd name="connsiteY55" fmla="*/ 27174 h 489878"/>
                <a:gd name="connsiteX56" fmla="*/ 682493 w 3201324"/>
                <a:gd name="connsiteY56" fmla="*/ 28030 h 489878"/>
                <a:gd name="connsiteX57" fmla="*/ 642819 w 3201324"/>
                <a:gd name="connsiteY57" fmla="*/ 27806 h 489878"/>
                <a:gd name="connsiteX58" fmla="*/ 610822 w 3201324"/>
                <a:gd name="connsiteY58" fmla="*/ 28439 h 489878"/>
                <a:gd name="connsiteX59" fmla="*/ 548917 w 3201324"/>
                <a:gd name="connsiteY59" fmla="*/ 29705 h 489878"/>
                <a:gd name="connsiteX60" fmla="*/ 478475 w 3201324"/>
                <a:gd name="connsiteY60" fmla="*/ 29370 h 489878"/>
                <a:gd name="connsiteX61" fmla="*/ 458086 w 3201324"/>
                <a:gd name="connsiteY61" fmla="*/ 29444 h 489878"/>
                <a:gd name="connsiteX62" fmla="*/ 456919 w 3201324"/>
                <a:gd name="connsiteY62" fmla="*/ 29444 h 489878"/>
                <a:gd name="connsiteX63" fmla="*/ 416263 w 3201324"/>
                <a:gd name="connsiteY63" fmla="*/ 26057 h 489878"/>
                <a:gd name="connsiteX64" fmla="*/ 300866 w 3201324"/>
                <a:gd name="connsiteY64" fmla="*/ 24270 h 489878"/>
                <a:gd name="connsiteX65" fmla="*/ 245041 w 3201324"/>
                <a:gd name="connsiteY65" fmla="*/ 22967 h 489878"/>
                <a:gd name="connsiteX66" fmla="*/ 218019 w 3201324"/>
                <a:gd name="connsiteY66" fmla="*/ 23042 h 489878"/>
                <a:gd name="connsiteX67" fmla="*/ 181662 w 3201324"/>
                <a:gd name="connsiteY67" fmla="*/ 22595 h 489878"/>
                <a:gd name="connsiteX68" fmla="*/ 153166 w 3201324"/>
                <a:gd name="connsiteY68" fmla="*/ 22148 h 489878"/>
                <a:gd name="connsiteX69" fmla="*/ 32549 w 3201324"/>
                <a:gd name="connsiteY69" fmla="*/ 28328 h 489878"/>
                <a:gd name="connsiteX70" fmla="*/ 2886 w 3201324"/>
                <a:gd name="connsiteY70" fmla="*/ 41505 h 489878"/>
                <a:gd name="connsiteX71" fmla="*/ 13818 w 3201324"/>
                <a:gd name="connsiteY71" fmla="*/ 64063 h 489878"/>
                <a:gd name="connsiteX72" fmla="*/ 39857 w 3201324"/>
                <a:gd name="connsiteY72" fmla="*/ 87924 h 489878"/>
                <a:gd name="connsiteX73" fmla="*/ 107781 w 3201324"/>
                <a:gd name="connsiteY73" fmla="*/ 148638 h 489878"/>
                <a:gd name="connsiteX74" fmla="*/ 191734 w 3201324"/>
                <a:gd name="connsiteY74" fmla="*/ 213074 h 489878"/>
                <a:gd name="connsiteX75" fmla="*/ 185899 w 3201324"/>
                <a:gd name="connsiteY75" fmla="*/ 280972 h 489878"/>
                <a:gd name="connsiteX76" fmla="*/ 125959 w 3201324"/>
                <a:gd name="connsiteY76" fmla="*/ 346674 h 489878"/>
                <a:gd name="connsiteX77" fmla="*/ 70441 w 3201324"/>
                <a:gd name="connsiteY77" fmla="*/ 414460 h 489878"/>
                <a:gd name="connsiteX78" fmla="*/ 20573 w 3201324"/>
                <a:gd name="connsiteY78" fmla="*/ 473647 h 489878"/>
                <a:gd name="connsiteX79" fmla="*/ 28311 w 3201324"/>
                <a:gd name="connsiteY79" fmla="*/ 489878 h 489878"/>
                <a:gd name="connsiteX80" fmla="*/ 29355 w 3201324"/>
                <a:gd name="connsiteY80" fmla="*/ 489654 h 489878"/>
                <a:gd name="connsiteX81" fmla="*/ 60676 w 3201324"/>
                <a:gd name="connsiteY81" fmla="*/ 484740 h 489878"/>
                <a:gd name="connsiteX82" fmla="*/ 109071 w 3201324"/>
                <a:gd name="connsiteY82" fmla="*/ 480497 h 489878"/>
                <a:gd name="connsiteX83" fmla="*/ 109439 w 3201324"/>
                <a:gd name="connsiteY83" fmla="*/ 480497 h 489878"/>
                <a:gd name="connsiteX84" fmla="*/ 113677 w 3201324"/>
                <a:gd name="connsiteY84" fmla="*/ 486192 h 489878"/>
                <a:gd name="connsiteX85" fmla="*/ 116563 w 3201324"/>
                <a:gd name="connsiteY85" fmla="*/ 485299 h 489878"/>
                <a:gd name="connsiteX86" fmla="*/ 144015 w 3201324"/>
                <a:gd name="connsiteY86" fmla="*/ 480236 h 489878"/>
                <a:gd name="connsiteX87" fmla="*/ 166615 w 3201324"/>
                <a:gd name="connsiteY87" fmla="*/ 480795 h 489878"/>
                <a:gd name="connsiteX88" fmla="*/ 190751 w 3201324"/>
                <a:gd name="connsiteY88" fmla="*/ 477333 h 489878"/>
                <a:gd name="connsiteX89" fmla="*/ 192839 w 3201324"/>
                <a:gd name="connsiteY89" fmla="*/ 477109 h 489878"/>
                <a:gd name="connsiteX90" fmla="*/ 196033 w 3201324"/>
                <a:gd name="connsiteY90" fmla="*/ 477184 h 489878"/>
                <a:gd name="connsiteX91" fmla="*/ 206412 w 3201324"/>
                <a:gd name="connsiteY91" fmla="*/ 473834 h 489878"/>
                <a:gd name="connsiteX92" fmla="*/ 206903 w 3201324"/>
                <a:gd name="connsiteY92" fmla="*/ 473722 h 489878"/>
                <a:gd name="connsiteX93" fmla="*/ 208131 w 3201324"/>
                <a:gd name="connsiteY93" fmla="*/ 474020 h 489878"/>
                <a:gd name="connsiteX94" fmla="*/ 217282 w 3201324"/>
                <a:gd name="connsiteY94" fmla="*/ 477072 h 489878"/>
                <a:gd name="connsiteX95" fmla="*/ 232083 w 3201324"/>
                <a:gd name="connsiteY95" fmla="*/ 474913 h 489878"/>
                <a:gd name="connsiteX96" fmla="*/ 232390 w 3201324"/>
                <a:gd name="connsiteY96" fmla="*/ 474913 h 489878"/>
                <a:gd name="connsiteX97" fmla="*/ 243751 w 3201324"/>
                <a:gd name="connsiteY97" fmla="*/ 475025 h 489878"/>
                <a:gd name="connsiteX98" fmla="*/ 292207 w 3201324"/>
                <a:gd name="connsiteY98" fmla="*/ 473052 h 489878"/>
                <a:gd name="connsiteX99" fmla="*/ 306885 w 3201324"/>
                <a:gd name="connsiteY99" fmla="*/ 470111 h 489878"/>
                <a:gd name="connsiteX100" fmla="*/ 316465 w 3201324"/>
                <a:gd name="connsiteY100" fmla="*/ 476886 h 489878"/>
                <a:gd name="connsiteX101" fmla="*/ 324634 w 3201324"/>
                <a:gd name="connsiteY101" fmla="*/ 475844 h 489878"/>
                <a:gd name="connsiteX102" fmla="*/ 350059 w 3201324"/>
                <a:gd name="connsiteY102" fmla="*/ 466612 h 489878"/>
                <a:gd name="connsiteX103" fmla="*/ 362587 w 3201324"/>
                <a:gd name="connsiteY103" fmla="*/ 471191 h 489878"/>
                <a:gd name="connsiteX104" fmla="*/ 363816 w 3201324"/>
                <a:gd name="connsiteY104" fmla="*/ 471414 h 489878"/>
                <a:gd name="connsiteX105" fmla="*/ 369404 w 3201324"/>
                <a:gd name="connsiteY105" fmla="*/ 469813 h 489878"/>
                <a:gd name="connsiteX106" fmla="*/ 380090 w 3201324"/>
                <a:gd name="connsiteY106" fmla="*/ 464155 h 489878"/>
                <a:gd name="connsiteX107" fmla="*/ 393417 w 3201324"/>
                <a:gd name="connsiteY107" fmla="*/ 468883 h 489878"/>
                <a:gd name="connsiteX108" fmla="*/ 401585 w 3201324"/>
                <a:gd name="connsiteY108" fmla="*/ 471116 h 489878"/>
                <a:gd name="connsiteX109" fmla="*/ 415649 w 3201324"/>
                <a:gd name="connsiteY109" fmla="*/ 469553 h 489878"/>
                <a:gd name="connsiteX110" fmla="*/ 424001 w 3201324"/>
                <a:gd name="connsiteY110" fmla="*/ 472568 h 489878"/>
                <a:gd name="connsiteX111" fmla="*/ 424677 w 3201324"/>
                <a:gd name="connsiteY111" fmla="*/ 472791 h 489878"/>
                <a:gd name="connsiteX112" fmla="*/ 425905 w 3201324"/>
                <a:gd name="connsiteY112" fmla="*/ 469999 h 489878"/>
                <a:gd name="connsiteX113" fmla="*/ 428116 w 3201324"/>
                <a:gd name="connsiteY113" fmla="*/ 464676 h 489878"/>
                <a:gd name="connsiteX114" fmla="*/ 431801 w 3201324"/>
                <a:gd name="connsiteY114" fmla="*/ 464788 h 489878"/>
                <a:gd name="connsiteX115" fmla="*/ 433828 w 3201324"/>
                <a:gd name="connsiteY115" fmla="*/ 464676 h 489878"/>
                <a:gd name="connsiteX116" fmla="*/ 435854 w 3201324"/>
                <a:gd name="connsiteY116" fmla="*/ 464565 h 489878"/>
                <a:gd name="connsiteX117" fmla="*/ 457656 w 3201324"/>
                <a:gd name="connsiteY117" fmla="*/ 469851 h 489878"/>
                <a:gd name="connsiteX118" fmla="*/ 461341 w 3201324"/>
                <a:gd name="connsiteY118" fmla="*/ 469404 h 489878"/>
                <a:gd name="connsiteX119" fmla="*/ 520851 w 3201324"/>
                <a:gd name="connsiteY119" fmla="*/ 465458 h 489878"/>
                <a:gd name="connsiteX120" fmla="*/ 521711 w 3201324"/>
                <a:gd name="connsiteY120" fmla="*/ 465421 h 489878"/>
                <a:gd name="connsiteX121" fmla="*/ 539705 w 3201324"/>
                <a:gd name="connsiteY121" fmla="*/ 469776 h 489878"/>
                <a:gd name="connsiteX122" fmla="*/ 542223 w 3201324"/>
                <a:gd name="connsiteY122" fmla="*/ 469292 h 489878"/>
                <a:gd name="connsiteX123" fmla="*/ 561876 w 3201324"/>
                <a:gd name="connsiteY123" fmla="*/ 465607 h 489878"/>
                <a:gd name="connsiteX124" fmla="*/ 590126 w 3201324"/>
                <a:gd name="connsiteY124" fmla="*/ 467245 h 489878"/>
                <a:gd name="connsiteX125" fmla="*/ 605541 w 3201324"/>
                <a:gd name="connsiteY125" fmla="*/ 465309 h 489878"/>
                <a:gd name="connsiteX126" fmla="*/ 621508 w 3201324"/>
                <a:gd name="connsiteY126" fmla="*/ 463299 h 489878"/>
                <a:gd name="connsiteX127" fmla="*/ 666218 w 3201324"/>
                <a:gd name="connsiteY127" fmla="*/ 467096 h 489878"/>
                <a:gd name="connsiteX128" fmla="*/ 677641 w 3201324"/>
                <a:gd name="connsiteY128" fmla="*/ 466277 h 489878"/>
                <a:gd name="connsiteX129" fmla="*/ 692933 w 3201324"/>
                <a:gd name="connsiteY129" fmla="*/ 465235 h 489878"/>
                <a:gd name="connsiteX130" fmla="*/ 731378 w 3201324"/>
                <a:gd name="connsiteY130" fmla="*/ 466873 h 489878"/>
                <a:gd name="connsiteX131" fmla="*/ 748083 w 3201324"/>
                <a:gd name="connsiteY131" fmla="*/ 465681 h 489878"/>
                <a:gd name="connsiteX132" fmla="*/ 774552 w 3201324"/>
                <a:gd name="connsiteY132" fmla="*/ 463820 h 489878"/>
                <a:gd name="connsiteX133" fmla="*/ 840019 w 3201324"/>
                <a:gd name="connsiteY133" fmla="*/ 466835 h 489878"/>
                <a:gd name="connsiteX134" fmla="*/ 866673 w 3201324"/>
                <a:gd name="connsiteY134" fmla="*/ 464974 h 489878"/>
                <a:gd name="connsiteX135" fmla="*/ 888843 w 3201324"/>
                <a:gd name="connsiteY135" fmla="*/ 463411 h 489878"/>
                <a:gd name="connsiteX136" fmla="*/ 948783 w 3201324"/>
                <a:gd name="connsiteY136" fmla="*/ 466277 h 489878"/>
                <a:gd name="connsiteX137" fmla="*/ 965242 w 3201324"/>
                <a:gd name="connsiteY137" fmla="*/ 465570 h 489878"/>
                <a:gd name="connsiteX138" fmla="*/ 992633 w 3201324"/>
                <a:gd name="connsiteY138" fmla="*/ 464416 h 489878"/>
                <a:gd name="connsiteX139" fmla="*/ 1049993 w 3201324"/>
                <a:gd name="connsiteY139" fmla="*/ 466054 h 489878"/>
                <a:gd name="connsiteX140" fmla="*/ 1066514 w 3201324"/>
                <a:gd name="connsiteY140" fmla="*/ 470186 h 489878"/>
                <a:gd name="connsiteX141" fmla="*/ 1071734 w 3201324"/>
                <a:gd name="connsiteY141" fmla="*/ 468994 h 489878"/>
                <a:gd name="connsiteX142" fmla="*/ 1101274 w 3201324"/>
                <a:gd name="connsiteY142" fmla="*/ 463262 h 489878"/>
                <a:gd name="connsiteX143" fmla="*/ 1144571 w 3201324"/>
                <a:gd name="connsiteY143" fmla="*/ 465905 h 489878"/>
                <a:gd name="connsiteX144" fmla="*/ 1156485 w 3201324"/>
                <a:gd name="connsiteY144" fmla="*/ 465197 h 489878"/>
                <a:gd name="connsiteX145" fmla="*/ 1185534 w 3201324"/>
                <a:gd name="connsiteY145" fmla="*/ 463373 h 489878"/>
                <a:gd name="connsiteX146" fmla="*/ 1204142 w 3201324"/>
                <a:gd name="connsiteY146" fmla="*/ 464230 h 489878"/>
                <a:gd name="connsiteX147" fmla="*/ 1229568 w 3201324"/>
                <a:gd name="connsiteY147" fmla="*/ 465421 h 489878"/>
                <a:gd name="connsiteX148" fmla="*/ 1273233 w 3201324"/>
                <a:gd name="connsiteY148" fmla="*/ 463411 h 489878"/>
                <a:gd name="connsiteX149" fmla="*/ 1276672 w 3201324"/>
                <a:gd name="connsiteY149" fmla="*/ 463299 h 489878"/>
                <a:gd name="connsiteX150" fmla="*/ 1309099 w 3201324"/>
                <a:gd name="connsiteY150" fmla="*/ 466277 h 489878"/>
                <a:gd name="connsiteX151" fmla="*/ 1315179 w 3201324"/>
                <a:gd name="connsiteY151" fmla="*/ 465421 h 489878"/>
                <a:gd name="connsiteX152" fmla="*/ 1326970 w 3201324"/>
                <a:gd name="connsiteY152" fmla="*/ 463411 h 489878"/>
                <a:gd name="connsiteX153" fmla="*/ 1354975 w 3201324"/>
                <a:gd name="connsiteY153" fmla="*/ 466314 h 489878"/>
                <a:gd name="connsiteX154" fmla="*/ 1373952 w 3201324"/>
                <a:gd name="connsiteY154" fmla="*/ 458274 h 489878"/>
                <a:gd name="connsiteX155" fmla="*/ 1376470 w 3201324"/>
                <a:gd name="connsiteY155" fmla="*/ 460172 h 489878"/>
                <a:gd name="connsiteX156" fmla="*/ 1399562 w 3201324"/>
                <a:gd name="connsiteY156" fmla="*/ 463857 h 489878"/>
                <a:gd name="connsiteX157" fmla="*/ 1414485 w 3201324"/>
                <a:gd name="connsiteY157" fmla="*/ 462331 h 489878"/>
                <a:gd name="connsiteX158" fmla="*/ 1431251 w 3201324"/>
                <a:gd name="connsiteY158" fmla="*/ 460395 h 489878"/>
                <a:gd name="connsiteX159" fmla="*/ 1452070 w 3201324"/>
                <a:gd name="connsiteY159" fmla="*/ 463187 h 489878"/>
                <a:gd name="connsiteX160" fmla="*/ 1461283 w 3201324"/>
                <a:gd name="connsiteY160" fmla="*/ 466240 h 489878"/>
                <a:gd name="connsiteX161" fmla="*/ 1465520 w 3201324"/>
                <a:gd name="connsiteY161" fmla="*/ 465272 h 489878"/>
                <a:gd name="connsiteX162" fmla="*/ 1492727 w 3201324"/>
                <a:gd name="connsiteY162" fmla="*/ 460507 h 489878"/>
                <a:gd name="connsiteX163" fmla="*/ 1529575 w 3201324"/>
                <a:gd name="connsiteY163" fmla="*/ 462555 h 489878"/>
                <a:gd name="connsiteX164" fmla="*/ 1608308 w 3201324"/>
                <a:gd name="connsiteY164" fmla="*/ 465681 h 489878"/>
                <a:gd name="connsiteX165" fmla="*/ 1621389 w 3201324"/>
                <a:gd name="connsiteY165" fmla="*/ 465421 h 489878"/>
                <a:gd name="connsiteX166" fmla="*/ 1626302 w 3201324"/>
                <a:gd name="connsiteY166" fmla="*/ 465309 h 489878"/>
                <a:gd name="connsiteX167" fmla="*/ 1663641 w 3201324"/>
                <a:gd name="connsiteY167" fmla="*/ 467208 h 489878"/>
                <a:gd name="connsiteX168" fmla="*/ 1673836 w 3201324"/>
                <a:gd name="connsiteY168" fmla="*/ 466724 h 489878"/>
                <a:gd name="connsiteX169" fmla="*/ 1703008 w 3201324"/>
                <a:gd name="connsiteY169" fmla="*/ 465570 h 489878"/>
                <a:gd name="connsiteX170" fmla="*/ 1746796 w 3201324"/>
                <a:gd name="connsiteY170" fmla="*/ 466128 h 489878"/>
                <a:gd name="connsiteX171" fmla="*/ 1764422 w 3201324"/>
                <a:gd name="connsiteY171" fmla="*/ 465793 h 489878"/>
                <a:gd name="connsiteX172" fmla="*/ 1765466 w 3201324"/>
                <a:gd name="connsiteY172" fmla="*/ 465756 h 489878"/>
                <a:gd name="connsiteX173" fmla="*/ 1781802 w 3201324"/>
                <a:gd name="connsiteY173" fmla="*/ 467357 h 489878"/>
                <a:gd name="connsiteX174" fmla="*/ 1786408 w 3201324"/>
                <a:gd name="connsiteY174" fmla="*/ 466798 h 489878"/>
                <a:gd name="connsiteX175" fmla="*/ 1801823 w 3201324"/>
                <a:gd name="connsiteY175" fmla="*/ 464379 h 489878"/>
                <a:gd name="connsiteX176" fmla="*/ 1826511 w 3201324"/>
                <a:gd name="connsiteY176" fmla="*/ 473052 h 489878"/>
                <a:gd name="connsiteX177" fmla="*/ 1832530 w 3201324"/>
                <a:gd name="connsiteY177" fmla="*/ 464044 h 489878"/>
                <a:gd name="connsiteX178" fmla="*/ 1840084 w 3201324"/>
                <a:gd name="connsiteY178" fmla="*/ 467878 h 489878"/>
                <a:gd name="connsiteX179" fmla="*/ 1847945 w 3201324"/>
                <a:gd name="connsiteY179" fmla="*/ 470334 h 489878"/>
                <a:gd name="connsiteX180" fmla="*/ 1855990 w 3201324"/>
                <a:gd name="connsiteY180" fmla="*/ 468883 h 489878"/>
                <a:gd name="connsiteX181" fmla="*/ 1880310 w 3201324"/>
                <a:gd name="connsiteY181" fmla="*/ 465309 h 489878"/>
                <a:gd name="connsiteX182" fmla="*/ 1906902 w 3201324"/>
                <a:gd name="connsiteY182" fmla="*/ 467543 h 489878"/>
                <a:gd name="connsiteX183" fmla="*/ 1923545 w 3201324"/>
                <a:gd name="connsiteY183" fmla="*/ 470521 h 489878"/>
                <a:gd name="connsiteX184" fmla="*/ 1929380 w 3201324"/>
                <a:gd name="connsiteY184" fmla="*/ 468994 h 489878"/>
                <a:gd name="connsiteX185" fmla="*/ 1937363 w 3201324"/>
                <a:gd name="connsiteY185" fmla="*/ 466463 h 489878"/>
                <a:gd name="connsiteX186" fmla="*/ 1952533 w 3201324"/>
                <a:gd name="connsiteY186" fmla="*/ 470037 h 489878"/>
                <a:gd name="connsiteX187" fmla="*/ 1957630 w 3201324"/>
                <a:gd name="connsiteY187" fmla="*/ 470186 h 489878"/>
                <a:gd name="connsiteX188" fmla="*/ 1994540 w 3201324"/>
                <a:gd name="connsiteY188" fmla="*/ 467803 h 489878"/>
                <a:gd name="connsiteX189" fmla="*/ 2008542 w 3201324"/>
                <a:gd name="connsiteY189" fmla="*/ 469069 h 489878"/>
                <a:gd name="connsiteX190" fmla="*/ 2049260 w 3201324"/>
                <a:gd name="connsiteY190" fmla="*/ 474057 h 489878"/>
                <a:gd name="connsiteX191" fmla="*/ 2067868 w 3201324"/>
                <a:gd name="connsiteY191" fmla="*/ 471972 h 489878"/>
                <a:gd name="connsiteX192" fmla="*/ 2087029 w 3201324"/>
                <a:gd name="connsiteY192" fmla="*/ 469664 h 489878"/>
                <a:gd name="connsiteX193" fmla="*/ 2125106 w 3201324"/>
                <a:gd name="connsiteY193" fmla="*/ 472159 h 489878"/>
                <a:gd name="connsiteX194" fmla="*/ 2132660 w 3201324"/>
                <a:gd name="connsiteY194" fmla="*/ 471823 h 489878"/>
                <a:gd name="connsiteX195" fmla="*/ 2161770 w 3201324"/>
                <a:gd name="connsiteY195" fmla="*/ 470744 h 489878"/>
                <a:gd name="connsiteX196" fmla="*/ 2194933 w 3201324"/>
                <a:gd name="connsiteY196" fmla="*/ 471042 h 489878"/>
                <a:gd name="connsiteX197" fmla="*/ 2270780 w 3201324"/>
                <a:gd name="connsiteY197" fmla="*/ 474392 h 489878"/>
                <a:gd name="connsiteX198" fmla="*/ 2274772 w 3201324"/>
                <a:gd name="connsiteY198" fmla="*/ 474615 h 489878"/>
                <a:gd name="connsiteX199" fmla="*/ 2292152 w 3201324"/>
                <a:gd name="connsiteY199" fmla="*/ 473461 h 489878"/>
                <a:gd name="connsiteX200" fmla="*/ 2303329 w 3201324"/>
                <a:gd name="connsiteY200" fmla="*/ 477072 h 489878"/>
                <a:gd name="connsiteX201" fmla="*/ 2308426 w 3201324"/>
                <a:gd name="connsiteY201" fmla="*/ 479455 h 489878"/>
                <a:gd name="connsiteX202" fmla="*/ 2322552 w 3201324"/>
                <a:gd name="connsiteY202" fmla="*/ 473536 h 489878"/>
                <a:gd name="connsiteX203" fmla="*/ 2327833 w 3201324"/>
                <a:gd name="connsiteY203" fmla="*/ 478785 h 489878"/>
                <a:gd name="connsiteX204" fmla="*/ 2341897 w 3201324"/>
                <a:gd name="connsiteY204" fmla="*/ 473536 h 489878"/>
                <a:gd name="connsiteX205" fmla="*/ 2362409 w 3201324"/>
                <a:gd name="connsiteY205" fmla="*/ 475546 h 489878"/>
                <a:gd name="connsiteX206" fmla="*/ 2373341 w 3201324"/>
                <a:gd name="connsiteY206" fmla="*/ 472903 h 489878"/>
                <a:gd name="connsiteX207" fmla="*/ 2377578 w 3201324"/>
                <a:gd name="connsiteY207" fmla="*/ 472121 h 489878"/>
                <a:gd name="connsiteX208" fmla="*/ 2386115 w 3201324"/>
                <a:gd name="connsiteY208" fmla="*/ 473685 h 489878"/>
                <a:gd name="connsiteX209" fmla="*/ 2401653 w 3201324"/>
                <a:gd name="connsiteY209" fmla="*/ 476663 h 489878"/>
                <a:gd name="connsiteX210" fmla="*/ 2434325 w 3201324"/>
                <a:gd name="connsiteY210" fmla="*/ 473238 h 489878"/>
                <a:gd name="connsiteX211" fmla="*/ 2438010 w 3201324"/>
                <a:gd name="connsiteY211" fmla="*/ 473387 h 489878"/>
                <a:gd name="connsiteX212" fmla="*/ 2440958 w 3201324"/>
                <a:gd name="connsiteY212" fmla="*/ 473499 h 489878"/>
                <a:gd name="connsiteX213" fmla="*/ 2464602 w 3201324"/>
                <a:gd name="connsiteY213" fmla="*/ 471377 h 489878"/>
                <a:gd name="connsiteX214" fmla="*/ 2483088 w 3201324"/>
                <a:gd name="connsiteY214" fmla="*/ 478412 h 489878"/>
                <a:gd name="connsiteX215" fmla="*/ 2488983 w 3201324"/>
                <a:gd name="connsiteY215" fmla="*/ 481279 h 489878"/>
                <a:gd name="connsiteX216" fmla="*/ 2492238 w 3201324"/>
                <a:gd name="connsiteY216" fmla="*/ 475136 h 489878"/>
                <a:gd name="connsiteX217" fmla="*/ 2497151 w 3201324"/>
                <a:gd name="connsiteY217" fmla="*/ 472940 h 489878"/>
                <a:gd name="connsiteX218" fmla="*/ 2502003 w 3201324"/>
                <a:gd name="connsiteY218" fmla="*/ 473461 h 489878"/>
                <a:gd name="connsiteX219" fmla="*/ 2524173 w 3201324"/>
                <a:gd name="connsiteY219" fmla="*/ 476328 h 489878"/>
                <a:gd name="connsiteX220" fmla="*/ 2544686 w 3201324"/>
                <a:gd name="connsiteY220" fmla="*/ 472977 h 489878"/>
                <a:gd name="connsiteX221" fmla="*/ 2547019 w 3201324"/>
                <a:gd name="connsiteY221" fmla="*/ 472531 h 489878"/>
                <a:gd name="connsiteX222" fmla="*/ 2555126 w 3201324"/>
                <a:gd name="connsiteY222" fmla="*/ 478673 h 489878"/>
                <a:gd name="connsiteX223" fmla="*/ 2555986 w 3201324"/>
                <a:gd name="connsiteY223" fmla="*/ 477407 h 489878"/>
                <a:gd name="connsiteX224" fmla="*/ 2562189 w 3201324"/>
                <a:gd name="connsiteY224" fmla="*/ 471340 h 489878"/>
                <a:gd name="connsiteX225" fmla="*/ 2571646 w 3201324"/>
                <a:gd name="connsiteY225" fmla="*/ 473387 h 489878"/>
                <a:gd name="connsiteX226" fmla="*/ 2572813 w 3201324"/>
                <a:gd name="connsiteY226" fmla="*/ 473275 h 489878"/>
                <a:gd name="connsiteX227" fmla="*/ 2580797 w 3201324"/>
                <a:gd name="connsiteY227" fmla="*/ 472494 h 489878"/>
                <a:gd name="connsiteX228" fmla="*/ 2603213 w 3201324"/>
                <a:gd name="connsiteY228" fmla="*/ 474318 h 489878"/>
                <a:gd name="connsiteX229" fmla="*/ 2605793 w 3201324"/>
                <a:gd name="connsiteY229" fmla="*/ 474243 h 489878"/>
                <a:gd name="connsiteX230" fmla="*/ 2640676 w 3201324"/>
                <a:gd name="connsiteY230" fmla="*/ 470856 h 489878"/>
                <a:gd name="connsiteX231" fmla="*/ 2646879 w 3201324"/>
                <a:gd name="connsiteY231" fmla="*/ 471153 h 489878"/>
                <a:gd name="connsiteX232" fmla="*/ 2683236 w 3201324"/>
                <a:gd name="connsiteY232" fmla="*/ 473536 h 489878"/>
                <a:gd name="connsiteX233" fmla="*/ 2702888 w 3201324"/>
                <a:gd name="connsiteY233" fmla="*/ 471935 h 489878"/>
                <a:gd name="connsiteX234" fmla="*/ 2743605 w 3201324"/>
                <a:gd name="connsiteY234" fmla="*/ 468771 h 489878"/>
                <a:gd name="connsiteX235" fmla="*/ 2763381 w 3201324"/>
                <a:gd name="connsiteY235" fmla="*/ 468883 h 489878"/>
                <a:gd name="connsiteX236" fmla="*/ 2781805 w 3201324"/>
                <a:gd name="connsiteY236" fmla="*/ 468436 h 489878"/>
                <a:gd name="connsiteX237" fmla="*/ 2839595 w 3201324"/>
                <a:gd name="connsiteY237" fmla="*/ 463597 h 489878"/>
                <a:gd name="connsiteX238" fmla="*/ 2857037 w 3201324"/>
                <a:gd name="connsiteY238" fmla="*/ 464751 h 489878"/>
                <a:gd name="connsiteX239" fmla="*/ 2858695 w 3201324"/>
                <a:gd name="connsiteY239" fmla="*/ 464862 h 489878"/>
                <a:gd name="connsiteX240" fmla="*/ 2867232 w 3201324"/>
                <a:gd name="connsiteY240" fmla="*/ 461959 h 489878"/>
                <a:gd name="connsiteX241" fmla="*/ 2880067 w 3201324"/>
                <a:gd name="connsiteY241" fmla="*/ 459800 h 489878"/>
                <a:gd name="connsiteX242" fmla="*/ 2895605 w 3201324"/>
                <a:gd name="connsiteY242" fmla="*/ 462406 h 489878"/>
                <a:gd name="connsiteX243" fmla="*/ 2904080 w 3201324"/>
                <a:gd name="connsiteY243" fmla="*/ 465495 h 489878"/>
                <a:gd name="connsiteX244" fmla="*/ 2909976 w 3201324"/>
                <a:gd name="connsiteY244" fmla="*/ 458906 h 489878"/>
                <a:gd name="connsiteX245" fmla="*/ 2921460 w 3201324"/>
                <a:gd name="connsiteY245" fmla="*/ 463708 h 489878"/>
                <a:gd name="connsiteX246" fmla="*/ 2932330 w 3201324"/>
                <a:gd name="connsiteY246" fmla="*/ 465309 h 489878"/>
                <a:gd name="connsiteX247" fmla="*/ 2968135 w 3201324"/>
                <a:gd name="connsiteY247" fmla="*/ 459428 h 489878"/>
                <a:gd name="connsiteX248" fmla="*/ 3038147 w 3201324"/>
                <a:gd name="connsiteY248" fmla="*/ 456226 h 489878"/>
                <a:gd name="connsiteX249" fmla="*/ 3043060 w 3201324"/>
                <a:gd name="connsiteY249" fmla="*/ 456115 h 489878"/>
                <a:gd name="connsiteX250" fmla="*/ 3084944 w 3201324"/>
                <a:gd name="connsiteY250" fmla="*/ 458534 h 489878"/>
                <a:gd name="connsiteX251" fmla="*/ 3087831 w 3201324"/>
                <a:gd name="connsiteY251" fmla="*/ 458497 h 489878"/>
                <a:gd name="connsiteX252" fmla="*/ 3113379 w 3201324"/>
                <a:gd name="connsiteY252" fmla="*/ 457901 h 489878"/>
                <a:gd name="connsiteX253" fmla="*/ 3161773 w 3201324"/>
                <a:gd name="connsiteY253" fmla="*/ 467021 h 489878"/>
                <a:gd name="connsiteX254" fmla="*/ 3165396 w 3201324"/>
                <a:gd name="connsiteY254" fmla="*/ 467319 h 489878"/>
                <a:gd name="connsiteX255" fmla="*/ 3169327 w 3201324"/>
                <a:gd name="connsiteY255" fmla="*/ 459577 h 489878"/>
                <a:gd name="connsiteX256" fmla="*/ 3181241 w 3201324"/>
                <a:gd name="connsiteY256" fmla="*/ 463895 h 489878"/>
                <a:gd name="connsiteX257" fmla="*/ 3182531 w 3201324"/>
                <a:gd name="connsiteY257" fmla="*/ 463634 h 489878"/>
                <a:gd name="connsiteX258" fmla="*/ 3190883 w 3201324"/>
                <a:gd name="connsiteY258" fmla="*/ 452504 h 489878"/>
                <a:gd name="connsiteX259" fmla="*/ 3162940 w 3201324"/>
                <a:gd name="connsiteY259" fmla="*/ 409472 h 489878"/>
                <a:gd name="connsiteX260" fmla="*/ 3077820 w 3201324"/>
                <a:gd name="connsiteY260" fmla="*/ 323892 h 489878"/>
                <a:gd name="connsiteX261" fmla="*/ 3021012 w 3201324"/>
                <a:gd name="connsiteY261" fmla="*/ 269954 h 489878"/>
                <a:gd name="connsiteX262" fmla="*/ 3012230 w 3201324"/>
                <a:gd name="connsiteY262" fmla="*/ 231128 h 489878"/>
                <a:gd name="connsiteX263" fmla="*/ 3060747 w 3201324"/>
                <a:gd name="connsiteY263" fmla="*/ 185007 h 489878"/>
                <a:gd name="connsiteX264" fmla="*/ 3100543 w 3201324"/>
                <a:gd name="connsiteY264" fmla="*/ 145995 h 489878"/>
                <a:gd name="connsiteX265" fmla="*/ 3108281 w 3201324"/>
                <a:gd name="connsiteY265" fmla="*/ 137955 h 489878"/>
                <a:gd name="connsiteX266" fmla="*/ 3140339 w 3201324"/>
                <a:gd name="connsiteY266" fmla="*/ 99390 h 489878"/>
                <a:gd name="connsiteX267" fmla="*/ 3153973 w 3201324"/>
                <a:gd name="connsiteY267" fmla="*/ 86100 h 489878"/>
                <a:gd name="connsiteX268" fmla="*/ 3171599 w 3201324"/>
                <a:gd name="connsiteY268" fmla="*/ 68009 h 489878"/>
                <a:gd name="connsiteX269" fmla="*/ 3171906 w 3201324"/>
                <a:gd name="connsiteY269" fmla="*/ 64138 h 489878"/>
                <a:gd name="connsiteX270" fmla="*/ 3175652 w 3201324"/>
                <a:gd name="connsiteY270" fmla="*/ 54348 h 489878"/>
                <a:gd name="connsiteX271" fmla="*/ 3175652 w 3201324"/>
                <a:gd name="connsiteY271" fmla="*/ 54348 h 489878"/>
                <a:gd name="connsiteX272" fmla="*/ 3175714 w 3201324"/>
                <a:gd name="connsiteY272" fmla="*/ 54348 h 489878"/>
                <a:gd name="connsiteX273" fmla="*/ 3195121 w 3201324"/>
                <a:gd name="connsiteY273" fmla="*/ 38602 h 489878"/>
                <a:gd name="connsiteX274" fmla="*/ 3183268 w 3201324"/>
                <a:gd name="connsiteY274" fmla="*/ 17383 h 489878"/>
                <a:gd name="connsiteX275" fmla="*/ 3181548 w 3201324"/>
                <a:gd name="connsiteY275" fmla="*/ 17532 h 489878"/>
                <a:gd name="connsiteX276" fmla="*/ 3173564 w 3201324"/>
                <a:gd name="connsiteY276" fmla="*/ 18240 h 489878"/>
                <a:gd name="connsiteX277" fmla="*/ 3131005 w 3201324"/>
                <a:gd name="connsiteY277" fmla="*/ 11725 h 489878"/>
                <a:gd name="connsiteX278" fmla="*/ 3129838 w 3201324"/>
                <a:gd name="connsiteY278" fmla="*/ 11725 h 489878"/>
                <a:gd name="connsiteX279" fmla="*/ 3037778 w 3201324"/>
                <a:gd name="connsiteY279" fmla="*/ 13028 h 489878"/>
                <a:gd name="connsiteX280" fmla="*/ 2940744 w 3201324"/>
                <a:gd name="connsiteY280" fmla="*/ 13996 h 489878"/>
                <a:gd name="connsiteX281" fmla="*/ 2857467 w 3201324"/>
                <a:gd name="connsiteY281" fmla="*/ 11316 h 489878"/>
                <a:gd name="connsiteX282" fmla="*/ 2834375 w 3201324"/>
                <a:gd name="connsiteY282" fmla="*/ 10609 h 489878"/>
                <a:gd name="connsiteX283" fmla="*/ 2811959 w 3201324"/>
                <a:gd name="connsiteY283" fmla="*/ 10720 h 489878"/>
                <a:gd name="connsiteX284" fmla="*/ 2795377 w 3201324"/>
                <a:gd name="connsiteY284" fmla="*/ 10422 h 489878"/>
                <a:gd name="connsiteX285" fmla="*/ 2715785 w 3201324"/>
                <a:gd name="connsiteY285" fmla="*/ 5434 h 489878"/>
                <a:gd name="connsiteX286" fmla="*/ 2659653 w 3201324"/>
                <a:gd name="connsiteY286" fmla="*/ 2605 h 489878"/>
                <a:gd name="connsiteX287" fmla="*/ 2643194 w 3201324"/>
                <a:gd name="connsiteY287" fmla="*/ 3275 h 489878"/>
                <a:gd name="connsiteX288" fmla="*/ 2634411 w 3201324"/>
                <a:gd name="connsiteY288" fmla="*/ 3610 h 489878"/>
                <a:gd name="connsiteX289" fmla="*/ 2593510 w 3201324"/>
                <a:gd name="connsiteY289" fmla="*/ 781 h 489878"/>
                <a:gd name="connsiteX290" fmla="*/ 2566918 w 3201324"/>
                <a:gd name="connsiteY290" fmla="*/ 0 h 48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Lst>
              <a:rect l="l" t="t" r="r" b="b"/>
              <a:pathLst>
                <a:path w="3201324" h="489878" fill="none" extrusionOk="0">
                  <a:moveTo>
                    <a:pt x="2566918" y="0"/>
                  </a:moveTo>
                  <a:cubicBezTo>
                    <a:pt x="2562320" y="-549"/>
                    <a:pt x="2559791" y="-500"/>
                    <a:pt x="2556232" y="409"/>
                  </a:cubicBezTo>
                  <a:cubicBezTo>
                    <a:pt x="2551581" y="1001"/>
                    <a:pt x="2544150" y="170"/>
                    <a:pt x="2538237" y="1116"/>
                  </a:cubicBezTo>
                  <a:cubicBezTo>
                    <a:pt x="2530868" y="3241"/>
                    <a:pt x="2522614" y="-1155"/>
                    <a:pt x="2514102" y="856"/>
                  </a:cubicBezTo>
                  <a:cubicBezTo>
                    <a:pt x="2508725" y="655"/>
                    <a:pt x="2505102" y="413"/>
                    <a:pt x="2501328" y="1191"/>
                  </a:cubicBezTo>
                  <a:cubicBezTo>
                    <a:pt x="2493795" y="1602"/>
                    <a:pt x="2485984" y="1378"/>
                    <a:pt x="2478113" y="1786"/>
                  </a:cubicBezTo>
                  <a:cubicBezTo>
                    <a:pt x="2459825" y="1821"/>
                    <a:pt x="2445207" y="365"/>
                    <a:pt x="2428920" y="1116"/>
                  </a:cubicBezTo>
                  <a:cubicBezTo>
                    <a:pt x="2414347" y="1784"/>
                    <a:pt x="2404897" y="1341"/>
                    <a:pt x="2394713" y="2568"/>
                  </a:cubicBezTo>
                  <a:cubicBezTo>
                    <a:pt x="2385693" y="4512"/>
                    <a:pt x="2371766" y="3210"/>
                    <a:pt x="2362778" y="3834"/>
                  </a:cubicBezTo>
                  <a:cubicBezTo>
                    <a:pt x="2358892" y="5087"/>
                    <a:pt x="2351127" y="3042"/>
                    <a:pt x="2345029" y="3759"/>
                  </a:cubicBezTo>
                  <a:cubicBezTo>
                    <a:pt x="2331543" y="4643"/>
                    <a:pt x="2313131" y="1810"/>
                    <a:pt x="2296266" y="7482"/>
                  </a:cubicBezTo>
                  <a:cubicBezTo>
                    <a:pt x="2294144" y="7639"/>
                    <a:pt x="2293127" y="8025"/>
                    <a:pt x="2290801" y="8003"/>
                  </a:cubicBezTo>
                  <a:cubicBezTo>
                    <a:pt x="2284367" y="8134"/>
                    <a:pt x="2276734" y="6958"/>
                    <a:pt x="2271824" y="6030"/>
                  </a:cubicBezTo>
                  <a:cubicBezTo>
                    <a:pt x="2270003" y="6003"/>
                    <a:pt x="2269290" y="6124"/>
                    <a:pt x="2267463" y="6439"/>
                  </a:cubicBezTo>
                  <a:cubicBezTo>
                    <a:pt x="2260186" y="7275"/>
                    <a:pt x="2250107" y="9749"/>
                    <a:pt x="2244003" y="9603"/>
                  </a:cubicBezTo>
                  <a:cubicBezTo>
                    <a:pt x="2241192" y="10017"/>
                    <a:pt x="2238673" y="9445"/>
                    <a:pt x="2236019" y="8896"/>
                  </a:cubicBezTo>
                  <a:cubicBezTo>
                    <a:pt x="2226043" y="5709"/>
                    <a:pt x="2219079" y="6555"/>
                    <a:pt x="2209120" y="6514"/>
                  </a:cubicBezTo>
                  <a:cubicBezTo>
                    <a:pt x="2193876" y="4498"/>
                    <a:pt x="2171372" y="11883"/>
                    <a:pt x="2151882" y="9306"/>
                  </a:cubicBezTo>
                  <a:cubicBezTo>
                    <a:pt x="2148313" y="8277"/>
                    <a:pt x="2143912" y="9772"/>
                    <a:pt x="2140828" y="8933"/>
                  </a:cubicBezTo>
                  <a:cubicBezTo>
                    <a:pt x="2133491" y="9119"/>
                    <a:pt x="2127905" y="8843"/>
                    <a:pt x="2118903" y="8301"/>
                  </a:cubicBezTo>
                  <a:cubicBezTo>
                    <a:pt x="2101658" y="8180"/>
                    <a:pt x="2085835" y="8925"/>
                    <a:pt x="2070509" y="9120"/>
                  </a:cubicBezTo>
                  <a:cubicBezTo>
                    <a:pt x="2070297" y="9145"/>
                    <a:pt x="2070220" y="9075"/>
                    <a:pt x="2070017" y="9120"/>
                  </a:cubicBezTo>
                  <a:cubicBezTo>
                    <a:pt x="2051805" y="9482"/>
                    <a:pt x="2032929" y="4245"/>
                    <a:pt x="2015850" y="7296"/>
                  </a:cubicBezTo>
                  <a:cubicBezTo>
                    <a:pt x="2009721" y="7888"/>
                    <a:pt x="2001925" y="8301"/>
                    <a:pt x="1997181" y="8077"/>
                  </a:cubicBezTo>
                  <a:cubicBezTo>
                    <a:pt x="1988657" y="8315"/>
                    <a:pt x="1981871" y="10894"/>
                    <a:pt x="1972861" y="9678"/>
                  </a:cubicBezTo>
                  <a:cubicBezTo>
                    <a:pt x="1969619" y="10029"/>
                    <a:pt x="1966318" y="9482"/>
                    <a:pt x="1963833" y="9231"/>
                  </a:cubicBezTo>
                  <a:cubicBezTo>
                    <a:pt x="1958757" y="8570"/>
                    <a:pt x="1954186" y="8758"/>
                    <a:pt x="1948725" y="8524"/>
                  </a:cubicBezTo>
                  <a:cubicBezTo>
                    <a:pt x="1940665" y="10660"/>
                    <a:pt x="1930616" y="7400"/>
                    <a:pt x="1921334" y="9082"/>
                  </a:cubicBezTo>
                  <a:cubicBezTo>
                    <a:pt x="1915202" y="8393"/>
                    <a:pt x="1908223" y="9935"/>
                    <a:pt x="1900699" y="7593"/>
                  </a:cubicBezTo>
                  <a:cubicBezTo>
                    <a:pt x="1894046" y="5000"/>
                    <a:pt x="1886417" y="7185"/>
                    <a:pt x="1880371" y="6030"/>
                  </a:cubicBezTo>
                  <a:cubicBezTo>
                    <a:pt x="1868200" y="5691"/>
                    <a:pt x="1849109" y="6427"/>
                    <a:pt x="1835662" y="7928"/>
                  </a:cubicBezTo>
                  <a:cubicBezTo>
                    <a:pt x="1832641" y="7698"/>
                    <a:pt x="1829225" y="7710"/>
                    <a:pt x="1825897" y="7631"/>
                  </a:cubicBezTo>
                  <a:cubicBezTo>
                    <a:pt x="1812367" y="6944"/>
                    <a:pt x="1799310" y="4993"/>
                    <a:pt x="1787636" y="4541"/>
                  </a:cubicBezTo>
                  <a:cubicBezTo>
                    <a:pt x="1785971" y="4589"/>
                    <a:pt x="1784907" y="4626"/>
                    <a:pt x="1783030" y="4690"/>
                  </a:cubicBezTo>
                  <a:cubicBezTo>
                    <a:pt x="1774053" y="4480"/>
                    <a:pt x="1765711" y="5364"/>
                    <a:pt x="1758219" y="5397"/>
                  </a:cubicBezTo>
                  <a:cubicBezTo>
                    <a:pt x="1739974" y="1813"/>
                    <a:pt x="1718248" y="3597"/>
                    <a:pt x="1699139" y="4318"/>
                  </a:cubicBezTo>
                  <a:cubicBezTo>
                    <a:pt x="1695316" y="4488"/>
                    <a:pt x="1691128" y="3969"/>
                    <a:pt x="1687716" y="4466"/>
                  </a:cubicBezTo>
                  <a:cubicBezTo>
                    <a:pt x="1684954" y="4707"/>
                    <a:pt x="1681322" y="4360"/>
                    <a:pt x="1678749" y="4578"/>
                  </a:cubicBezTo>
                  <a:cubicBezTo>
                    <a:pt x="1651727" y="10402"/>
                    <a:pt x="1634564" y="2640"/>
                    <a:pt x="1602965" y="2010"/>
                  </a:cubicBezTo>
                  <a:cubicBezTo>
                    <a:pt x="1595782" y="2227"/>
                    <a:pt x="1591212" y="3213"/>
                    <a:pt x="1586199" y="2456"/>
                  </a:cubicBezTo>
                  <a:cubicBezTo>
                    <a:pt x="1544735" y="216"/>
                    <a:pt x="1493555" y="3128"/>
                    <a:pt x="1460976" y="6216"/>
                  </a:cubicBezTo>
                  <a:cubicBezTo>
                    <a:pt x="1446913" y="7182"/>
                    <a:pt x="1439149" y="4027"/>
                    <a:pt x="1429163" y="6402"/>
                  </a:cubicBezTo>
                  <a:cubicBezTo>
                    <a:pt x="1418804" y="5601"/>
                    <a:pt x="1399440" y="7074"/>
                    <a:pt x="1389735" y="5211"/>
                  </a:cubicBezTo>
                  <a:cubicBezTo>
                    <a:pt x="1388518" y="5052"/>
                    <a:pt x="1387513" y="5127"/>
                    <a:pt x="1386480" y="5099"/>
                  </a:cubicBezTo>
                  <a:cubicBezTo>
                    <a:pt x="1376341" y="8002"/>
                    <a:pt x="1367139" y="10331"/>
                    <a:pt x="1354300" y="9045"/>
                  </a:cubicBezTo>
                  <a:cubicBezTo>
                    <a:pt x="1352491" y="9493"/>
                    <a:pt x="1351130" y="9089"/>
                    <a:pt x="1349018" y="8673"/>
                  </a:cubicBezTo>
                  <a:cubicBezTo>
                    <a:pt x="1336596" y="8429"/>
                    <a:pt x="1324827" y="6462"/>
                    <a:pt x="1313705" y="6477"/>
                  </a:cubicBezTo>
                  <a:cubicBezTo>
                    <a:pt x="1295804" y="1817"/>
                    <a:pt x="1273860" y="7598"/>
                    <a:pt x="1253642" y="8636"/>
                  </a:cubicBezTo>
                  <a:cubicBezTo>
                    <a:pt x="1246746" y="9586"/>
                    <a:pt x="1240230" y="7677"/>
                    <a:pt x="1233191" y="8896"/>
                  </a:cubicBezTo>
                  <a:cubicBezTo>
                    <a:pt x="1218910" y="8960"/>
                    <a:pt x="1203876" y="4887"/>
                    <a:pt x="1180560" y="8450"/>
                  </a:cubicBezTo>
                  <a:cubicBezTo>
                    <a:pt x="1165265" y="8807"/>
                    <a:pt x="1147055" y="11577"/>
                    <a:pt x="1135113" y="9939"/>
                  </a:cubicBezTo>
                  <a:cubicBezTo>
                    <a:pt x="1126734" y="11644"/>
                    <a:pt x="1115520" y="13618"/>
                    <a:pt x="1105205" y="10944"/>
                  </a:cubicBezTo>
                  <a:cubicBezTo>
                    <a:pt x="1091157" y="11395"/>
                    <a:pt x="1079958" y="9469"/>
                    <a:pt x="1062092" y="10497"/>
                  </a:cubicBezTo>
                  <a:cubicBezTo>
                    <a:pt x="1053694" y="12760"/>
                    <a:pt x="1045437" y="12541"/>
                    <a:pt x="1034456" y="11316"/>
                  </a:cubicBezTo>
                  <a:cubicBezTo>
                    <a:pt x="977992" y="20100"/>
                    <a:pt x="940076" y="4028"/>
                    <a:pt x="883439" y="19989"/>
                  </a:cubicBezTo>
                  <a:cubicBezTo>
                    <a:pt x="819184" y="19259"/>
                    <a:pt x="773759" y="22311"/>
                    <a:pt x="718604" y="27174"/>
                  </a:cubicBezTo>
                  <a:cubicBezTo>
                    <a:pt x="705011" y="29309"/>
                    <a:pt x="694502" y="24649"/>
                    <a:pt x="682493" y="28030"/>
                  </a:cubicBezTo>
                  <a:cubicBezTo>
                    <a:pt x="662930" y="29131"/>
                    <a:pt x="657273" y="25339"/>
                    <a:pt x="642819" y="27806"/>
                  </a:cubicBezTo>
                  <a:cubicBezTo>
                    <a:pt x="631285" y="27063"/>
                    <a:pt x="622614" y="28053"/>
                    <a:pt x="610822" y="28439"/>
                  </a:cubicBezTo>
                  <a:cubicBezTo>
                    <a:pt x="593726" y="33801"/>
                    <a:pt x="570127" y="30498"/>
                    <a:pt x="548917" y="29705"/>
                  </a:cubicBezTo>
                  <a:cubicBezTo>
                    <a:pt x="532699" y="36975"/>
                    <a:pt x="512940" y="28968"/>
                    <a:pt x="478475" y="29370"/>
                  </a:cubicBezTo>
                  <a:cubicBezTo>
                    <a:pt x="473666" y="31072"/>
                    <a:pt x="465542" y="27196"/>
                    <a:pt x="458086" y="29444"/>
                  </a:cubicBezTo>
                  <a:cubicBezTo>
                    <a:pt x="457832" y="29528"/>
                    <a:pt x="457338" y="29360"/>
                    <a:pt x="456919" y="29444"/>
                  </a:cubicBezTo>
                  <a:cubicBezTo>
                    <a:pt x="446061" y="30304"/>
                    <a:pt x="432297" y="24050"/>
                    <a:pt x="416263" y="26057"/>
                  </a:cubicBezTo>
                  <a:cubicBezTo>
                    <a:pt x="370927" y="30848"/>
                    <a:pt x="344922" y="24674"/>
                    <a:pt x="300866" y="24270"/>
                  </a:cubicBezTo>
                  <a:cubicBezTo>
                    <a:pt x="280492" y="24267"/>
                    <a:pt x="264060" y="22745"/>
                    <a:pt x="245041" y="22967"/>
                  </a:cubicBezTo>
                  <a:cubicBezTo>
                    <a:pt x="236090" y="25743"/>
                    <a:pt x="226584" y="22910"/>
                    <a:pt x="218019" y="23042"/>
                  </a:cubicBezTo>
                  <a:cubicBezTo>
                    <a:pt x="205595" y="23120"/>
                    <a:pt x="194376" y="21899"/>
                    <a:pt x="181662" y="22595"/>
                  </a:cubicBezTo>
                  <a:cubicBezTo>
                    <a:pt x="171699" y="21817"/>
                    <a:pt x="160999" y="22290"/>
                    <a:pt x="153166" y="22148"/>
                  </a:cubicBezTo>
                  <a:cubicBezTo>
                    <a:pt x="114414" y="20170"/>
                    <a:pt x="78165" y="17448"/>
                    <a:pt x="32549" y="28328"/>
                  </a:cubicBezTo>
                  <a:cubicBezTo>
                    <a:pt x="20458" y="28349"/>
                    <a:pt x="5880" y="35019"/>
                    <a:pt x="2886" y="41505"/>
                  </a:cubicBezTo>
                  <a:cubicBezTo>
                    <a:pt x="690" y="44756"/>
                    <a:pt x="6119" y="54476"/>
                    <a:pt x="13818" y="64063"/>
                  </a:cubicBezTo>
                  <a:cubicBezTo>
                    <a:pt x="23892" y="68409"/>
                    <a:pt x="28099" y="80234"/>
                    <a:pt x="39857" y="87924"/>
                  </a:cubicBezTo>
                  <a:cubicBezTo>
                    <a:pt x="69307" y="103581"/>
                    <a:pt x="77446" y="125810"/>
                    <a:pt x="107781" y="148638"/>
                  </a:cubicBezTo>
                  <a:cubicBezTo>
                    <a:pt x="136507" y="176287"/>
                    <a:pt x="169939" y="188081"/>
                    <a:pt x="191734" y="213074"/>
                  </a:cubicBezTo>
                  <a:cubicBezTo>
                    <a:pt x="207560" y="232973"/>
                    <a:pt x="213677" y="259020"/>
                    <a:pt x="185899" y="280972"/>
                  </a:cubicBezTo>
                  <a:cubicBezTo>
                    <a:pt x="160163" y="302263"/>
                    <a:pt x="144035" y="323965"/>
                    <a:pt x="125959" y="346674"/>
                  </a:cubicBezTo>
                  <a:cubicBezTo>
                    <a:pt x="110736" y="373947"/>
                    <a:pt x="83429" y="394168"/>
                    <a:pt x="70441" y="414460"/>
                  </a:cubicBezTo>
                  <a:cubicBezTo>
                    <a:pt x="57449" y="439760"/>
                    <a:pt x="44079" y="450778"/>
                    <a:pt x="20573" y="473647"/>
                  </a:cubicBezTo>
                  <a:cubicBezTo>
                    <a:pt x="17864" y="478168"/>
                    <a:pt x="23689" y="489854"/>
                    <a:pt x="28311" y="489878"/>
                  </a:cubicBezTo>
                  <a:cubicBezTo>
                    <a:pt x="28622" y="489942"/>
                    <a:pt x="29043" y="489867"/>
                    <a:pt x="29355" y="489654"/>
                  </a:cubicBezTo>
                  <a:cubicBezTo>
                    <a:pt x="41295" y="484815"/>
                    <a:pt x="51117" y="487883"/>
                    <a:pt x="60676" y="484740"/>
                  </a:cubicBezTo>
                  <a:cubicBezTo>
                    <a:pt x="78297" y="478288"/>
                    <a:pt x="92757" y="482441"/>
                    <a:pt x="109071" y="480497"/>
                  </a:cubicBezTo>
                  <a:cubicBezTo>
                    <a:pt x="109252" y="480456"/>
                    <a:pt x="109362" y="480508"/>
                    <a:pt x="109439" y="480497"/>
                  </a:cubicBezTo>
                  <a:cubicBezTo>
                    <a:pt x="113676" y="480495"/>
                    <a:pt x="111350" y="486167"/>
                    <a:pt x="113677" y="486192"/>
                  </a:cubicBezTo>
                  <a:cubicBezTo>
                    <a:pt x="114254" y="486095"/>
                    <a:pt x="115350" y="485817"/>
                    <a:pt x="116563" y="485299"/>
                  </a:cubicBezTo>
                  <a:cubicBezTo>
                    <a:pt x="127437" y="479353"/>
                    <a:pt x="135413" y="481665"/>
                    <a:pt x="144015" y="480236"/>
                  </a:cubicBezTo>
                  <a:cubicBezTo>
                    <a:pt x="152847" y="480322"/>
                    <a:pt x="160266" y="481910"/>
                    <a:pt x="166615" y="480795"/>
                  </a:cubicBezTo>
                  <a:cubicBezTo>
                    <a:pt x="173845" y="479899"/>
                    <a:pt x="183573" y="480794"/>
                    <a:pt x="190751" y="477333"/>
                  </a:cubicBezTo>
                  <a:cubicBezTo>
                    <a:pt x="191134" y="477325"/>
                    <a:pt x="191924" y="476987"/>
                    <a:pt x="192839" y="477109"/>
                  </a:cubicBezTo>
                  <a:cubicBezTo>
                    <a:pt x="193747" y="477103"/>
                    <a:pt x="194823" y="476976"/>
                    <a:pt x="196033" y="477184"/>
                  </a:cubicBezTo>
                  <a:cubicBezTo>
                    <a:pt x="198984" y="477751"/>
                    <a:pt x="203131" y="476805"/>
                    <a:pt x="206412" y="473834"/>
                  </a:cubicBezTo>
                  <a:cubicBezTo>
                    <a:pt x="206467" y="473799"/>
                    <a:pt x="206648" y="473766"/>
                    <a:pt x="206903" y="473722"/>
                  </a:cubicBezTo>
                  <a:cubicBezTo>
                    <a:pt x="207322" y="473707"/>
                    <a:pt x="207886" y="473841"/>
                    <a:pt x="208131" y="474020"/>
                  </a:cubicBezTo>
                  <a:cubicBezTo>
                    <a:pt x="210970" y="476956"/>
                    <a:pt x="214336" y="477045"/>
                    <a:pt x="217282" y="477072"/>
                  </a:cubicBezTo>
                  <a:cubicBezTo>
                    <a:pt x="221356" y="477827"/>
                    <a:pt x="226619" y="474121"/>
                    <a:pt x="232083" y="474913"/>
                  </a:cubicBezTo>
                  <a:cubicBezTo>
                    <a:pt x="232156" y="474883"/>
                    <a:pt x="232266" y="474935"/>
                    <a:pt x="232390" y="474913"/>
                  </a:cubicBezTo>
                  <a:cubicBezTo>
                    <a:pt x="237021" y="474666"/>
                    <a:pt x="239761" y="475004"/>
                    <a:pt x="243751" y="475025"/>
                  </a:cubicBezTo>
                  <a:cubicBezTo>
                    <a:pt x="260922" y="478679"/>
                    <a:pt x="274685" y="472110"/>
                    <a:pt x="292207" y="473052"/>
                  </a:cubicBezTo>
                  <a:cubicBezTo>
                    <a:pt x="295231" y="473135"/>
                    <a:pt x="300549" y="469789"/>
                    <a:pt x="306885" y="470111"/>
                  </a:cubicBezTo>
                  <a:cubicBezTo>
                    <a:pt x="309925" y="470150"/>
                    <a:pt x="314142" y="470714"/>
                    <a:pt x="316465" y="476886"/>
                  </a:cubicBezTo>
                  <a:cubicBezTo>
                    <a:pt x="319069" y="476158"/>
                    <a:pt x="321422" y="476882"/>
                    <a:pt x="324634" y="475844"/>
                  </a:cubicBezTo>
                  <a:cubicBezTo>
                    <a:pt x="331300" y="471817"/>
                    <a:pt x="340503" y="466431"/>
                    <a:pt x="350059" y="466612"/>
                  </a:cubicBezTo>
                  <a:cubicBezTo>
                    <a:pt x="353373" y="465923"/>
                    <a:pt x="358302" y="466918"/>
                    <a:pt x="362587" y="471191"/>
                  </a:cubicBezTo>
                  <a:cubicBezTo>
                    <a:pt x="362747" y="471350"/>
                    <a:pt x="363341" y="471362"/>
                    <a:pt x="363816" y="471414"/>
                  </a:cubicBezTo>
                  <a:cubicBezTo>
                    <a:pt x="365743" y="471618"/>
                    <a:pt x="369004" y="470570"/>
                    <a:pt x="369404" y="469813"/>
                  </a:cubicBezTo>
                  <a:cubicBezTo>
                    <a:pt x="372029" y="465746"/>
                    <a:pt x="375624" y="464283"/>
                    <a:pt x="380090" y="464155"/>
                  </a:cubicBezTo>
                  <a:cubicBezTo>
                    <a:pt x="385504" y="463599"/>
                    <a:pt x="390158" y="466909"/>
                    <a:pt x="393417" y="468883"/>
                  </a:cubicBezTo>
                  <a:cubicBezTo>
                    <a:pt x="396269" y="471025"/>
                    <a:pt x="398168" y="471550"/>
                    <a:pt x="401585" y="471116"/>
                  </a:cubicBezTo>
                  <a:cubicBezTo>
                    <a:pt x="406815" y="470630"/>
                    <a:pt x="411737" y="469476"/>
                    <a:pt x="415649" y="469553"/>
                  </a:cubicBezTo>
                  <a:cubicBezTo>
                    <a:pt x="418728" y="469629"/>
                    <a:pt x="422217" y="469985"/>
                    <a:pt x="424001" y="472568"/>
                  </a:cubicBezTo>
                  <a:cubicBezTo>
                    <a:pt x="424159" y="472708"/>
                    <a:pt x="424401" y="472780"/>
                    <a:pt x="424677" y="472791"/>
                  </a:cubicBezTo>
                  <a:cubicBezTo>
                    <a:pt x="425719" y="472566"/>
                    <a:pt x="426474" y="471656"/>
                    <a:pt x="425905" y="469999"/>
                  </a:cubicBezTo>
                  <a:cubicBezTo>
                    <a:pt x="423859" y="465499"/>
                    <a:pt x="425456" y="464264"/>
                    <a:pt x="428116" y="464676"/>
                  </a:cubicBezTo>
                  <a:cubicBezTo>
                    <a:pt x="429271" y="465053"/>
                    <a:pt x="430224" y="464758"/>
                    <a:pt x="431801" y="464788"/>
                  </a:cubicBezTo>
                  <a:cubicBezTo>
                    <a:pt x="432374" y="464870"/>
                    <a:pt x="433141" y="464733"/>
                    <a:pt x="433828" y="464676"/>
                  </a:cubicBezTo>
                  <a:cubicBezTo>
                    <a:pt x="434599" y="464640"/>
                    <a:pt x="435207" y="464732"/>
                    <a:pt x="435854" y="464565"/>
                  </a:cubicBezTo>
                  <a:cubicBezTo>
                    <a:pt x="443860" y="463026"/>
                    <a:pt x="450407" y="470709"/>
                    <a:pt x="457656" y="469851"/>
                  </a:cubicBezTo>
                  <a:cubicBezTo>
                    <a:pt x="458901" y="469696"/>
                    <a:pt x="460335" y="469781"/>
                    <a:pt x="461341" y="469404"/>
                  </a:cubicBezTo>
                  <a:cubicBezTo>
                    <a:pt x="481150" y="463979"/>
                    <a:pt x="501894" y="466662"/>
                    <a:pt x="520851" y="465458"/>
                  </a:cubicBezTo>
                  <a:cubicBezTo>
                    <a:pt x="521165" y="465463"/>
                    <a:pt x="521408" y="465414"/>
                    <a:pt x="521711" y="465421"/>
                  </a:cubicBezTo>
                  <a:cubicBezTo>
                    <a:pt x="528845" y="465529"/>
                    <a:pt x="534836" y="469471"/>
                    <a:pt x="539705" y="469776"/>
                  </a:cubicBezTo>
                  <a:cubicBezTo>
                    <a:pt x="540518" y="469612"/>
                    <a:pt x="541326" y="469709"/>
                    <a:pt x="542223" y="469292"/>
                  </a:cubicBezTo>
                  <a:cubicBezTo>
                    <a:pt x="548731" y="465922"/>
                    <a:pt x="555124" y="466029"/>
                    <a:pt x="561876" y="465607"/>
                  </a:cubicBezTo>
                  <a:cubicBezTo>
                    <a:pt x="571008" y="465703"/>
                    <a:pt x="581020" y="464809"/>
                    <a:pt x="590126" y="467245"/>
                  </a:cubicBezTo>
                  <a:cubicBezTo>
                    <a:pt x="595420" y="468383"/>
                    <a:pt x="600716" y="466856"/>
                    <a:pt x="605541" y="465309"/>
                  </a:cubicBezTo>
                  <a:cubicBezTo>
                    <a:pt x="610363" y="464556"/>
                    <a:pt x="616641" y="464718"/>
                    <a:pt x="621508" y="463299"/>
                  </a:cubicBezTo>
                  <a:cubicBezTo>
                    <a:pt x="637133" y="464959"/>
                    <a:pt x="651131" y="464842"/>
                    <a:pt x="666218" y="467096"/>
                  </a:cubicBezTo>
                  <a:cubicBezTo>
                    <a:pt x="670554" y="466257"/>
                    <a:pt x="674805" y="467281"/>
                    <a:pt x="677641" y="466277"/>
                  </a:cubicBezTo>
                  <a:cubicBezTo>
                    <a:pt x="682409" y="465690"/>
                    <a:pt x="687979" y="464188"/>
                    <a:pt x="692933" y="465235"/>
                  </a:cubicBezTo>
                  <a:cubicBezTo>
                    <a:pt x="707367" y="467242"/>
                    <a:pt x="716180" y="464218"/>
                    <a:pt x="731378" y="466873"/>
                  </a:cubicBezTo>
                  <a:cubicBezTo>
                    <a:pt x="737452" y="466236"/>
                    <a:pt x="741726" y="467155"/>
                    <a:pt x="748083" y="465681"/>
                  </a:cubicBezTo>
                  <a:cubicBezTo>
                    <a:pt x="758854" y="462701"/>
                    <a:pt x="763473" y="462688"/>
                    <a:pt x="774552" y="463820"/>
                  </a:cubicBezTo>
                  <a:cubicBezTo>
                    <a:pt x="797114" y="468536"/>
                    <a:pt x="815165" y="462252"/>
                    <a:pt x="840019" y="466835"/>
                  </a:cubicBezTo>
                  <a:cubicBezTo>
                    <a:pt x="849445" y="467084"/>
                    <a:pt x="856375" y="466400"/>
                    <a:pt x="866673" y="464974"/>
                  </a:cubicBezTo>
                  <a:cubicBezTo>
                    <a:pt x="874199" y="464691"/>
                    <a:pt x="881697" y="464887"/>
                    <a:pt x="888843" y="463411"/>
                  </a:cubicBezTo>
                  <a:cubicBezTo>
                    <a:pt x="905311" y="463859"/>
                    <a:pt x="928004" y="460834"/>
                    <a:pt x="948783" y="466277"/>
                  </a:cubicBezTo>
                  <a:cubicBezTo>
                    <a:pt x="953874" y="465121"/>
                    <a:pt x="959458" y="465817"/>
                    <a:pt x="965242" y="465570"/>
                  </a:cubicBezTo>
                  <a:cubicBezTo>
                    <a:pt x="975240" y="464782"/>
                    <a:pt x="984337" y="462544"/>
                    <a:pt x="992633" y="464416"/>
                  </a:cubicBezTo>
                  <a:cubicBezTo>
                    <a:pt x="1012439" y="466057"/>
                    <a:pt x="1032760" y="468049"/>
                    <a:pt x="1049993" y="466054"/>
                  </a:cubicBezTo>
                  <a:cubicBezTo>
                    <a:pt x="1056396" y="465668"/>
                    <a:pt x="1060489" y="470922"/>
                    <a:pt x="1066514" y="470186"/>
                  </a:cubicBezTo>
                  <a:cubicBezTo>
                    <a:pt x="1068343" y="469956"/>
                    <a:pt x="1069453" y="469747"/>
                    <a:pt x="1071734" y="468994"/>
                  </a:cubicBezTo>
                  <a:cubicBezTo>
                    <a:pt x="1082758" y="463184"/>
                    <a:pt x="1090471" y="462305"/>
                    <a:pt x="1101274" y="463262"/>
                  </a:cubicBezTo>
                  <a:cubicBezTo>
                    <a:pt x="1115865" y="462404"/>
                    <a:pt x="1131223" y="467977"/>
                    <a:pt x="1144571" y="465905"/>
                  </a:cubicBezTo>
                  <a:cubicBezTo>
                    <a:pt x="1148625" y="466695"/>
                    <a:pt x="1152552" y="466026"/>
                    <a:pt x="1156485" y="465197"/>
                  </a:cubicBezTo>
                  <a:cubicBezTo>
                    <a:pt x="1165501" y="462795"/>
                    <a:pt x="1173377" y="461454"/>
                    <a:pt x="1185534" y="463373"/>
                  </a:cubicBezTo>
                  <a:cubicBezTo>
                    <a:pt x="1191643" y="463688"/>
                    <a:pt x="1197858" y="463932"/>
                    <a:pt x="1204142" y="464230"/>
                  </a:cubicBezTo>
                  <a:cubicBezTo>
                    <a:pt x="1212471" y="465717"/>
                    <a:pt x="1221013" y="464527"/>
                    <a:pt x="1229568" y="465421"/>
                  </a:cubicBezTo>
                  <a:cubicBezTo>
                    <a:pt x="1244612" y="462246"/>
                    <a:pt x="1258633" y="460811"/>
                    <a:pt x="1273233" y="463411"/>
                  </a:cubicBezTo>
                  <a:cubicBezTo>
                    <a:pt x="1274383" y="463211"/>
                    <a:pt x="1275838" y="463274"/>
                    <a:pt x="1276672" y="463299"/>
                  </a:cubicBezTo>
                  <a:cubicBezTo>
                    <a:pt x="1287027" y="462637"/>
                    <a:pt x="1299438" y="466187"/>
                    <a:pt x="1309099" y="466277"/>
                  </a:cubicBezTo>
                  <a:cubicBezTo>
                    <a:pt x="1311864" y="466523"/>
                    <a:pt x="1313652" y="466050"/>
                    <a:pt x="1315179" y="465421"/>
                  </a:cubicBezTo>
                  <a:cubicBezTo>
                    <a:pt x="1319251" y="463885"/>
                    <a:pt x="1323146" y="463823"/>
                    <a:pt x="1326970" y="463411"/>
                  </a:cubicBezTo>
                  <a:cubicBezTo>
                    <a:pt x="1336919" y="465624"/>
                    <a:pt x="1345418" y="467584"/>
                    <a:pt x="1354975" y="466314"/>
                  </a:cubicBezTo>
                  <a:cubicBezTo>
                    <a:pt x="1362161" y="466518"/>
                    <a:pt x="1369218" y="466138"/>
                    <a:pt x="1373952" y="458274"/>
                  </a:cubicBezTo>
                  <a:cubicBezTo>
                    <a:pt x="1374656" y="458776"/>
                    <a:pt x="1375361" y="459733"/>
                    <a:pt x="1376470" y="460172"/>
                  </a:cubicBezTo>
                  <a:cubicBezTo>
                    <a:pt x="1384189" y="461711"/>
                    <a:pt x="1393684" y="463121"/>
                    <a:pt x="1399562" y="463857"/>
                  </a:cubicBezTo>
                  <a:cubicBezTo>
                    <a:pt x="1404735" y="463550"/>
                    <a:pt x="1411012" y="462733"/>
                    <a:pt x="1414485" y="462331"/>
                  </a:cubicBezTo>
                  <a:cubicBezTo>
                    <a:pt x="1420876" y="460042"/>
                    <a:pt x="1425927" y="460152"/>
                    <a:pt x="1431251" y="460395"/>
                  </a:cubicBezTo>
                  <a:cubicBezTo>
                    <a:pt x="1437990" y="460032"/>
                    <a:pt x="1445358" y="461492"/>
                    <a:pt x="1452070" y="463187"/>
                  </a:cubicBezTo>
                  <a:cubicBezTo>
                    <a:pt x="1455289" y="464075"/>
                    <a:pt x="1457611" y="466388"/>
                    <a:pt x="1461283" y="466240"/>
                  </a:cubicBezTo>
                  <a:cubicBezTo>
                    <a:pt x="1462389" y="466272"/>
                    <a:pt x="1463611" y="465913"/>
                    <a:pt x="1465520" y="465272"/>
                  </a:cubicBezTo>
                  <a:cubicBezTo>
                    <a:pt x="1476503" y="461913"/>
                    <a:pt x="1484577" y="461820"/>
                    <a:pt x="1492727" y="460507"/>
                  </a:cubicBezTo>
                  <a:cubicBezTo>
                    <a:pt x="1504380" y="458975"/>
                    <a:pt x="1519974" y="463311"/>
                    <a:pt x="1529575" y="462555"/>
                  </a:cubicBezTo>
                  <a:cubicBezTo>
                    <a:pt x="1555618" y="462210"/>
                    <a:pt x="1585053" y="463211"/>
                    <a:pt x="1608308" y="465681"/>
                  </a:cubicBezTo>
                  <a:cubicBezTo>
                    <a:pt x="1613845" y="466131"/>
                    <a:pt x="1616808" y="465880"/>
                    <a:pt x="1621389" y="465421"/>
                  </a:cubicBezTo>
                  <a:cubicBezTo>
                    <a:pt x="1623011" y="465497"/>
                    <a:pt x="1624404" y="465086"/>
                    <a:pt x="1626302" y="465309"/>
                  </a:cubicBezTo>
                  <a:cubicBezTo>
                    <a:pt x="1640225" y="466117"/>
                    <a:pt x="1650242" y="467495"/>
                    <a:pt x="1663641" y="467208"/>
                  </a:cubicBezTo>
                  <a:cubicBezTo>
                    <a:pt x="1667933" y="467504"/>
                    <a:pt x="1670867" y="466609"/>
                    <a:pt x="1673836" y="466724"/>
                  </a:cubicBezTo>
                  <a:cubicBezTo>
                    <a:pt x="1682496" y="463972"/>
                    <a:pt x="1694429" y="466844"/>
                    <a:pt x="1703008" y="465570"/>
                  </a:cubicBezTo>
                  <a:cubicBezTo>
                    <a:pt x="1717807" y="465182"/>
                    <a:pt x="1734213" y="466778"/>
                    <a:pt x="1746796" y="466128"/>
                  </a:cubicBezTo>
                  <a:cubicBezTo>
                    <a:pt x="1752472" y="465137"/>
                    <a:pt x="1757162" y="466861"/>
                    <a:pt x="1764422" y="465793"/>
                  </a:cubicBezTo>
                  <a:cubicBezTo>
                    <a:pt x="1764758" y="465754"/>
                    <a:pt x="1765181" y="465842"/>
                    <a:pt x="1765466" y="465756"/>
                  </a:cubicBezTo>
                  <a:cubicBezTo>
                    <a:pt x="1770654" y="464766"/>
                    <a:pt x="1775692" y="466440"/>
                    <a:pt x="1781802" y="467357"/>
                  </a:cubicBezTo>
                  <a:cubicBezTo>
                    <a:pt x="1783466" y="467598"/>
                    <a:pt x="1784991" y="467232"/>
                    <a:pt x="1786408" y="466798"/>
                  </a:cubicBezTo>
                  <a:cubicBezTo>
                    <a:pt x="1792006" y="465219"/>
                    <a:pt x="1796555" y="464161"/>
                    <a:pt x="1801823" y="464379"/>
                  </a:cubicBezTo>
                  <a:cubicBezTo>
                    <a:pt x="1811383" y="462271"/>
                    <a:pt x="1819734" y="465323"/>
                    <a:pt x="1826511" y="473052"/>
                  </a:cubicBezTo>
                  <a:cubicBezTo>
                    <a:pt x="1827836" y="471120"/>
                    <a:pt x="1827598" y="463991"/>
                    <a:pt x="1832530" y="464044"/>
                  </a:cubicBezTo>
                  <a:cubicBezTo>
                    <a:pt x="1833538" y="464468"/>
                    <a:pt x="1836843" y="465681"/>
                    <a:pt x="1840084" y="467878"/>
                  </a:cubicBezTo>
                  <a:cubicBezTo>
                    <a:pt x="1842125" y="469669"/>
                    <a:pt x="1844405" y="469988"/>
                    <a:pt x="1847945" y="470334"/>
                  </a:cubicBezTo>
                  <a:cubicBezTo>
                    <a:pt x="1850620" y="470302"/>
                    <a:pt x="1852966" y="469077"/>
                    <a:pt x="1855990" y="468883"/>
                  </a:cubicBezTo>
                  <a:cubicBezTo>
                    <a:pt x="1864229" y="464708"/>
                    <a:pt x="1871652" y="465745"/>
                    <a:pt x="1880310" y="465309"/>
                  </a:cubicBezTo>
                  <a:cubicBezTo>
                    <a:pt x="1889550" y="464472"/>
                    <a:pt x="1900871" y="466343"/>
                    <a:pt x="1906902" y="467543"/>
                  </a:cubicBezTo>
                  <a:cubicBezTo>
                    <a:pt x="1912139" y="469283"/>
                    <a:pt x="1918475" y="470436"/>
                    <a:pt x="1923545" y="470521"/>
                  </a:cubicBezTo>
                  <a:cubicBezTo>
                    <a:pt x="1926131" y="470238"/>
                    <a:pt x="1927723" y="470287"/>
                    <a:pt x="1929380" y="468994"/>
                  </a:cubicBezTo>
                  <a:cubicBezTo>
                    <a:pt x="1931962" y="467078"/>
                    <a:pt x="1934457" y="466350"/>
                    <a:pt x="1937363" y="466463"/>
                  </a:cubicBezTo>
                  <a:cubicBezTo>
                    <a:pt x="1942787" y="466039"/>
                    <a:pt x="1948504" y="469829"/>
                    <a:pt x="1952533" y="470037"/>
                  </a:cubicBezTo>
                  <a:cubicBezTo>
                    <a:pt x="1954746" y="470190"/>
                    <a:pt x="1955962" y="470534"/>
                    <a:pt x="1957630" y="470186"/>
                  </a:cubicBezTo>
                  <a:cubicBezTo>
                    <a:pt x="1972466" y="468200"/>
                    <a:pt x="1980806" y="466960"/>
                    <a:pt x="1994540" y="467803"/>
                  </a:cubicBezTo>
                  <a:cubicBezTo>
                    <a:pt x="1998607" y="467987"/>
                    <a:pt x="2003735" y="468773"/>
                    <a:pt x="2008542" y="469069"/>
                  </a:cubicBezTo>
                  <a:cubicBezTo>
                    <a:pt x="2023955" y="471662"/>
                    <a:pt x="2034476" y="472639"/>
                    <a:pt x="2049260" y="474057"/>
                  </a:cubicBezTo>
                  <a:cubicBezTo>
                    <a:pt x="2054969" y="474975"/>
                    <a:pt x="2063418" y="473754"/>
                    <a:pt x="2067868" y="471972"/>
                  </a:cubicBezTo>
                  <a:cubicBezTo>
                    <a:pt x="2076133" y="470886"/>
                    <a:pt x="2081191" y="468700"/>
                    <a:pt x="2087029" y="469664"/>
                  </a:cubicBezTo>
                  <a:cubicBezTo>
                    <a:pt x="2098289" y="469441"/>
                    <a:pt x="2111547" y="471652"/>
                    <a:pt x="2125106" y="472159"/>
                  </a:cubicBezTo>
                  <a:cubicBezTo>
                    <a:pt x="2127454" y="471969"/>
                    <a:pt x="2130342" y="472013"/>
                    <a:pt x="2132660" y="471823"/>
                  </a:cubicBezTo>
                  <a:cubicBezTo>
                    <a:pt x="2139898" y="471354"/>
                    <a:pt x="2154115" y="470973"/>
                    <a:pt x="2161770" y="470744"/>
                  </a:cubicBezTo>
                  <a:cubicBezTo>
                    <a:pt x="2169526" y="467993"/>
                    <a:pt x="2186120" y="473300"/>
                    <a:pt x="2194933" y="471042"/>
                  </a:cubicBezTo>
                  <a:cubicBezTo>
                    <a:pt x="2217146" y="475237"/>
                    <a:pt x="2247885" y="465715"/>
                    <a:pt x="2270780" y="474392"/>
                  </a:cubicBezTo>
                  <a:cubicBezTo>
                    <a:pt x="2271985" y="474450"/>
                    <a:pt x="2273776" y="474433"/>
                    <a:pt x="2274772" y="474615"/>
                  </a:cubicBezTo>
                  <a:cubicBezTo>
                    <a:pt x="2280833" y="474445"/>
                    <a:pt x="2286639" y="473523"/>
                    <a:pt x="2292152" y="473461"/>
                  </a:cubicBezTo>
                  <a:cubicBezTo>
                    <a:pt x="2296504" y="473778"/>
                    <a:pt x="2301164" y="475038"/>
                    <a:pt x="2303329" y="477072"/>
                  </a:cubicBezTo>
                  <a:cubicBezTo>
                    <a:pt x="2304881" y="478844"/>
                    <a:pt x="2306983" y="479734"/>
                    <a:pt x="2308426" y="479455"/>
                  </a:cubicBezTo>
                  <a:cubicBezTo>
                    <a:pt x="2313972" y="478956"/>
                    <a:pt x="2318773" y="472762"/>
                    <a:pt x="2322552" y="473536"/>
                  </a:cubicBezTo>
                  <a:cubicBezTo>
                    <a:pt x="2324571" y="473370"/>
                    <a:pt x="2325943" y="474704"/>
                    <a:pt x="2327833" y="478785"/>
                  </a:cubicBezTo>
                  <a:cubicBezTo>
                    <a:pt x="2333144" y="474601"/>
                    <a:pt x="2336408" y="472777"/>
                    <a:pt x="2341897" y="473536"/>
                  </a:cubicBezTo>
                  <a:cubicBezTo>
                    <a:pt x="2348151" y="472458"/>
                    <a:pt x="2354681" y="474824"/>
                    <a:pt x="2362409" y="475546"/>
                  </a:cubicBezTo>
                  <a:cubicBezTo>
                    <a:pt x="2365839" y="475978"/>
                    <a:pt x="2369780" y="474778"/>
                    <a:pt x="2373341" y="472903"/>
                  </a:cubicBezTo>
                  <a:cubicBezTo>
                    <a:pt x="2374184" y="472315"/>
                    <a:pt x="2375562" y="472006"/>
                    <a:pt x="2377578" y="472121"/>
                  </a:cubicBezTo>
                  <a:cubicBezTo>
                    <a:pt x="2380609" y="472571"/>
                    <a:pt x="2383942" y="472840"/>
                    <a:pt x="2386115" y="473685"/>
                  </a:cubicBezTo>
                  <a:cubicBezTo>
                    <a:pt x="2391367" y="474451"/>
                    <a:pt x="2396535" y="475885"/>
                    <a:pt x="2401653" y="476663"/>
                  </a:cubicBezTo>
                  <a:cubicBezTo>
                    <a:pt x="2412086" y="475906"/>
                    <a:pt x="2422454" y="471148"/>
                    <a:pt x="2434325" y="473238"/>
                  </a:cubicBezTo>
                  <a:cubicBezTo>
                    <a:pt x="2435401" y="473562"/>
                    <a:pt x="2436825" y="473116"/>
                    <a:pt x="2438010" y="473387"/>
                  </a:cubicBezTo>
                  <a:cubicBezTo>
                    <a:pt x="2438995" y="473524"/>
                    <a:pt x="2439997" y="473342"/>
                    <a:pt x="2440958" y="473499"/>
                  </a:cubicBezTo>
                  <a:cubicBezTo>
                    <a:pt x="2447309" y="474007"/>
                    <a:pt x="2455465" y="470746"/>
                    <a:pt x="2464602" y="471377"/>
                  </a:cubicBezTo>
                  <a:cubicBezTo>
                    <a:pt x="2472195" y="472828"/>
                    <a:pt x="2477322" y="474062"/>
                    <a:pt x="2483088" y="478412"/>
                  </a:cubicBezTo>
                  <a:cubicBezTo>
                    <a:pt x="2484668" y="479580"/>
                    <a:pt x="2486780" y="480704"/>
                    <a:pt x="2488983" y="481279"/>
                  </a:cubicBezTo>
                  <a:cubicBezTo>
                    <a:pt x="2490773" y="481398"/>
                    <a:pt x="2492270" y="480066"/>
                    <a:pt x="2492238" y="475136"/>
                  </a:cubicBezTo>
                  <a:cubicBezTo>
                    <a:pt x="2492001" y="473317"/>
                    <a:pt x="2494466" y="472763"/>
                    <a:pt x="2497151" y="472940"/>
                  </a:cubicBezTo>
                  <a:cubicBezTo>
                    <a:pt x="2499088" y="472660"/>
                    <a:pt x="2500769" y="473079"/>
                    <a:pt x="2502003" y="473461"/>
                  </a:cubicBezTo>
                  <a:cubicBezTo>
                    <a:pt x="2511500" y="475054"/>
                    <a:pt x="2518433" y="475908"/>
                    <a:pt x="2524173" y="476328"/>
                  </a:cubicBezTo>
                  <a:cubicBezTo>
                    <a:pt x="2530075" y="478096"/>
                    <a:pt x="2536340" y="474741"/>
                    <a:pt x="2544686" y="472977"/>
                  </a:cubicBezTo>
                  <a:cubicBezTo>
                    <a:pt x="2545547" y="472702"/>
                    <a:pt x="2546204" y="472497"/>
                    <a:pt x="2547019" y="472531"/>
                  </a:cubicBezTo>
                  <a:cubicBezTo>
                    <a:pt x="2551854" y="472309"/>
                    <a:pt x="2553521" y="478523"/>
                    <a:pt x="2555126" y="478673"/>
                  </a:cubicBezTo>
                  <a:cubicBezTo>
                    <a:pt x="2555489" y="478596"/>
                    <a:pt x="2555714" y="478297"/>
                    <a:pt x="2555986" y="477407"/>
                  </a:cubicBezTo>
                  <a:cubicBezTo>
                    <a:pt x="2557114" y="472467"/>
                    <a:pt x="2560316" y="471641"/>
                    <a:pt x="2562189" y="471340"/>
                  </a:cubicBezTo>
                  <a:cubicBezTo>
                    <a:pt x="2565668" y="471306"/>
                    <a:pt x="2568808" y="474116"/>
                    <a:pt x="2571646" y="473387"/>
                  </a:cubicBezTo>
                  <a:cubicBezTo>
                    <a:pt x="2572007" y="473353"/>
                    <a:pt x="2572425" y="473391"/>
                    <a:pt x="2572813" y="473275"/>
                  </a:cubicBezTo>
                  <a:cubicBezTo>
                    <a:pt x="2575682" y="472399"/>
                    <a:pt x="2578104" y="472039"/>
                    <a:pt x="2580797" y="472494"/>
                  </a:cubicBezTo>
                  <a:cubicBezTo>
                    <a:pt x="2588403" y="472761"/>
                    <a:pt x="2594629" y="475973"/>
                    <a:pt x="2603213" y="474318"/>
                  </a:cubicBezTo>
                  <a:cubicBezTo>
                    <a:pt x="2604103" y="474323"/>
                    <a:pt x="2605119" y="474260"/>
                    <a:pt x="2605793" y="474243"/>
                  </a:cubicBezTo>
                  <a:cubicBezTo>
                    <a:pt x="2616433" y="474324"/>
                    <a:pt x="2627854" y="471464"/>
                    <a:pt x="2640676" y="470856"/>
                  </a:cubicBezTo>
                  <a:cubicBezTo>
                    <a:pt x="2642408" y="471138"/>
                    <a:pt x="2644717" y="471127"/>
                    <a:pt x="2646879" y="471153"/>
                  </a:cubicBezTo>
                  <a:cubicBezTo>
                    <a:pt x="2657169" y="471551"/>
                    <a:pt x="2671400" y="474151"/>
                    <a:pt x="2683236" y="473536"/>
                  </a:cubicBezTo>
                  <a:cubicBezTo>
                    <a:pt x="2690424" y="472068"/>
                    <a:pt x="2697573" y="474369"/>
                    <a:pt x="2702888" y="471935"/>
                  </a:cubicBezTo>
                  <a:cubicBezTo>
                    <a:pt x="2715233" y="471846"/>
                    <a:pt x="2730492" y="469952"/>
                    <a:pt x="2743605" y="468771"/>
                  </a:cubicBezTo>
                  <a:cubicBezTo>
                    <a:pt x="2750887" y="468305"/>
                    <a:pt x="2758207" y="470295"/>
                    <a:pt x="2763381" y="468883"/>
                  </a:cubicBezTo>
                  <a:cubicBezTo>
                    <a:pt x="2768199" y="469903"/>
                    <a:pt x="2775513" y="469770"/>
                    <a:pt x="2781805" y="468436"/>
                  </a:cubicBezTo>
                  <a:cubicBezTo>
                    <a:pt x="2799907" y="463504"/>
                    <a:pt x="2820876" y="462549"/>
                    <a:pt x="2839595" y="463597"/>
                  </a:cubicBezTo>
                  <a:cubicBezTo>
                    <a:pt x="2844853" y="462777"/>
                    <a:pt x="2851297" y="464686"/>
                    <a:pt x="2857037" y="464751"/>
                  </a:cubicBezTo>
                  <a:cubicBezTo>
                    <a:pt x="2857615" y="464737"/>
                    <a:pt x="2858113" y="464859"/>
                    <a:pt x="2858695" y="464862"/>
                  </a:cubicBezTo>
                  <a:cubicBezTo>
                    <a:pt x="2862492" y="465001"/>
                    <a:pt x="2863924" y="463040"/>
                    <a:pt x="2867232" y="461959"/>
                  </a:cubicBezTo>
                  <a:cubicBezTo>
                    <a:pt x="2871378" y="461109"/>
                    <a:pt x="2876694" y="460025"/>
                    <a:pt x="2880067" y="459800"/>
                  </a:cubicBezTo>
                  <a:cubicBezTo>
                    <a:pt x="2886530" y="459763"/>
                    <a:pt x="2890535" y="461003"/>
                    <a:pt x="2895605" y="462406"/>
                  </a:cubicBezTo>
                  <a:cubicBezTo>
                    <a:pt x="2898082" y="462726"/>
                    <a:pt x="2901684" y="464681"/>
                    <a:pt x="2904080" y="465495"/>
                  </a:cubicBezTo>
                  <a:cubicBezTo>
                    <a:pt x="2906257" y="460590"/>
                    <a:pt x="2908306" y="458992"/>
                    <a:pt x="2909976" y="458906"/>
                  </a:cubicBezTo>
                  <a:cubicBezTo>
                    <a:pt x="2912931" y="458997"/>
                    <a:pt x="2915336" y="462577"/>
                    <a:pt x="2921460" y="463708"/>
                  </a:cubicBezTo>
                  <a:cubicBezTo>
                    <a:pt x="2924069" y="464587"/>
                    <a:pt x="2928338" y="465749"/>
                    <a:pt x="2932330" y="465309"/>
                  </a:cubicBezTo>
                  <a:cubicBezTo>
                    <a:pt x="2945225" y="467136"/>
                    <a:pt x="2959605" y="463223"/>
                    <a:pt x="2968135" y="459428"/>
                  </a:cubicBezTo>
                  <a:cubicBezTo>
                    <a:pt x="2992243" y="453197"/>
                    <a:pt x="3019603" y="453946"/>
                    <a:pt x="3038147" y="456226"/>
                  </a:cubicBezTo>
                  <a:cubicBezTo>
                    <a:pt x="3040200" y="456250"/>
                    <a:pt x="3041635" y="456027"/>
                    <a:pt x="3043060" y="456115"/>
                  </a:cubicBezTo>
                  <a:cubicBezTo>
                    <a:pt x="3057020" y="455762"/>
                    <a:pt x="3071863" y="459282"/>
                    <a:pt x="3084944" y="458534"/>
                  </a:cubicBezTo>
                  <a:cubicBezTo>
                    <a:pt x="3086015" y="458469"/>
                    <a:pt x="3086998" y="458647"/>
                    <a:pt x="3087831" y="458497"/>
                  </a:cubicBezTo>
                  <a:cubicBezTo>
                    <a:pt x="3098936" y="456542"/>
                    <a:pt x="3107322" y="459370"/>
                    <a:pt x="3113379" y="457901"/>
                  </a:cubicBezTo>
                  <a:cubicBezTo>
                    <a:pt x="3129865" y="457100"/>
                    <a:pt x="3139509" y="459466"/>
                    <a:pt x="3161773" y="467021"/>
                  </a:cubicBezTo>
                  <a:cubicBezTo>
                    <a:pt x="3162808" y="467374"/>
                    <a:pt x="3163881" y="467223"/>
                    <a:pt x="3165396" y="467319"/>
                  </a:cubicBezTo>
                  <a:cubicBezTo>
                    <a:pt x="3165273" y="461205"/>
                    <a:pt x="3167057" y="459635"/>
                    <a:pt x="3169327" y="459577"/>
                  </a:cubicBezTo>
                  <a:cubicBezTo>
                    <a:pt x="3172434" y="459965"/>
                    <a:pt x="3177707" y="464209"/>
                    <a:pt x="3181241" y="463895"/>
                  </a:cubicBezTo>
                  <a:cubicBezTo>
                    <a:pt x="3181708" y="463785"/>
                    <a:pt x="3182157" y="463798"/>
                    <a:pt x="3182531" y="463634"/>
                  </a:cubicBezTo>
                  <a:cubicBezTo>
                    <a:pt x="3188264" y="461570"/>
                    <a:pt x="3192480" y="459569"/>
                    <a:pt x="3190883" y="452504"/>
                  </a:cubicBezTo>
                  <a:cubicBezTo>
                    <a:pt x="3185272" y="435811"/>
                    <a:pt x="3174526" y="421751"/>
                    <a:pt x="3162940" y="409472"/>
                  </a:cubicBezTo>
                  <a:cubicBezTo>
                    <a:pt x="3123960" y="377550"/>
                    <a:pt x="3102644" y="358479"/>
                    <a:pt x="3077820" y="323892"/>
                  </a:cubicBezTo>
                  <a:cubicBezTo>
                    <a:pt x="3058632" y="303647"/>
                    <a:pt x="3038982" y="290669"/>
                    <a:pt x="3021012" y="269954"/>
                  </a:cubicBezTo>
                  <a:cubicBezTo>
                    <a:pt x="3009437" y="262523"/>
                    <a:pt x="3004193" y="232835"/>
                    <a:pt x="3012230" y="231128"/>
                  </a:cubicBezTo>
                  <a:cubicBezTo>
                    <a:pt x="3037732" y="221428"/>
                    <a:pt x="3042854" y="197498"/>
                    <a:pt x="3060747" y="185007"/>
                  </a:cubicBezTo>
                  <a:cubicBezTo>
                    <a:pt x="3076303" y="177621"/>
                    <a:pt x="3083714" y="155772"/>
                    <a:pt x="3100543" y="145995"/>
                  </a:cubicBezTo>
                  <a:cubicBezTo>
                    <a:pt x="3104284" y="143220"/>
                    <a:pt x="3104944" y="140269"/>
                    <a:pt x="3108281" y="137955"/>
                  </a:cubicBezTo>
                  <a:cubicBezTo>
                    <a:pt x="3121249" y="126172"/>
                    <a:pt x="3120084" y="106748"/>
                    <a:pt x="3140339" y="99390"/>
                  </a:cubicBezTo>
                  <a:cubicBezTo>
                    <a:pt x="3145906" y="95588"/>
                    <a:pt x="3156024" y="94239"/>
                    <a:pt x="3153973" y="86100"/>
                  </a:cubicBezTo>
                  <a:cubicBezTo>
                    <a:pt x="3153483" y="77090"/>
                    <a:pt x="3161259" y="68657"/>
                    <a:pt x="3171599" y="68009"/>
                  </a:cubicBezTo>
                  <a:cubicBezTo>
                    <a:pt x="3176578" y="66544"/>
                    <a:pt x="3173037" y="65120"/>
                    <a:pt x="3171906" y="64138"/>
                  </a:cubicBezTo>
                  <a:cubicBezTo>
                    <a:pt x="3166926" y="59283"/>
                    <a:pt x="3176981" y="58378"/>
                    <a:pt x="3175652" y="54348"/>
                  </a:cubicBezTo>
                  <a:lnTo>
                    <a:pt x="3175652" y="54348"/>
                  </a:lnTo>
                  <a:cubicBezTo>
                    <a:pt x="3175676" y="54342"/>
                    <a:pt x="3175686" y="54348"/>
                    <a:pt x="3175714" y="54348"/>
                  </a:cubicBezTo>
                  <a:cubicBezTo>
                    <a:pt x="3189018" y="54081"/>
                    <a:pt x="3190380" y="45386"/>
                    <a:pt x="3195121" y="38602"/>
                  </a:cubicBezTo>
                  <a:cubicBezTo>
                    <a:pt x="3199155" y="30419"/>
                    <a:pt x="3193593" y="16346"/>
                    <a:pt x="3183268" y="17383"/>
                  </a:cubicBezTo>
                  <a:cubicBezTo>
                    <a:pt x="3182797" y="17513"/>
                    <a:pt x="3182098" y="17313"/>
                    <a:pt x="3181548" y="17532"/>
                  </a:cubicBezTo>
                  <a:cubicBezTo>
                    <a:pt x="3178667" y="18388"/>
                    <a:pt x="3176864" y="18437"/>
                    <a:pt x="3173564" y="18240"/>
                  </a:cubicBezTo>
                  <a:cubicBezTo>
                    <a:pt x="3161081" y="17948"/>
                    <a:pt x="3146594" y="13971"/>
                    <a:pt x="3131005" y="11725"/>
                  </a:cubicBezTo>
                  <a:cubicBezTo>
                    <a:pt x="3130540" y="11732"/>
                    <a:pt x="3130177" y="11638"/>
                    <a:pt x="3129838" y="11725"/>
                  </a:cubicBezTo>
                  <a:cubicBezTo>
                    <a:pt x="3098098" y="13692"/>
                    <a:pt x="3069240" y="10495"/>
                    <a:pt x="3037778" y="13028"/>
                  </a:cubicBezTo>
                  <a:cubicBezTo>
                    <a:pt x="3016100" y="18918"/>
                    <a:pt x="2976854" y="4970"/>
                    <a:pt x="2940744" y="13996"/>
                  </a:cubicBezTo>
                  <a:cubicBezTo>
                    <a:pt x="2913613" y="11299"/>
                    <a:pt x="2883697" y="14938"/>
                    <a:pt x="2857467" y="11316"/>
                  </a:cubicBezTo>
                  <a:cubicBezTo>
                    <a:pt x="2848237" y="10598"/>
                    <a:pt x="2841158" y="9023"/>
                    <a:pt x="2834375" y="10609"/>
                  </a:cubicBezTo>
                  <a:cubicBezTo>
                    <a:pt x="2825481" y="11496"/>
                    <a:pt x="2817358" y="8924"/>
                    <a:pt x="2811959" y="10720"/>
                  </a:cubicBezTo>
                  <a:cubicBezTo>
                    <a:pt x="2806134" y="9527"/>
                    <a:pt x="2801242" y="9527"/>
                    <a:pt x="2795377" y="10422"/>
                  </a:cubicBezTo>
                  <a:cubicBezTo>
                    <a:pt x="2767720" y="9486"/>
                    <a:pt x="2742337" y="7213"/>
                    <a:pt x="2715785" y="5434"/>
                  </a:cubicBezTo>
                  <a:cubicBezTo>
                    <a:pt x="2698710" y="5610"/>
                    <a:pt x="2680529" y="41"/>
                    <a:pt x="2659653" y="2605"/>
                  </a:cubicBezTo>
                  <a:cubicBezTo>
                    <a:pt x="2653113" y="1324"/>
                    <a:pt x="2648900" y="3779"/>
                    <a:pt x="2643194" y="3275"/>
                  </a:cubicBezTo>
                  <a:cubicBezTo>
                    <a:pt x="2640929" y="3134"/>
                    <a:pt x="2637091" y="3728"/>
                    <a:pt x="2634411" y="3610"/>
                  </a:cubicBezTo>
                  <a:cubicBezTo>
                    <a:pt x="2622365" y="7054"/>
                    <a:pt x="2604315" y="3503"/>
                    <a:pt x="2593510" y="781"/>
                  </a:cubicBezTo>
                  <a:cubicBezTo>
                    <a:pt x="2586605" y="-267"/>
                    <a:pt x="2575561" y="1393"/>
                    <a:pt x="2566918" y="0"/>
                  </a:cubicBezTo>
                  <a:close/>
                </a:path>
                <a:path w="3201324" h="489878" stroke="0" extrusionOk="0">
                  <a:moveTo>
                    <a:pt x="2566918" y="0"/>
                  </a:moveTo>
                  <a:cubicBezTo>
                    <a:pt x="2563074" y="-55"/>
                    <a:pt x="2559408" y="885"/>
                    <a:pt x="2556232" y="409"/>
                  </a:cubicBezTo>
                  <a:cubicBezTo>
                    <a:pt x="2551693" y="1769"/>
                    <a:pt x="2544125" y="1225"/>
                    <a:pt x="2538237" y="1116"/>
                  </a:cubicBezTo>
                  <a:cubicBezTo>
                    <a:pt x="2530770" y="609"/>
                    <a:pt x="2522300" y="2825"/>
                    <a:pt x="2514102" y="856"/>
                  </a:cubicBezTo>
                  <a:cubicBezTo>
                    <a:pt x="2509485" y="374"/>
                    <a:pt x="2505814" y="974"/>
                    <a:pt x="2501328" y="1191"/>
                  </a:cubicBezTo>
                  <a:cubicBezTo>
                    <a:pt x="2493386" y="3509"/>
                    <a:pt x="2484656" y="893"/>
                    <a:pt x="2478113" y="1786"/>
                  </a:cubicBezTo>
                  <a:cubicBezTo>
                    <a:pt x="2461858" y="1112"/>
                    <a:pt x="2447893" y="426"/>
                    <a:pt x="2428920" y="1116"/>
                  </a:cubicBezTo>
                  <a:cubicBezTo>
                    <a:pt x="2418386" y="-1160"/>
                    <a:pt x="2403773" y="1712"/>
                    <a:pt x="2394713" y="2568"/>
                  </a:cubicBezTo>
                  <a:cubicBezTo>
                    <a:pt x="2386387" y="2727"/>
                    <a:pt x="2371879" y="2955"/>
                    <a:pt x="2362778" y="3834"/>
                  </a:cubicBezTo>
                  <a:cubicBezTo>
                    <a:pt x="2356695" y="4716"/>
                    <a:pt x="2352610" y="2738"/>
                    <a:pt x="2345029" y="3759"/>
                  </a:cubicBezTo>
                  <a:cubicBezTo>
                    <a:pt x="2324037" y="4441"/>
                    <a:pt x="2314998" y="727"/>
                    <a:pt x="2296266" y="7482"/>
                  </a:cubicBezTo>
                  <a:cubicBezTo>
                    <a:pt x="2294161" y="7716"/>
                    <a:pt x="2292561" y="7628"/>
                    <a:pt x="2290801" y="8003"/>
                  </a:cubicBezTo>
                  <a:cubicBezTo>
                    <a:pt x="2284450" y="6370"/>
                    <a:pt x="2277756" y="6703"/>
                    <a:pt x="2271824" y="6030"/>
                  </a:cubicBezTo>
                  <a:cubicBezTo>
                    <a:pt x="2270183" y="5905"/>
                    <a:pt x="2268912" y="6148"/>
                    <a:pt x="2267463" y="6439"/>
                  </a:cubicBezTo>
                  <a:cubicBezTo>
                    <a:pt x="2260963" y="8941"/>
                    <a:pt x="2252105" y="10202"/>
                    <a:pt x="2244003" y="9603"/>
                  </a:cubicBezTo>
                  <a:cubicBezTo>
                    <a:pt x="2241421" y="9698"/>
                    <a:pt x="2238098" y="9360"/>
                    <a:pt x="2236019" y="8896"/>
                  </a:cubicBezTo>
                  <a:cubicBezTo>
                    <a:pt x="2227222" y="6631"/>
                    <a:pt x="2218553" y="5929"/>
                    <a:pt x="2209120" y="6514"/>
                  </a:cubicBezTo>
                  <a:cubicBezTo>
                    <a:pt x="2190526" y="12155"/>
                    <a:pt x="2170524" y="10652"/>
                    <a:pt x="2151882" y="9306"/>
                  </a:cubicBezTo>
                  <a:cubicBezTo>
                    <a:pt x="2147796" y="9203"/>
                    <a:pt x="2143621" y="8932"/>
                    <a:pt x="2140828" y="8933"/>
                  </a:cubicBezTo>
                  <a:cubicBezTo>
                    <a:pt x="2133353" y="8296"/>
                    <a:pt x="2126829" y="8070"/>
                    <a:pt x="2118903" y="8301"/>
                  </a:cubicBezTo>
                  <a:cubicBezTo>
                    <a:pt x="2102814" y="10651"/>
                    <a:pt x="2089753" y="5582"/>
                    <a:pt x="2070509" y="9120"/>
                  </a:cubicBezTo>
                  <a:cubicBezTo>
                    <a:pt x="2070368" y="9128"/>
                    <a:pt x="2070183" y="9119"/>
                    <a:pt x="2070017" y="9120"/>
                  </a:cubicBezTo>
                  <a:cubicBezTo>
                    <a:pt x="2047830" y="7629"/>
                    <a:pt x="2033088" y="10203"/>
                    <a:pt x="2015850" y="7296"/>
                  </a:cubicBezTo>
                  <a:cubicBezTo>
                    <a:pt x="2009521" y="7660"/>
                    <a:pt x="2003557" y="7402"/>
                    <a:pt x="1997181" y="8077"/>
                  </a:cubicBezTo>
                  <a:cubicBezTo>
                    <a:pt x="1990869" y="7857"/>
                    <a:pt x="1980073" y="7614"/>
                    <a:pt x="1972861" y="9678"/>
                  </a:cubicBezTo>
                  <a:cubicBezTo>
                    <a:pt x="1969825" y="9595"/>
                    <a:pt x="1966745" y="9273"/>
                    <a:pt x="1963833" y="9231"/>
                  </a:cubicBezTo>
                  <a:cubicBezTo>
                    <a:pt x="1959640" y="8382"/>
                    <a:pt x="1953795" y="8170"/>
                    <a:pt x="1948725" y="8524"/>
                  </a:cubicBezTo>
                  <a:cubicBezTo>
                    <a:pt x="1937803" y="8093"/>
                    <a:pt x="1930320" y="8571"/>
                    <a:pt x="1921334" y="9082"/>
                  </a:cubicBezTo>
                  <a:cubicBezTo>
                    <a:pt x="1914713" y="7808"/>
                    <a:pt x="1907298" y="7683"/>
                    <a:pt x="1900699" y="7593"/>
                  </a:cubicBezTo>
                  <a:cubicBezTo>
                    <a:pt x="1893297" y="7121"/>
                    <a:pt x="1888538" y="5809"/>
                    <a:pt x="1880371" y="6030"/>
                  </a:cubicBezTo>
                  <a:cubicBezTo>
                    <a:pt x="1867702" y="8824"/>
                    <a:pt x="1849267" y="7797"/>
                    <a:pt x="1835662" y="7928"/>
                  </a:cubicBezTo>
                  <a:cubicBezTo>
                    <a:pt x="1832524" y="8666"/>
                    <a:pt x="1829179" y="8052"/>
                    <a:pt x="1825897" y="7631"/>
                  </a:cubicBezTo>
                  <a:cubicBezTo>
                    <a:pt x="1811591" y="7339"/>
                    <a:pt x="1799850" y="3829"/>
                    <a:pt x="1787636" y="4541"/>
                  </a:cubicBezTo>
                  <a:cubicBezTo>
                    <a:pt x="1786014" y="4308"/>
                    <a:pt x="1784281" y="4450"/>
                    <a:pt x="1783030" y="4690"/>
                  </a:cubicBezTo>
                  <a:cubicBezTo>
                    <a:pt x="1772894" y="4043"/>
                    <a:pt x="1766845" y="5084"/>
                    <a:pt x="1758219" y="5397"/>
                  </a:cubicBezTo>
                  <a:cubicBezTo>
                    <a:pt x="1734894" y="1775"/>
                    <a:pt x="1718917" y="5339"/>
                    <a:pt x="1699139" y="4318"/>
                  </a:cubicBezTo>
                  <a:cubicBezTo>
                    <a:pt x="1695635" y="4062"/>
                    <a:pt x="1691749" y="3799"/>
                    <a:pt x="1687716" y="4466"/>
                  </a:cubicBezTo>
                  <a:cubicBezTo>
                    <a:pt x="1685131" y="4169"/>
                    <a:pt x="1681011" y="4754"/>
                    <a:pt x="1678749" y="4578"/>
                  </a:cubicBezTo>
                  <a:cubicBezTo>
                    <a:pt x="1657869" y="7220"/>
                    <a:pt x="1631741" y="5572"/>
                    <a:pt x="1602965" y="2010"/>
                  </a:cubicBezTo>
                  <a:cubicBezTo>
                    <a:pt x="1598456" y="1946"/>
                    <a:pt x="1592029" y="1737"/>
                    <a:pt x="1586199" y="2456"/>
                  </a:cubicBezTo>
                  <a:cubicBezTo>
                    <a:pt x="1545836" y="9103"/>
                    <a:pt x="1491988" y="5894"/>
                    <a:pt x="1460976" y="6216"/>
                  </a:cubicBezTo>
                  <a:cubicBezTo>
                    <a:pt x="1447499" y="9916"/>
                    <a:pt x="1436746" y="3165"/>
                    <a:pt x="1429163" y="6402"/>
                  </a:cubicBezTo>
                  <a:cubicBezTo>
                    <a:pt x="1413145" y="8678"/>
                    <a:pt x="1402316" y="5863"/>
                    <a:pt x="1389735" y="5211"/>
                  </a:cubicBezTo>
                  <a:cubicBezTo>
                    <a:pt x="1388548" y="5145"/>
                    <a:pt x="1387560" y="5128"/>
                    <a:pt x="1386480" y="5099"/>
                  </a:cubicBezTo>
                  <a:cubicBezTo>
                    <a:pt x="1375324" y="6878"/>
                    <a:pt x="1366714" y="8953"/>
                    <a:pt x="1354300" y="9045"/>
                  </a:cubicBezTo>
                  <a:cubicBezTo>
                    <a:pt x="1352415" y="9293"/>
                    <a:pt x="1350684" y="8937"/>
                    <a:pt x="1349018" y="8673"/>
                  </a:cubicBezTo>
                  <a:cubicBezTo>
                    <a:pt x="1335457" y="8579"/>
                    <a:pt x="1326134" y="6755"/>
                    <a:pt x="1313705" y="6477"/>
                  </a:cubicBezTo>
                  <a:cubicBezTo>
                    <a:pt x="1294545" y="2434"/>
                    <a:pt x="1279550" y="7705"/>
                    <a:pt x="1253642" y="8636"/>
                  </a:cubicBezTo>
                  <a:cubicBezTo>
                    <a:pt x="1248592" y="8813"/>
                    <a:pt x="1239521" y="10405"/>
                    <a:pt x="1233191" y="8896"/>
                  </a:cubicBezTo>
                  <a:cubicBezTo>
                    <a:pt x="1210285" y="13279"/>
                    <a:pt x="1200693" y="8030"/>
                    <a:pt x="1180560" y="8450"/>
                  </a:cubicBezTo>
                  <a:cubicBezTo>
                    <a:pt x="1169246" y="8910"/>
                    <a:pt x="1151089" y="11426"/>
                    <a:pt x="1135113" y="9939"/>
                  </a:cubicBezTo>
                  <a:cubicBezTo>
                    <a:pt x="1125021" y="9140"/>
                    <a:pt x="1116918" y="12593"/>
                    <a:pt x="1105205" y="10944"/>
                  </a:cubicBezTo>
                  <a:cubicBezTo>
                    <a:pt x="1093297" y="10221"/>
                    <a:pt x="1077077" y="10130"/>
                    <a:pt x="1062092" y="10497"/>
                  </a:cubicBezTo>
                  <a:cubicBezTo>
                    <a:pt x="1053500" y="12491"/>
                    <a:pt x="1043330" y="8655"/>
                    <a:pt x="1034456" y="11316"/>
                  </a:cubicBezTo>
                  <a:cubicBezTo>
                    <a:pt x="991820" y="18496"/>
                    <a:pt x="935004" y="13235"/>
                    <a:pt x="883439" y="19989"/>
                  </a:cubicBezTo>
                  <a:cubicBezTo>
                    <a:pt x="819251" y="21884"/>
                    <a:pt x="768537" y="21964"/>
                    <a:pt x="718604" y="27174"/>
                  </a:cubicBezTo>
                  <a:cubicBezTo>
                    <a:pt x="709039" y="28283"/>
                    <a:pt x="697012" y="28400"/>
                    <a:pt x="682493" y="28030"/>
                  </a:cubicBezTo>
                  <a:cubicBezTo>
                    <a:pt x="673516" y="29845"/>
                    <a:pt x="658329" y="27641"/>
                    <a:pt x="642819" y="27806"/>
                  </a:cubicBezTo>
                  <a:cubicBezTo>
                    <a:pt x="632458" y="27322"/>
                    <a:pt x="620118" y="29105"/>
                    <a:pt x="610822" y="28439"/>
                  </a:cubicBezTo>
                  <a:cubicBezTo>
                    <a:pt x="587764" y="28644"/>
                    <a:pt x="566120" y="30361"/>
                    <a:pt x="548917" y="29705"/>
                  </a:cubicBezTo>
                  <a:cubicBezTo>
                    <a:pt x="521189" y="35164"/>
                    <a:pt x="505979" y="29361"/>
                    <a:pt x="478475" y="29370"/>
                  </a:cubicBezTo>
                  <a:cubicBezTo>
                    <a:pt x="472004" y="30167"/>
                    <a:pt x="464989" y="28892"/>
                    <a:pt x="458086" y="29444"/>
                  </a:cubicBezTo>
                  <a:cubicBezTo>
                    <a:pt x="457644" y="29455"/>
                    <a:pt x="457242" y="29412"/>
                    <a:pt x="456919" y="29444"/>
                  </a:cubicBezTo>
                  <a:cubicBezTo>
                    <a:pt x="445403" y="28156"/>
                    <a:pt x="426095" y="26924"/>
                    <a:pt x="416263" y="26057"/>
                  </a:cubicBezTo>
                  <a:cubicBezTo>
                    <a:pt x="362218" y="34404"/>
                    <a:pt x="336788" y="15925"/>
                    <a:pt x="300866" y="24270"/>
                  </a:cubicBezTo>
                  <a:cubicBezTo>
                    <a:pt x="284751" y="24024"/>
                    <a:pt x="258237" y="21677"/>
                    <a:pt x="245041" y="22967"/>
                  </a:cubicBezTo>
                  <a:cubicBezTo>
                    <a:pt x="237000" y="24937"/>
                    <a:pt x="228733" y="20454"/>
                    <a:pt x="218019" y="23042"/>
                  </a:cubicBezTo>
                  <a:cubicBezTo>
                    <a:pt x="203864" y="25543"/>
                    <a:pt x="196095" y="22269"/>
                    <a:pt x="181662" y="22595"/>
                  </a:cubicBezTo>
                  <a:cubicBezTo>
                    <a:pt x="174199" y="21155"/>
                    <a:pt x="160427" y="22585"/>
                    <a:pt x="153166" y="22148"/>
                  </a:cubicBezTo>
                  <a:cubicBezTo>
                    <a:pt x="120326" y="27254"/>
                    <a:pt x="70549" y="24302"/>
                    <a:pt x="32549" y="28328"/>
                  </a:cubicBezTo>
                  <a:cubicBezTo>
                    <a:pt x="20075" y="31872"/>
                    <a:pt x="8511" y="34772"/>
                    <a:pt x="2886" y="41505"/>
                  </a:cubicBezTo>
                  <a:cubicBezTo>
                    <a:pt x="-305" y="47037"/>
                    <a:pt x="4100" y="56538"/>
                    <a:pt x="13818" y="64063"/>
                  </a:cubicBezTo>
                  <a:cubicBezTo>
                    <a:pt x="23541" y="70594"/>
                    <a:pt x="30341" y="78040"/>
                    <a:pt x="39857" y="87924"/>
                  </a:cubicBezTo>
                  <a:cubicBezTo>
                    <a:pt x="66017" y="110563"/>
                    <a:pt x="78842" y="127301"/>
                    <a:pt x="107781" y="148638"/>
                  </a:cubicBezTo>
                  <a:cubicBezTo>
                    <a:pt x="139244" y="176851"/>
                    <a:pt x="167979" y="189580"/>
                    <a:pt x="191734" y="213074"/>
                  </a:cubicBezTo>
                  <a:cubicBezTo>
                    <a:pt x="216928" y="234979"/>
                    <a:pt x="205620" y="262130"/>
                    <a:pt x="185899" y="280972"/>
                  </a:cubicBezTo>
                  <a:cubicBezTo>
                    <a:pt x="158203" y="303550"/>
                    <a:pt x="148564" y="329666"/>
                    <a:pt x="125959" y="346674"/>
                  </a:cubicBezTo>
                  <a:cubicBezTo>
                    <a:pt x="113328" y="372037"/>
                    <a:pt x="80251" y="389389"/>
                    <a:pt x="70441" y="414460"/>
                  </a:cubicBezTo>
                  <a:cubicBezTo>
                    <a:pt x="59437" y="433758"/>
                    <a:pt x="41618" y="457414"/>
                    <a:pt x="20573" y="473647"/>
                  </a:cubicBezTo>
                  <a:cubicBezTo>
                    <a:pt x="17242" y="477131"/>
                    <a:pt x="23604" y="489768"/>
                    <a:pt x="28311" y="489878"/>
                  </a:cubicBezTo>
                  <a:cubicBezTo>
                    <a:pt x="28700" y="489831"/>
                    <a:pt x="29064" y="489784"/>
                    <a:pt x="29355" y="489654"/>
                  </a:cubicBezTo>
                  <a:cubicBezTo>
                    <a:pt x="39314" y="483589"/>
                    <a:pt x="49582" y="488914"/>
                    <a:pt x="60676" y="484740"/>
                  </a:cubicBezTo>
                  <a:cubicBezTo>
                    <a:pt x="75192" y="482162"/>
                    <a:pt x="93160" y="482829"/>
                    <a:pt x="109071" y="480497"/>
                  </a:cubicBezTo>
                  <a:cubicBezTo>
                    <a:pt x="109169" y="480486"/>
                    <a:pt x="109332" y="480539"/>
                    <a:pt x="109439" y="480497"/>
                  </a:cubicBezTo>
                  <a:cubicBezTo>
                    <a:pt x="112942" y="480489"/>
                    <a:pt x="109986" y="485999"/>
                    <a:pt x="113677" y="486192"/>
                  </a:cubicBezTo>
                  <a:cubicBezTo>
                    <a:pt x="114395" y="486091"/>
                    <a:pt x="115501" y="485991"/>
                    <a:pt x="116563" y="485299"/>
                  </a:cubicBezTo>
                  <a:cubicBezTo>
                    <a:pt x="124975" y="481620"/>
                    <a:pt x="134034" y="479527"/>
                    <a:pt x="144015" y="480236"/>
                  </a:cubicBezTo>
                  <a:cubicBezTo>
                    <a:pt x="149781" y="478810"/>
                    <a:pt x="159660" y="481260"/>
                    <a:pt x="166615" y="480795"/>
                  </a:cubicBezTo>
                  <a:cubicBezTo>
                    <a:pt x="174474" y="482553"/>
                    <a:pt x="184136" y="479381"/>
                    <a:pt x="190751" y="477333"/>
                  </a:cubicBezTo>
                  <a:cubicBezTo>
                    <a:pt x="191361" y="477294"/>
                    <a:pt x="191840" y="477124"/>
                    <a:pt x="192839" y="477109"/>
                  </a:cubicBezTo>
                  <a:cubicBezTo>
                    <a:pt x="193794" y="476855"/>
                    <a:pt x="194786" y="477092"/>
                    <a:pt x="196033" y="477184"/>
                  </a:cubicBezTo>
                  <a:cubicBezTo>
                    <a:pt x="198354" y="477017"/>
                    <a:pt x="203749" y="476616"/>
                    <a:pt x="206412" y="473834"/>
                  </a:cubicBezTo>
                  <a:cubicBezTo>
                    <a:pt x="206504" y="473716"/>
                    <a:pt x="206648" y="473705"/>
                    <a:pt x="206903" y="473722"/>
                  </a:cubicBezTo>
                  <a:cubicBezTo>
                    <a:pt x="207358" y="473735"/>
                    <a:pt x="207899" y="473839"/>
                    <a:pt x="208131" y="474020"/>
                  </a:cubicBezTo>
                  <a:cubicBezTo>
                    <a:pt x="211386" y="476894"/>
                    <a:pt x="214144" y="476701"/>
                    <a:pt x="217282" y="477072"/>
                  </a:cubicBezTo>
                  <a:cubicBezTo>
                    <a:pt x="221192" y="476905"/>
                    <a:pt x="227566" y="474495"/>
                    <a:pt x="232083" y="474913"/>
                  </a:cubicBezTo>
                  <a:cubicBezTo>
                    <a:pt x="232210" y="474897"/>
                    <a:pt x="232282" y="474925"/>
                    <a:pt x="232390" y="474913"/>
                  </a:cubicBezTo>
                  <a:cubicBezTo>
                    <a:pt x="235634" y="474563"/>
                    <a:pt x="239385" y="474322"/>
                    <a:pt x="243751" y="475025"/>
                  </a:cubicBezTo>
                  <a:cubicBezTo>
                    <a:pt x="261511" y="478479"/>
                    <a:pt x="277457" y="478541"/>
                    <a:pt x="292207" y="473052"/>
                  </a:cubicBezTo>
                  <a:cubicBezTo>
                    <a:pt x="294851" y="472102"/>
                    <a:pt x="302161" y="470688"/>
                    <a:pt x="306885" y="470111"/>
                  </a:cubicBezTo>
                  <a:cubicBezTo>
                    <a:pt x="311077" y="469847"/>
                    <a:pt x="313573" y="472413"/>
                    <a:pt x="316465" y="476886"/>
                  </a:cubicBezTo>
                  <a:cubicBezTo>
                    <a:pt x="319319" y="476579"/>
                    <a:pt x="321688" y="476681"/>
                    <a:pt x="324634" y="475844"/>
                  </a:cubicBezTo>
                  <a:cubicBezTo>
                    <a:pt x="334475" y="473122"/>
                    <a:pt x="342347" y="465970"/>
                    <a:pt x="350059" y="466612"/>
                  </a:cubicBezTo>
                  <a:cubicBezTo>
                    <a:pt x="352944" y="466990"/>
                    <a:pt x="358288" y="468238"/>
                    <a:pt x="362587" y="471191"/>
                  </a:cubicBezTo>
                  <a:cubicBezTo>
                    <a:pt x="362777" y="471432"/>
                    <a:pt x="363220" y="471409"/>
                    <a:pt x="363816" y="471414"/>
                  </a:cubicBezTo>
                  <a:cubicBezTo>
                    <a:pt x="365685" y="471495"/>
                    <a:pt x="368849" y="470860"/>
                    <a:pt x="369404" y="469813"/>
                  </a:cubicBezTo>
                  <a:cubicBezTo>
                    <a:pt x="372142" y="465925"/>
                    <a:pt x="376189" y="464439"/>
                    <a:pt x="380090" y="464155"/>
                  </a:cubicBezTo>
                  <a:cubicBezTo>
                    <a:pt x="385482" y="464593"/>
                    <a:pt x="389813" y="467252"/>
                    <a:pt x="393417" y="468883"/>
                  </a:cubicBezTo>
                  <a:cubicBezTo>
                    <a:pt x="395918" y="470364"/>
                    <a:pt x="398589" y="470736"/>
                    <a:pt x="401585" y="471116"/>
                  </a:cubicBezTo>
                  <a:cubicBezTo>
                    <a:pt x="406463" y="471390"/>
                    <a:pt x="411042" y="469619"/>
                    <a:pt x="415649" y="469553"/>
                  </a:cubicBezTo>
                  <a:cubicBezTo>
                    <a:pt x="419517" y="469587"/>
                    <a:pt x="421719" y="469885"/>
                    <a:pt x="424001" y="472568"/>
                  </a:cubicBezTo>
                  <a:cubicBezTo>
                    <a:pt x="424184" y="472709"/>
                    <a:pt x="424461" y="472819"/>
                    <a:pt x="424677" y="472791"/>
                  </a:cubicBezTo>
                  <a:cubicBezTo>
                    <a:pt x="425674" y="472687"/>
                    <a:pt x="426591" y="471382"/>
                    <a:pt x="425905" y="469999"/>
                  </a:cubicBezTo>
                  <a:cubicBezTo>
                    <a:pt x="423568" y="465608"/>
                    <a:pt x="425256" y="464508"/>
                    <a:pt x="428116" y="464676"/>
                  </a:cubicBezTo>
                  <a:cubicBezTo>
                    <a:pt x="429295" y="464432"/>
                    <a:pt x="430586" y="464984"/>
                    <a:pt x="431801" y="464788"/>
                  </a:cubicBezTo>
                  <a:cubicBezTo>
                    <a:pt x="432397" y="464841"/>
                    <a:pt x="433255" y="464689"/>
                    <a:pt x="433828" y="464676"/>
                  </a:cubicBezTo>
                  <a:cubicBezTo>
                    <a:pt x="434466" y="464735"/>
                    <a:pt x="435190" y="464590"/>
                    <a:pt x="435854" y="464565"/>
                  </a:cubicBezTo>
                  <a:cubicBezTo>
                    <a:pt x="443409" y="464613"/>
                    <a:pt x="450461" y="469439"/>
                    <a:pt x="457656" y="469851"/>
                  </a:cubicBezTo>
                  <a:cubicBezTo>
                    <a:pt x="458719" y="469971"/>
                    <a:pt x="460194" y="469828"/>
                    <a:pt x="461341" y="469404"/>
                  </a:cubicBezTo>
                  <a:cubicBezTo>
                    <a:pt x="480257" y="463103"/>
                    <a:pt x="500278" y="466218"/>
                    <a:pt x="520851" y="465458"/>
                  </a:cubicBezTo>
                  <a:cubicBezTo>
                    <a:pt x="521105" y="465481"/>
                    <a:pt x="521410" y="465457"/>
                    <a:pt x="521711" y="465421"/>
                  </a:cubicBezTo>
                  <a:cubicBezTo>
                    <a:pt x="528567" y="465281"/>
                    <a:pt x="534981" y="469350"/>
                    <a:pt x="539705" y="469776"/>
                  </a:cubicBezTo>
                  <a:cubicBezTo>
                    <a:pt x="540742" y="469935"/>
                    <a:pt x="541481" y="469629"/>
                    <a:pt x="542223" y="469292"/>
                  </a:cubicBezTo>
                  <a:cubicBezTo>
                    <a:pt x="550137" y="467358"/>
                    <a:pt x="556997" y="465736"/>
                    <a:pt x="561876" y="465607"/>
                  </a:cubicBezTo>
                  <a:cubicBezTo>
                    <a:pt x="570681" y="465126"/>
                    <a:pt x="579985" y="467229"/>
                    <a:pt x="590126" y="467245"/>
                  </a:cubicBezTo>
                  <a:cubicBezTo>
                    <a:pt x="596239" y="467330"/>
                    <a:pt x="600549" y="465699"/>
                    <a:pt x="605541" y="465309"/>
                  </a:cubicBezTo>
                  <a:cubicBezTo>
                    <a:pt x="610713" y="463707"/>
                    <a:pt x="615663" y="462670"/>
                    <a:pt x="621508" y="463299"/>
                  </a:cubicBezTo>
                  <a:cubicBezTo>
                    <a:pt x="635852" y="466461"/>
                    <a:pt x="651210" y="471318"/>
                    <a:pt x="666218" y="467096"/>
                  </a:cubicBezTo>
                  <a:cubicBezTo>
                    <a:pt x="670046" y="467722"/>
                    <a:pt x="673375" y="467283"/>
                    <a:pt x="677641" y="466277"/>
                  </a:cubicBezTo>
                  <a:cubicBezTo>
                    <a:pt x="682651" y="465723"/>
                    <a:pt x="687927" y="465314"/>
                    <a:pt x="692933" y="465235"/>
                  </a:cubicBezTo>
                  <a:cubicBezTo>
                    <a:pt x="706554" y="466791"/>
                    <a:pt x="717256" y="470361"/>
                    <a:pt x="731378" y="466873"/>
                  </a:cubicBezTo>
                  <a:cubicBezTo>
                    <a:pt x="737099" y="466625"/>
                    <a:pt x="742568" y="466819"/>
                    <a:pt x="748083" y="465681"/>
                  </a:cubicBezTo>
                  <a:cubicBezTo>
                    <a:pt x="759237" y="464993"/>
                    <a:pt x="765476" y="463644"/>
                    <a:pt x="774552" y="463820"/>
                  </a:cubicBezTo>
                  <a:cubicBezTo>
                    <a:pt x="798951" y="462376"/>
                    <a:pt x="817833" y="467488"/>
                    <a:pt x="840019" y="466835"/>
                  </a:cubicBezTo>
                  <a:cubicBezTo>
                    <a:pt x="848652" y="467350"/>
                    <a:pt x="858005" y="466436"/>
                    <a:pt x="866673" y="464974"/>
                  </a:cubicBezTo>
                  <a:cubicBezTo>
                    <a:pt x="873368" y="463350"/>
                    <a:pt x="880856" y="464343"/>
                    <a:pt x="888843" y="463411"/>
                  </a:cubicBezTo>
                  <a:cubicBezTo>
                    <a:pt x="909569" y="467852"/>
                    <a:pt x="932383" y="464059"/>
                    <a:pt x="948783" y="466277"/>
                  </a:cubicBezTo>
                  <a:cubicBezTo>
                    <a:pt x="954531" y="467423"/>
                    <a:pt x="959452" y="466046"/>
                    <a:pt x="965242" y="465570"/>
                  </a:cubicBezTo>
                  <a:cubicBezTo>
                    <a:pt x="976086" y="465673"/>
                    <a:pt x="983461" y="463382"/>
                    <a:pt x="992633" y="464416"/>
                  </a:cubicBezTo>
                  <a:cubicBezTo>
                    <a:pt x="1006026" y="463295"/>
                    <a:pt x="1032844" y="469819"/>
                    <a:pt x="1049993" y="466054"/>
                  </a:cubicBezTo>
                  <a:cubicBezTo>
                    <a:pt x="1055228" y="466711"/>
                    <a:pt x="1061731" y="469565"/>
                    <a:pt x="1066514" y="470186"/>
                  </a:cubicBezTo>
                  <a:cubicBezTo>
                    <a:pt x="1067935" y="470653"/>
                    <a:pt x="1069612" y="470017"/>
                    <a:pt x="1071734" y="468994"/>
                  </a:cubicBezTo>
                  <a:cubicBezTo>
                    <a:pt x="1080564" y="463704"/>
                    <a:pt x="1093431" y="463209"/>
                    <a:pt x="1101274" y="463262"/>
                  </a:cubicBezTo>
                  <a:cubicBezTo>
                    <a:pt x="1115231" y="460428"/>
                    <a:pt x="1132124" y="465266"/>
                    <a:pt x="1144571" y="465905"/>
                  </a:cubicBezTo>
                  <a:cubicBezTo>
                    <a:pt x="1149435" y="465524"/>
                    <a:pt x="1152615" y="465286"/>
                    <a:pt x="1156485" y="465197"/>
                  </a:cubicBezTo>
                  <a:cubicBezTo>
                    <a:pt x="1164378" y="463446"/>
                    <a:pt x="1173130" y="461654"/>
                    <a:pt x="1185534" y="463373"/>
                  </a:cubicBezTo>
                  <a:cubicBezTo>
                    <a:pt x="1193118" y="462955"/>
                    <a:pt x="1198198" y="463292"/>
                    <a:pt x="1204142" y="464230"/>
                  </a:cubicBezTo>
                  <a:cubicBezTo>
                    <a:pt x="1212775" y="465330"/>
                    <a:pt x="1221932" y="465576"/>
                    <a:pt x="1229568" y="465421"/>
                  </a:cubicBezTo>
                  <a:cubicBezTo>
                    <a:pt x="1246372" y="464349"/>
                    <a:pt x="1254907" y="462495"/>
                    <a:pt x="1273233" y="463411"/>
                  </a:cubicBezTo>
                  <a:cubicBezTo>
                    <a:pt x="1274409" y="463355"/>
                    <a:pt x="1275647" y="463459"/>
                    <a:pt x="1276672" y="463299"/>
                  </a:cubicBezTo>
                  <a:cubicBezTo>
                    <a:pt x="1286854" y="462525"/>
                    <a:pt x="1299428" y="464741"/>
                    <a:pt x="1309099" y="466277"/>
                  </a:cubicBezTo>
                  <a:cubicBezTo>
                    <a:pt x="1311634" y="466112"/>
                    <a:pt x="1313745" y="465531"/>
                    <a:pt x="1315179" y="465421"/>
                  </a:cubicBezTo>
                  <a:cubicBezTo>
                    <a:pt x="1318860" y="463812"/>
                    <a:pt x="1323549" y="464102"/>
                    <a:pt x="1326970" y="463411"/>
                  </a:cubicBezTo>
                  <a:cubicBezTo>
                    <a:pt x="1334099" y="463666"/>
                    <a:pt x="1345764" y="464240"/>
                    <a:pt x="1354975" y="466314"/>
                  </a:cubicBezTo>
                  <a:cubicBezTo>
                    <a:pt x="1360451" y="466542"/>
                    <a:pt x="1368975" y="464862"/>
                    <a:pt x="1373952" y="458274"/>
                  </a:cubicBezTo>
                  <a:cubicBezTo>
                    <a:pt x="1374795" y="458876"/>
                    <a:pt x="1375554" y="460073"/>
                    <a:pt x="1376470" y="460172"/>
                  </a:cubicBezTo>
                  <a:cubicBezTo>
                    <a:pt x="1383602" y="461844"/>
                    <a:pt x="1393763" y="464723"/>
                    <a:pt x="1399562" y="463857"/>
                  </a:cubicBezTo>
                  <a:cubicBezTo>
                    <a:pt x="1404694" y="463781"/>
                    <a:pt x="1410222" y="463841"/>
                    <a:pt x="1414485" y="462331"/>
                  </a:cubicBezTo>
                  <a:cubicBezTo>
                    <a:pt x="1419824" y="461284"/>
                    <a:pt x="1424472" y="460093"/>
                    <a:pt x="1431251" y="460395"/>
                  </a:cubicBezTo>
                  <a:cubicBezTo>
                    <a:pt x="1438623" y="461430"/>
                    <a:pt x="1445243" y="461040"/>
                    <a:pt x="1452070" y="463187"/>
                  </a:cubicBezTo>
                  <a:cubicBezTo>
                    <a:pt x="1455659" y="464571"/>
                    <a:pt x="1457871" y="466725"/>
                    <a:pt x="1461283" y="466240"/>
                  </a:cubicBezTo>
                  <a:cubicBezTo>
                    <a:pt x="1462437" y="466345"/>
                    <a:pt x="1463894" y="466113"/>
                    <a:pt x="1465520" y="465272"/>
                  </a:cubicBezTo>
                  <a:cubicBezTo>
                    <a:pt x="1475094" y="461467"/>
                    <a:pt x="1484814" y="460521"/>
                    <a:pt x="1492727" y="460507"/>
                  </a:cubicBezTo>
                  <a:cubicBezTo>
                    <a:pt x="1506233" y="458834"/>
                    <a:pt x="1518172" y="462971"/>
                    <a:pt x="1529575" y="462555"/>
                  </a:cubicBezTo>
                  <a:cubicBezTo>
                    <a:pt x="1560625" y="461943"/>
                    <a:pt x="1582466" y="460969"/>
                    <a:pt x="1608308" y="465681"/>
                  </a:cubicBezTo>
                  <a:cubicBezTo>
                    <a:pt x="1613007" y="466890"/>
                    <a:pt x="1616915" y="464419"/>
                    <a:pt x="1621389" y="465421"/>
                  </a:cubicBezTo>
                  <a:cubicBezTo>
                    <a:pt x="1623209" y="465256"/>
                    <a:pt x="1624319" y="465182"/>
                    <a:pt x="1626302" y="465309"/>
                  </a:cubicBezTo>
                  <a:cubicBezTo>
                    <a:pt x="1635512" y="466189"/>
                    <a:pt x="1651909" y="464270"/>
                    <a:pt x="1663641" y="467208"/>
                  </a:cubicBezTo>
                  <a:cubicBezTo>
                    <a:pt x="1666239" y="466925"/>
                    <a:pt x="1670105" y="467736"/>
                    <a:pt x="1673836" y="466724"/>
                  </a:cubicBezTo>
                  <a:cubicBezTo>
                    <a:pt x="1684286" y="464517"/>
                    <a:pt x="1695226" y="465738"/>
                    <a:pt x="1703008" y="465570"/>
                  </a:cubicBezTo>
                  <a:cubicBezTo>
                    <a:pt x="1714651" y="464817"/>
                    <a:pt x="1729852" y="463054"/>
                    <a:pt x="1746796" y="466128"/>
                  </a:cubicBezTo>
                  <a:cubicBezTo>
                    <a:pt x="1752381" y="465200"/>
                    <a:pt x="1756978" y="465974"/>
                    <a:pt x="1764422" y="465793"/>
                  </a:cubicBezTo>
                  <a:cubicBezTo>
                    <a:pt x="1764805" y="465745"/>
                    <a:pt x="1765190" y="465813"/>
                    <a:pt x="1765466" y="465756"/>
                  </a:cubicBezTo>
                  <a:cubicBezTo>
                    <a:pt x="1770080" y="465455"/>
                    <a:pt x="1775964" y="468195"/>
                    <a:pt x="1781802" y="467357"/>
                  </a:cubicBezTo>
                  <a:cubicBezTo>
                    <a:pt x="1783625" y="467579"/>
                    <a:pt x="1784891" y="467389"/>
                    <a:pt x="1786408" y="466798"/>
                  </a:cubicBezTo>
                  <a:cubicBezTo>
                    <a:pt x="1791693" y="464976"/>
                    <a:pt x="1797894" y="464104"/>
                    <a:pt x="1801823" y="464379"/>
                  </a:cubicBezTo>
                  <a:cubicBezTo>
                    <a:pt x="1811706" y="463394"/>
                    <a:pt x="1818635" y="466367"/>
                    <a:pt x="1826511" y="473052"/>
                  </a:cubicBezTo>
                  <a:cubicBezTo>
                    <a:pt x="1828653" y="470843"/>
                    <a:pt x="1829067" y="464095"/>
                    <a:pt x="1832530" y="464044"/>
                  </a:cubicBezTo>
                  <a:cubicBezTo>
                    <a:pt x="1834523" y="463615"/>
                    <a:pt x="1836803" y="465432"/>
                    <a:pt x="1840084" y="467878"/>
                  </a:cubicBezTo>
                  <a:cubicBezTo>
                    <a:pt x="1842634" y="469397"/>
                    <a:pt x="1844838" y="470701"/>
                    <a:pt x="1847945" y="470334"/>
                  </a:cubicBezTo>
                  <a:cubicBezTo>
                    <a:pt x="1850701" y="470400"/>
                    <a:pt x="1853307" y="469494"/>
                    <a:pt x="1855990" y="468883"/>
                  </a:cubicBezTo>
                  <a:cubicBezTo>
                    <a:pt x="1865082" y="465377"/>
                    <a:pt x="1872241" y="466149"/>
                    <a:pt x="1880310" y="465309"/>
                  </a:cubicBezTo>
                  <a:cubicBezTo>
                    <a:pt x="1888766" y="466804"/>
                    <a:pt x="1900319" y="465275"/>
                    <a:pt x="1906902" y="467543"/>
                  </a:cubicBezTo>
                  <a:cubicBezTo>
                    <a:pt x="1911757" y="468580"/>
                    <a:pt x="1918290" y="471282"/>
                    <a:pt x="1923545" y="470521"/>
                  </a:cubicBezTo>
                  <a:cubicBezTo>
                    <a:pt x="1925119" y="470528"/>
                    <a:pt x="1927624" y="470035"/>
                    <a:pt x="1929380" y="468994"/>
                  </a:cubicBezTo>
                  <a:cubicBezTo>
                    <a:pt x="1931926" y="466614"/>
                    <a:pt x="1934652" y="465916"/>
                    <a:pt x="1937363" y="466463"/>
                  </a:cubicBezTo>
                  <a:cubicBezTo>
                    <a:pt x="1943032" y="466004"/>
                    <a:pt x="1948588" y="468877"/>
                    <a:pt x="1952533" y="470037"/>
                  </a:cubicBezTo>
                  <a:cubicBezTo>
                    <a:pt x="1954277" y="470430"/>
                    <a:pt x="1956123" y="470211"/>
                    <a:pt x="1957630" y="470186"/>
                  </a:cubicBezTo>
                  <a:cubicBezTo>
                    <a:pt x="1969127" y="468271"/>
                    <a:pt x="1981739" y="470843"/>
                    <a:pt x="1994540" y="467803"/>
                  </a:cubicBezTo>
                  <a:cubicBezTo>
                    <a:pt x="1998473" y="467300"/>
                    <a:pt x="2003855" y="468465"/>
                    <a:pt x="2008542" y="469069"/>
                  </a:cubicBezTo>
                  <a:cubicBezTo>
                    <a:pt x="2021108" y="471698"/>
                    <a:pt x="2034609" y="472002"/>
                    <a:pt x="2049260" y="474057"/>
                  </a:cubicBezTo>
                  <a:cubicBezTo>
                    <a:pt x="2056858" y="475038"/>
                    <a:pt x="2062831" y="474491"/>
                    <a:pt x="2067868" y="471972"/>
                  </a:cubicBezTo>
                  <a:cubicBezTo>
                    <a:pt x="2075792" y="470866"/>
                    <a:pt x="2080861" y="469081"/>
                    <a:pt x="2087029" y="469664"/>
                  </a:cubicBezTo>
                  <a:cubicBezTo>
                    <a:pt x="2102730" y="468219"/>
                    <a:pt x="2110793" y="473734"/>
                    <a:pt x="2125106" y="472159"/>
                  </a:cubicBezTo>
                  <a:cubicBezTo>
                    <a:pt x="2128143" y="472289"/>
                    <a:pt x="2129731" y="472102"/>
                    <a:pt x="2132660" y="471823"/>
                  </a:cubicBezTo>
                  <a:cubicBezTo>
                    <a:pt x="2142484" y="469139"/>
                    <a:pt x="2150152" y="472002"/>
                    <a:pt x="2161770" y="470744"/>
                  </a:cubicBezTo>
                  <a:cubicBezTo>
                    <a:pt x="2175668" y="469598"/>
                    <a:pt x="2187203" y="472083"/>
                    <a:pt x="2194933" y="471042"/>
                  </a:cubicBezTo>
                  <a:cubicBezTo>
                    <a:pt x="2219522" y="471274"/>
                    <a:pt x="2250368" y="468888"/>
                    <a:pt x="2270780" y="474392"/>
                  </a:cubicBezTo>
                  <a:cubicBezTo>
                    <a:pt x="2271736" y="474754"/>
                    <a:pt x="2273553" y="474577"/>
                    <a:pt x="2274772" y="474615"/>
                  </a:cubicBezTo>
                  <a:cubicBezTo>
                    <a:pt x="2280080" y="475094"/>
                    <a:pt x="2286224" y="473722"/>
                    <a:pt x="2292152" y="473461"/>
                  </a:cubicBezTo>
                  <a:cubicBezTo>
                    <a:pt x="2297381" y="474136"/>
                    <a:pt x="2301371" y="474010"/>
                    <a:pt x="2303329" y="477072"/>
                  </a:cubicBezTo>
                  <a:cubicBezTo>
                    <a:pt x="2304790" y="479027"/>
                    <a:pt x="2306814" y="479441"/>
                    <a:pt x="2308426" y="479455"/>
                  </a:cubicBezTo>
                  <a:cubicBezTo>
                    <a:pt x="2313639" y="479408"/>
                    <a:pt x="2318515" y="473151"/>
                    <a:pt x="2322552" y="473536"/>
                  </a:cubicBezTo>
                  <a:cubicBezTo>
                    <a:pt x="2324574" y="473606"/>
                    <a:pt x="2326865" y="474928"/>
                    <a:pt x="2327833" y="478785"/>
                  </a:cubicBezTo>
                  <a:cubicBezTo>
                    <a:pt x="2330868" y="474385"/>
                    <a:pt x="2336735" y="472998"/>
                    <a:pt x="2341897" y="473536"/>
                  </a:cubicBezTo>
                  <a:cubicBezTo>
                    <a:pt x="2348045" y="474309"/>
                    <a:pt x="2355235" y="473699"/>
                    <a:pt x="2362409" y="475546"/>
                  </a:cubicBezTo>
                  <a:cubicBezTo>
                    <a:pt x="2366845" y="475945"/>
                    <a:pt x="2369835" y="474627"/>
                    <a:pt x="2373341" y="472903"/>
                  </a:cubicBezTo>
                  <a:cubicBezTo>
                    <a:pt x="2373966" y="472088"/>
                    <a:pt x="2375551" y="472441"/>
                    <a:pt x="2377578" y="472121"/>
                  </a:cubicBezTo>
                  <a:cubicBezTo>
                    <a:pt x="2380450" y="472035"/>
                    <a:pt x="2383975" y="472780"/>
                    <a:pt x="2386115" y="473685"/>
                  </a:cubicBezTo>
                  <a:cubicBezTo>
                    <a:pt x="2390642" y="476363"/>
                    <a:pt x="2396872" y="476127"/>
                    <a:pt x="2401653" y="476663"/>
                  </a:cubicBezTo>
                  <a:cubicBezTo>
                    <a:pt x="2412281" y="476824"/>
                    <a:pt x="2423214" y="474110"/>
                    <a:pt x="2434325" y="473238"/>
                  </a:cubicBezTo>
                  <a:cubicBezTo>
                    <a:pt x="2435587" y="473210"/>
                    <a:pt x="2436444" y="473138"/>
                    <a:pt x="2438010" y="473387"/>
                  </a:cubicBezTo>
                  <a:cubicBezTo>
                    <a:pt x="2439116" y="473358"/>
                    <a:pt x="2440148" y="473666"/>
                    <a:pt x="2440958" y="473499"/>
                  </a:cubicBezTo>
                  <a:cubicBezTo>
                    <a:pt x="2448544" y="471895"/>
                    <a:pt x="2457931" y="469651"/>
                    <a:pt x="2464602" y="471377"/>
                  </a:cubicBezTo>
                  <a:cubicBezTo>
                    <a:pt x="2471525" y="470797"/>
                    <a:pt x="2477358" y="472542"/>
                    <a:pt x="2483088" y="478412"/>
                  </a:cubicBezTo>
                  <a:cubicBezTo>
                    <a:pt x="2484191" y="479519"/>
                    <a:pt x="2486645" y="481281"/>
                    <a:pt x="2488983" y="481279"/>
                  </a:cubicBezTo>
                  <a:cubicBezTo>
                    <a:pt x="2491452" y="481171"/>
                    <a:pt x="2492294" y="479556"/>
                    <a:pt x="2492238" y="475136"/>
                  </a:cubicBezTo>
                  <a:cubicBezTo>
                    <a:pt x="2492198" y="473799"/>
                    <a:pt x="2494529" y="472887"/>
                    <a:pt x="2497151" y="472940"/>
                  </a:cubicBezTo>
                  <a:cubicBezTo>
                    <a:pt x="2499169" y="472975"/>
                    <a:pt x="2500701" y="473143"/>
                    <a:pt x="2502003" y="473461"/>
                  </a:cubicBezTo>
                  <a:cubicBezTo>
                    <a:pt x="2508481" y="474553"/>
                    <a:pt x="2517172" y="474522"/>
                    <a:pt x="2524173" y="476328"/>
                  </a:cubicBezTo>
                  <a:cubicBezTo>
                    <a:pt x="2530749" y="476867"/>
                    <a:pt x="2538559" y="473662"/>
                    <a:pt x="2544686" y="472977"/>
                  </a:cubicBezTo>
                  <a:cubicBezTo>
                    <a:pt x="2545435" y="472643"/>
                    <a:pt x="2546063" y="472522"/>
                    <a:pt x="2547019" y="472531"/>
                  </a:cubicBezTo>
                  <a:cubicBezTo>
                    <a:pt x="2551934" y="472665"/>
                    <a:pt x="2553809" y="478401"/>
                    <a:pt x="2555126" y="478673"/>
                  </a:cubicBezTo>
                  <a:cubicBezTo>
                    <a:pt x="2555444" y="478696"/>
                    <a:pt x="2555717" y="478363"/>
                    <a:pt x="2555986" y="477407"/>
                  </a:cubicBezTo>
                  <a:cubicBezTo>
                    <a:pt x="2557578" y="472419"/>
                    <a:pt x="2559534" y="471681"/>
                    <a:pt x="2562189" y="471340"/>
                  </a:cubicBezTo>
                  <a:cubicBezTo>
                    <a:pt x="2565691" y="471432"/>
                    <a:pt x="2568441" y="473379"/>
                    <a:pt x="2571646" y="473387"/>
                  </a:cubicBezTo>
                  <a:cubicBezTo>
                    <a:pt x="2572046" y="473338"/>
                    <a:pt x="2572421" y="473377"/>
                    <a:pt x="2572813" y="473275"/>
                  </a:cubicBezTo>
                  <a:cubicBezTo>
                    <a:pt x="2575228" y="472554"/>
                    <a:pt x="2578121" y="472717"/>
                    <a:pt x="2580797" y="472494"/>
                  </a:cubicBezTo>
                  <a:cubicBezTo>
                    <a:pt x="2589864" y="470848"/>
                    <a:pt x="2595575" y="474153"/>
                    <a:pt x="2603213" y="474318"/>
                  </a:cubicBezTo>
                  <a:cubicBezTo>
                    <a:pt x="2604053" y="474465"/>
                    <a:pt x="2604911" y="474344"/>
                    <a:pt x="2605793" y="474243"/>
                  </a:cubicBezTo>
                  <a:cubicBezTo>
                    <a:pt x="2618011" y="474405"/>
                    <a:pt x="2625917" y="471745"/>
                    <a:pt x="2640676" y="470856"/>
                  </a:cubicBezTo>
                  <a:cubicBezTo>
                    <a:pt x="2642681" y="471199"/>
                    <a:pt x="2644660" y="470663"/>
                    <a:pt x="2646879" y="471153"/>
                  </a:cubicBezTo>
                  <a:cubicBezTo>
                    <a:pt x="2661037" y="472386"/>
                    <a:pt x="2672667" y="475360"/>
                    <a:pt x="2683236" y="473536"/>
                  </a:cubicBezTo>
                  <a:cubicBezTo>
                    <a:pt x="2690342" y="474172"/>
                    <a:pt x="2698204" y="472960"/>
                    <a:pt x="2702888" y="471935"/>
                  </a:cubicBezTo>
                  <a:cubicBezTo>
                    <a:pt x="2716878" y="470713"/>
                    <a:pt x="2731039" y="472403"/>
                    <a:pt x="2743605" y="468771"/>
                  </a:cubicBezTo>
                  <a:cubicBezTo>
                    <a:pt x="2749674" y="467804"/>
                    <a:pt x="2755505" y="470387"/>
                    <a:pt x="2763381" y="468883"/>
                  </a:cubicBezTo>
                  <a:cubicBezTo>
                    <a:pt x="2769537" y="468352"/>
                    <a:pt x="2776400" y="468630"/>
                    <a:pt x="2781805" y="468436"/>
                  </a:cubicBezTo>
                  <a:cubicBezTo>
                    <a:pt x="2800462" y="466861"/>
                    <a:pt x="2821564" y="469122"/>
                    <a:pt x="2839595" y="463597"/>
                  </a:cubicBezTo>
                  <a:cubicBezTo>
                    <a:pt x="2845911" y="463812"/>
                    <a:pt x="2851987" y="463677"/>
                    <a:pt x="2857037" y="464751"/>
                  </a:cubicBezTo>
                  <a:cubicBezTo>
                    <a:pt x="2857682" y="464717"/>
                    <a:pt x="2858173" y="464859"/>
                    <a:pt x="2858695" y="464862"/>
                  </a:cubicBezTo>
                  <a:cubicBezTo>
                    <a:pt x="2862423" y="464028"/>
                    <a:pt x="2864636" y="462618"/>
                    <a:pt x="2867232" y="461959"/>
                  </a:cubicBezTo>
                  <a:cubicBezTo>
                    <a:pt x="2872710" y="460054"/>
                    <a:pt x="2875539" y="458613"/>
                    <a:pt x="2880067" y="459800"/>
                  </a:cubicBezTo>
                  <a:cubicBezTo>
                    <a:pt x="2884023" y="459452"/>
                    <a:pt x="2889260" y="459817"/>
                    <a:pt x="2895605" y="462406"/>
                  </a:cubicBezTo>
                  <a:cubicBezTo>
                    <a:pt x="2898669" y="463113"/>
                    <a:pt x="2901710" y="464730"/>
                    <a:pt x="2904080" y="465495"/>
                  </a:cubicBezTo>
                  <a:cubicBezTo>
                    <a:pt x="2906536" y="460628"/>
                    <a:pt x="2908089" y="459133"/>
                    <a:pt x="2909976" y="458906"/>
                  </a:cubicBezTo>
                  <a:cubicBezTo>
                    <a:pt x="2912741" y="458368"/>
                    <a:pt x="2916240" y="460647"/>
                    <a:pt x="2921460" y="463708"/>
                  </a:cubicBezTo>
                  <a:cubicBezTo>
                    <a:pt x="2924533" y="465124"/>
                    <a:pt x="2928385" y="465497"/>
                    <a:pt x="2932330" y="465309"/>
                  </a:cubicBezTo>
                  <a:cubicBezTo>
                    <a:pt x="2943295" y="464942"/>
                    <a:pt x="2956282" y="459314"/>
                    <a:pt x="2968135" y="459428"/>
                  </a:cubicBezTo>
                  <a:cubicBezTo>
                    <a:pt x="2985911" y="453306"/>
                    <a:pt x="3016150" y="456963"/>
                    <a:pt x="3038147" y="456226"/>
                  </a:cubicBezTo>
                  <a:cubicBezTo>
                    <a:pt x="3039616" y="456128"/>
                    <a:pt x="3041340" y="456126"/>
                    <a:pt x="3043060" y="456115"/>
                  </a:cubicBezTo>
                  <a:cubicBezTo>
                    <a:pt x="3055040" y="457252"/>
                    <a:pt x="3071001" y="458351"/>
                    <a:pt x="3084944" y="458534"/>
                  </a:cubicBezTo>
                  <a:cubicBezTo>
                    <a:pt x="3085948" y="458624"/>
                    <a:pt x="3086809" y="458454"/>
                    <a:pt x="3087831" y="458497"/>
                  </a:cubicBezTo>
                  <a:cubicBezTo>
                    <a:pt x="3099702" y="455633"/>
                    <a:pt x="3102620" y="460592"/>
                    <a:pt x="3113379" y="457901"/>
                  </a:cubicBezTo>
                  <a:cubicBezTo>
                    <a:pt x="3133057" y="457161"/>
                    <a:pt x="3139346" y="461437"/>
                    <a:pt x="3161773" y="467021"/>
                  </a:cubicBezTo>
                  <a:cubicBezTo>
                    <a:pt x="3162719" y="467277"/>
                    <a:pt x="3164228" y="467543"/>
                    <a:pt x="3165396" y="467319"/>
                  </a:cubicBezTo>
                  <a:cubicBezTo>
                    <a:pt x="3165568" y="461453"/>
                    <a:pt x="3166586" y="459477"/>
                    <a:pt x="3169327" y="459577"/>
                  </a:cubicBezTo>
                  <a:cubicBezTo>
                    <a:pt x="3172818" y="460005"/>
                    <a:pt x="3177942" y="463987"/>
                    <a:pt x="3181241" y="463895"/>
                  </a:cubicBezTo>
                  <a:cubicBezTo>
                    <a:pt x="3181789" y="463922"/>
                    <a:pt x="3182046" y="463838"/>
                    <a:pt x="3182531" y="463634"/>
                  </a:cubicBezTo>
                  <a:cubicBezTo>
                    <a:pt x="3188878" y="462193"/>
                    <a:pt x="3193833" y="459030"/>
                    <a:pt x="3190883" y="452504"/>
                  </a:cubicBezTo>
                  <a:cubicBezTo>
                    <a:pt x="3187371" y="441667"/>
                    <a:pt x="3172491" y="421573"/>
                    <a:pt x="3162940" y="409472"/>
                  </a:cubicBezTo>
                  <a:cubicBezTo>
                    <a:pt x="3133738" y="383911"/>
                    <a:pt x="3101994" y="352307"/>
                    <a:pt x="3077820" y="323892"/>
                  </a:cubicBezTo>
                  <a:cubicBezTo>
                    <a:pt x="3059907" y="303127"/>
                    <a:pt x="3036959" y="293378"/>
                    <a:pt x="3021012" y="269954"/>
                  </a:cubicBezTo>
                  <a:cubicBezTo>
                    <a:pt x="3011838" y="259287"/>
                    <a:pt x="3004299" y="234528"/>
                    <a:pt x="3012230" y="231128"/>
                  </a:cubicBezTo>
                  <a:cubicBezTo>
                    <a:pt x="3037929" y="221931"/>
                    <a:pt x="3040165" y="200002"/>
                    <a:pt x="3060747" y="185007"/>
                  </a:cubicBezTo>
                  <a:cubicBezTo>
                    <a:pt x="3073629" y="176678"/>
                    <a:pt x="3087297" y="158655"/>
                    <a:pt x="3100543" y="145995"/>
                  </a:cubicBezTo>
                  <a:cubicBezTo>
                    <a:pt x="3103489" y="144136"/>
                    <a:pt x="3105998" y="140266"/>
                    <a:pt x="3108281" y="137955"/>
                  </a:cubicBezTo>
                  <a:cubicBezTo>
                    <a:pt x="3123473" y="126616"/>
                    <a:pt x="3120606" y="110651"/>
                    <a:pt x="3140339" y="99390"/>
                  </a:cubicBezTo>
                  <a:cubicBezTo>
                    <a:pt x="3144346" y="96268"/>
                    <a:pt x="3153466" y="92670"/>
                    <a:pt x="3153973" y="86100"/>
                  </a:cubicBezTo>
                  <a:cubicBezTo>
                    <a:pt x="3152001" y="76267"/>
                    <a:pt x="3161010" y="70782"/>
                    <a:pt x="3171599" y="68009"/>
                  </a:cubicBezTo>
                  <a:cubicBezTo>
                    <a:pt x="3176288" y="66244"/>
                    <a:pt x="3173187" y="65594"/>
                    <a:pt x="3171906" y="64138"/>
                  </a:cubicBezTo>
                  <a:cubicBezTo>
                    <a:pt x="3165955" y="59036"/>
                    <a:pt x="3176893" y="58566"/>
                    <a:pt x="3175652" y="54348"/>
                  </a:cubicBezTo>
                  <a:lnTo>
                    <a:pt x="3175652" y="54348"/>
                  </a:lnTo>
                  <a:cubicBezTo>
                    <a:pt x="3175670" y="54344"/>
                    <a:pt x="3175689" y="54348"/>
                    <a:pt x="3175714" y="54348"/>
                  </a:cubicBezTo>
                  <a:cubicBezTo>
                    <a:pt x="3189071" y="55103"/>
                    <a:pt x="3190938" y="44565"/>
                    <a:pt x="3195121" y="38602"/>
                  </a:cubicBezTo>
                  <a:cubicBezTo>
                    <a:pt x="3202099" y="31530"/>
                    <a:pt x="3192222" y="16869"/>
                    <a:pt x="3183268" y="17383"/>
                  </a:cubicBezTo>
                  <a:cubicBezTo>
                    <a:pt x="3182563" y="17317"/>
                    <a:pt x="3182136" y="17382"/>
                    <a:pt x="3181548" y="17532"/>
                  </a:cubicBezTo>
                  <a:cubicBezTo>
                    <a:pt x="3178950" y="18074"/>
                    <a:pt x="3175926" y="17719"/>
                    <a:pt x="3173564" y="18240"/>
                  </a:cubicBezTo>
                  <a:cubicBezTo>
                    <a:pt x="3158617" y="16237"/>
                    <a:pt x="3148114" y="8393"/>
                    <a:pt x="3131005" y="11725"/>
                  </a:cubicBezTo>
                  <a:cubicBezTo>
                    <a:pt x="3130672" y="11762"/>
                    <a:pt x="3130332" y="11605"/>
                    <a:pt x="3129838" y="11725"/>
                  </a:cubicBezTo>
                  <a:cubicBezTo>
                    <a:pt x="3104510" y="14320"/>
                    <a:pt x="3075843" y="6232"/>
                    <a:pt x="3037778" y="13028"/>
                  </a:cubicBezTo>
                  <a:cubicBezTo>
                    <a:pt x="3002225" y="20142"/>
                    <a:pt x="2969829" y="11000"/>
                    <a:pt x="2940744" y="13996"/>
                  </a:cubicBezTo>
                  <a:cubicBezTo>
                    <a:pt x="2908313" y="15449"/>
                    <a:pt x="2882984" y="17277"/>
                    <a:pt x="2857467" y="11316"/>
                  </a:cubicBezTo>
                  <a:cubicBezTo>
                    <a:pt x="2849248" y="11415"/>
                    <a:pt x="2843817" y="10497"/>
                    <a:pt x="2834375" y="10609"/>
                  </a:cubicBezTo>
                  <a:cubicBezTo>
                    <a:pt x="2823486" y="11182"/>
                    <a:pt x="2820836" y="10661"/>
                    <a:pt x="2811959" y="10720"/>
                  </a:cubicBezTo>
                  <a:cubicBezTo>
                    <a:pt x="2804938" y="11004"/>
                    <a:pt x="2799874" y="11437"/>
                    <a:pt x="2795377" y="10422"/>
                  </a:cubicBezTo>
                  <a:cubicBezTo>
                    <a:pt x="2775095" y="9075"/>
                    <a:pt x="2740590" y="4726"/>
                    <a:pt x="2715785" y="5434"/>
                  </a:cubicBezTo>
                  <a:cubicBezTo>
                    <a:pt x="2700608" y="3339"/>
                    <a:pt x="2673377" y="311"/>
                    <a:pt x="2659653" y="2605"/>
                  </a:cubicBezTo>
                  <a:cubicBezTo>
                    <a:pt x="2653990" y="2550"/>
                    <a:pt x="2648678" y="3954"/>
                    <a:pt x="2643194" y="3275"/>
                  </a:cubicBezTo>
                  <a:cubicBezTo>
                    <a:pt x="2640585" y="3568"/>
                    <a:pt x="2637980" y="3717"/>
                    <a:pt x="2634411" y="3610"/>
                  </a:cubicBezTo>
                  <a:cubicBezTo>
                    <a:pt x="2621233" y="4585"/>
                    <a:pt x="2605350" y="1508"/>
                    <a:pt x="2593510" y="781"/>
                  </a:cubicBezTo>
                  <a:cubicBezTo>
                    <a:pt x="2586744" y="-1036"/>
                    <a:pt x="2575076" y="356"/>
                    <a:pt x="2566918" y="0"/>
                  </a:cubicBezTo>
                  <a:close/>
                </a:path>
              </a:pathLst>
            </a:custGeom>
            <a:solidFill>
              <a:srgbClr val="FFC000"/>
            </a:solidFill>
            <a:ln>
              <a:solidFill>
                <a:schemeClr val="tx1"/>
              </a:solidFill>
              <a:extLst>
                <a:ext uri="{C807C97D-BFC1-408E-A445-0C87EB9F89A2}">
                  <ask:lineSketchStyleProps xmlns:ask="http://schemas.microsoft.com/office/drawing/2018/sketchyshapes" sd="3047046254">
                    <a:custGeom>
                      <a:avLst/>
                      <a:gdLst/>
                      <a:ahLst/>
                      <a:cxnLst/>
                      <a:rect l="l" t="t" r="r" b="b"/>
                      <a:pathLst>
                        <a:path w="52127" h="13160" extrusionOk="0">
                          <a:moveTo>
                            <a:pt x="41797" y="0"/>
                          </a:moveTo>
                          <a:cubicBezTo>
                            <a:pt x="41733" y="0"/>
                            <a:pt x="41673" y="3"/>
                            <a:pt x="41623" y="11"/>
                          </a:cubicBezTo>
                          <a:cubicBezTo>
                            <a:pt x="41525" y="26"/>
                            <a:pt x="41427" y="30"/>
                            <a:pt x="41330" y="30"/>
                          </a:cubicBezTo>
                          <a:cubicBezTo>
                            <a:pt x="41198" y="30"/>
                            <a:pt x="41068" y="23"/>
                            <a:pt x="40937" y="23"/>
                          </a:cubicBezTo>
                          <a:cubicBezTo>
                            <a:pt x="40867" y="23"/>
                            <a:pt x="40798" y="25"/>
                            <a:pt x="40729" y="32"/>
                          </a:cubicBezTo>
                          <a:cubicBezTo>
                            <a:pt x="40603" y="44"/>
                            <a:pt x="40477" y="48"/>
                            <a:pt x="40351" y="48"/>
                          </a:cubicBezTo>
                          <a:cubicBezTo>
                            <a:pt x="40084" y="48"/>
                            <a:pt x="39817" y="30"/>
                            <a:pt x="39550" y="30"/>
                          </a:cubicBezTo>
                          <a:cubicBezTo>
                            <a:pt x="39365" y="30"/>
                            <a:pt x="39179" y="39"/>
                            <a:pt x="38993" y="69"/>
                          </a:cubicBezTo>
                          <a:cubicBezTo>
                            <a:pt x="38821" y="98"/>
                            <a:pt x="38647" y="103"/>
                            <a:pt x="38473" y="103"/>
                          </a:cubicBezTo>
                          <a:cubicBezTo>
                            <a:pt x="38377" y="103"/>
                            <a:pt x="38281" y="101"/>
                            <a:pt x="38184" y="101"/>
                          </a:cubicBezTo>
                          <a:cubicBezTo>
                            <a:pt x="37918" y="101"/>
                            <a:pt x="37652" y="113"/>
                            <a:pt x="37390" y="201"/>
                          </a:cubicBezTo>
                          <a:cubicBezTo>
                            <a:pt x="37360" y="211"/>
                            <a:pt x="37331" y="215"/>
                            <a:pt x="37301" y="215"/>
                          </a:cubicBezTo>
                          <a:cubicBezTo>
                            <a:pt x="37194" y="215"/>
                            <a:pt x="37089" y="162"/>
                            <a:pt x="36992" y="162"/>
                          </a:cubicBezTo>
                          <a:cubicBezTo>
                            <a:pt x="36968" y="162"/>
                            <a:pt x="36944" y="165"/>
                            <a:pt x="36921" y="173"/>
                          </a:cubicBezTo>
                          <a:cubicBezTo>
                            <a:pt x="36796" y="218"/>
                            <a:pt x="36660" y="258"/>
                            <a:pt x="36539" y="258"/>
                          </a:cubicBezTo>
                          <a:cubicBezTo>
                            <a:pt x="36493" y="258"/>
                            <a:pt x="36449" y="253"/>
                            <a:pt x="36409" y="239"/>
                          </a:cubicBezTo>
                          <a:cubicBezTo>
                            <a:pt x="36262" y="191"/>
                            <a:pt x="36117" y="175"/>
                            <a:pt x="35971" y="175"/>
                          </a:cubicBezTo>
                          <a:cubicBezTo>
                            <a:pt x="35659" y="175"/>
                            <a:pt x="35350" y="250"/>
                            <a:pt x="35039" y="250"/>
                          </a:cubicBezTo>
                          <a:cubicBezTo>
                            <a:pt x="34979" y="250"/>
                            <a:pt x="34919" y="247"/>
                            <a:pt x="34859" y="240"/>
                          </a:cubicBezTo>
                          <a:cubicBezTo>
                            <a:pt x="34741" y="227"/>
                            <a:pt x="34621" y="223"/>
                            <a:pt x="34502" y="223"/>
                          </a:cubicBezTo>
                          <a:cubicBezTo>
                            <a:pt x="34240" y="223"/>
                            <a:pt x="33976" y="245"/>
                            <a:pt x="33714" y="245"/>
                          </a:cubicBezTo>
                          <a:cubicBezTo>
                            <a:pt x="33711" y="245"/>
                            <a:pt x="33709" y="245"/>
                            <a:pt x="33706" y="245"/>
                          </a:cubicBezTo>
                          <a:cubicBezTo>
                            <a:pt x="33412" y="245"/>
                            <a:pt x="33118" y="196"/>
                            <a:pt x="32824" y="196"/>
                          </a:cubicBezTo>
                          <a:cubicBezTo>
                            <a:pt x="32722" y="196"/>
                            <a:pt x="32621" y="201"/>
                            <a:pt x="32520" y="217"/>
                          </a:cubicBezTo>
                          <a:cubicBezTo>
                            <a:pt x="32391" y="238"/>
                            <a:pt x="32252" y="260"/>
                            <a:pt x="32124" y="260"/>
                          </a:cubicBezTo>
                          <a:cubicBezTo>
                            <a:pt x="32073" y="260"/>
                            <a:pt x="32024" y="256"/>
                            <a:pt x="31977" y="248"/>
                          </a:cubicBezTo>
                          <a:cubicBezTo>
                            <a:pt x="31895" y="233"/>
                            <a:pt x="31813" y="229"/>
                            <a:pt x="31731" y="229"/>
                          </a:cubicBezTo>
                          <a:cubicBezTo>
                            <a:pt x="31582" y="229"/>
                            <a:pt x="31433" y="244"/>
                            <a:pt x="31285" y="244"/>
                          </a:cubicBezTo>
                          <a:cubicBezTo>
                            <a:pt x="31173" y="244"/>
                            <a:pt x="31061" y="235"/>
                            <a:pt x="30949" y="204"/>
                          </a:cubicBezTo>
                          <a:cubicBezTo>
                            <a:pt x="30839" y="173"/>
                            <a:pt x="30729" y="162"/>
                            <a:pt x="30618" y="162"/>
                          </a:cubicBezTo>
                          <a:cubicBezTo>
                            <a:pt x="30376" y="162"/>
                            <a:pt x="30133" y="213"/>
                            <a:pt x="29890" y="213"/>
                          </a:cubicBezTo>
                          <a:cubicBezTo>
                            <a:pt x="29837" y="213"/>
                            <a:pt x="29784" y="211"/>
                            <a:pt x="29731" y="205"/>
                          </a:cubicBezTo>
                          <a:cubicBezTo>
                            <a:pt x="29524" y="181"/>
                            <a:pt x="29297" y="122"/>
                            <a:pt x="29108" y="122"/>
                          </a:cubicBezTo>
                          <a:cubicBezTo>
                            <a:pt x="29082" y="122"/>
                            <a:pt x="29057" y="123"/>
                            <a:pt x="29033" y="126"/>
                          </a:cubicBezTo>
                          <a:cubicBezTo>
                            <a:pt x="28898" y="140"/>
                            <a:pt x="28763" y="145"/>
                            <a:pt x="28629" y="145"/>
                          </a:cubicBezTo>
                          <a:cubicBezTo>
                            <a:pt x="28307" y="145"/>
                            <a:pt x="27987" y="116"/>
                            <a:pt x="27667" y="116"/>
                          </a:cubicBezTo>
                          <a:cubicBezTo>
                            <a:pt x="27605" y="116"/>
                            <a:pt x="27543" y="117"/>
                            <a:pt x="27481" y="120"/>
                          </a:cubicBezTo>
                          <a:cubicBezTo>
                            <a:pt x="27432" y="122"/>
                            <a:pt x="27383" y="123"/>
                            <a:pt x="27335" y="123"/>
                          </a:cubicBezTo>
                          <a:cubicBezTo>
                            <a:pt x="26924" y="123"/>
                            <a:pt x="26511" y="54"/>
                            <a:pt x="26101" y="54"/>
                          </a:cubicBezTo>
                          <a:cubicBezTo>
                            <a:pt x="26010" y="54"/>
                            <a:pt x="25919" y="58"/>
                            <a:pt x="25828" y="66"/>
                          </a:cubicBezTo>
                          <a:cubicBezTo>
                            <a:pt x="25148" y="128"/>
                            <a:pt x="24469" y="164"/>
                            <a:pt x="23789" y="167"/>
                          </a:cubicBezTo>
                          <a:cubicBezTo>
                            <a:pt x="23617" y="168"/>
                            <a:pt x="23444" y="172"/>
                            <a:pt x="23271" y="172"/>
                          </a:cubicBezTo>
                          <a:cubicBezTo>
                            <a:pt x="23056" y="172"/>
                            <a:pt x="22842" y="166"/>
                            <a:pt x="22629" y="140"/>
                          </a:cubicBezTo>
                          <a:cubicBezTo>
                            <a:pt x="22611" y="138"/>
                            <a:pt x="22593" y="137"/>
                            <a:pt x="22576" y="137"/>
                          </a:cubicBezTo>
                          <a:cubicBezTo>
                            <a:pt x="22393" y="137"/>
                            <a:pt x="22224" y="243"/>
                            <a:pt x="22052" y="243"/>
                          </a:cubicBezTo>
                          <a:cubicBezTo>
                            <a:pt x="22023" y="243"/>
                            <a:pt x="21994" y="240"/>
                            <a:pt x="21966" y="233"/>
                          </a:cubicBezTo>
                          <a:cubicBezTo>
                            <a:pt x="21774" y="189"/>
                            <a:pt x="21582" y="174"/>
                            <a:pt x="21391" y="174"/>
                          </a:cubicBezTo>
                          <a:cubicBezTo>
                            <a:pt x="21065" y="174"/>
                            <a:pt x="20740" y="217"/>
                            <a:pt x="20413" y="232"/>
                          </a:cubicBezTo>
                          <a:cubicBezTo>
                            <a:pt x="20302" y="237"/>
                            <a:pt x="20191" y="239"/>
                            <a:pt x="20080" y="239"/>
                          </a:cubicBezTo>
                          <a:cubicBezTo>
                            <a:pt x="19794" y="239"/>
                            <a:pt x="19509" y="227"/>
                            <a:pt x="19223" y="227"/>
                          </a:cubicBezTo>
                          <a:cubicBezTo>
                            <a:pt x="18976" y="227"/>
                            <a:pt x="18730" y="236"/>
                            <a:pt x="18483" y="267"/>
                          </a:cubicBezTo>
                          <a:cubicBezTo>
                            <a:pt x="18321" y="288"/>
                            <a:pt x="18159" y="294"/>
                            <a:pt x="17996" y="294"/>
                          </a:cubicBezTo>
                          <a:cubicBezTo>
                            <a:pt x="17762" y="294"/>
                            <a:pt x="17528" y="282"/>
                            <a:pt x="17294" y="282"/>
                          </a:cubicBezTo>
                          <a:cubicBezTo>
                            <a:pt x="17144" y="282"/>
                            <a:pt x="16993" y="287"/>
                            <a:pt x="16844" y="304"/>
                          </a:cubicBezTo>
                          <a:cubicBezTo>
                            <a:pt x="16024" y="399"/>
                            <a:pt x="15204" y="446"/>
                            <a:pt x="14385" y="537"/>
                          </a:cubicBezTo>
                          <a:cubicBezTo>
                            <a:pt x="13491" y="637"/>
                            <a:pt x="12595" y="650"/>
                            <a:pt x="11701" y="730"/>
                          </a:cubicBezTo>
                          <a:cubicBezTo>
                            <a:pt x="11506" y="748"/>
                            <a:pt x="11309" y="753"/>
                            <a:pt x="11113" y="753"/>
                          </a:cubicBezTo>
                          <a:cubicBezTo>
                            <a:pt x="10898" y="753"/>
                            <a:pt x="10682" y="747"/>
                            <a:pt x="10467" y="747"/>
                          </a:cubicBezTo>
                          <a:cubicBezTo>
                            <a:pt x="10293" y="747"/>
                            <a:pt x="10119" y="751"/>
                            <a:pt x="9946" y="764"/>
                          </a:cubicBezTo>
                          <a:cubicBezTo>
                            <a:pt x="9610" y="791"/>
                            <a:pt x="9274" y="798"/>
                            <a:pt x="8938" y="798"/>
                          </a:cubicBezTo>
                          <a:cubicBezTo>
                            <a:pt x="8555" y="798"/>
                            <a:pt x="8173" y="789"/>
                            <a:pt x="7791" y="789"/>
                          </a:cubicBezTo>
                          <a:cubicBezTo>
                            <a:pt x="7680" y="789"/>
                            <a:pt x="7569" y="789"/>
                            <a:pt x="7459" y="791"/>
                          </a:cubicBezTo>
                          <a:cubicBezTo>
                            <a:pt x="7452" y="791"/>
                            <a:pt x="7446" y="791"/>
                            <a:pt x="7440" y="791"/>
                          </a:cubicBezTo>
                          <a:cubicBezTo>
                            <a:pt x="7220" y="791"/>
                            <a:pt x="6999" y="709"/>
                            <a:pt x="6778" y="700"/>
                          </a:cubicBezTo>
                          <a:cubicBezTo>
                            <a:pt x="6153" y="678"/>
                            <a:pt x="5523" y="714"/>
                            <a:pt x="4899" y="652"/>
                          </a:cubicBezTo>
                          <a:cubicBezTo>
                            <a:pt x="4596" y="622"/>
                            <a:pt x="4293" y="617"/>
                            <a:pt x="3990" y="617"/>
                          </a:cubicBezTo>
                          <a:cubicBezTo>
                            <a:pt x="3844" y="617"/>
                            <a:pt x="3697" y="619"/>
                            <a:pt x="3550" y="619"/>
                          </a:cubicBezTo>
                          <a:cubicBezTo>
                            <a:pt x="3353" y="619"/>
                            <a:pt x="3156" y="617"/>
                            <a:pt x="2958" y="607"/>
                          </a:cubicBezTo>
                          <a:cubicBezTo>
                            <a:pt x="2803" y="599"/>
                            <a:pt x="2649" y="595"/>
                            <a:pt x="2494" y="595"/>
                          </a:cubicBezTo>
                          <a:cubicBezTo>
                            <a:pt x="1838" y="595"/>
                            <a:pt x="1183" y="661"/>
                            <a:pt x="530" y="761"/>
                          </a:cubicBezTo>
                          <a:cubicBezTo>
                            <a:pt x="333" y="791"/>
                            <a:pt x="107" y="899"/>
                            <a:pt x="47" y="1115"/>
                          </a:cubicBezTo>
                          <a:cubicBezTo>
                            <a:pt x="0" y="1282"/>
                            <a:pt x="87" y="1545"/>
                            <a:pt x="225" y="1721"/>
                          </a:cubicBezTo>
                          <a:cubicBezTo>
                            <a:pt x="380" y="1917"/>
                            <a:pt x="506" y="2149"/>
                            <a:pt x="649" y="2362"/>
                          </a:cubicBezTo>
                          <a:cubicBezTo>
                            <a:pt x="1014" y="2911"/>
                            <a:pt x="1347" y="3504"/>
                            <a:pt x="1755" y="3993"/>
                          </a:cubicBezTo>
                          <a:cubicBezTo>
                            <a:pt x="2224" y="4555"/>
                            <a:pt x="2712" y="5070"/>
                            <a:pt x="3122" y="5724"/>
                          </a:cubicBezTo>
                          <a:cubicBezTo>
                            <a:pt x="3494" y="6320"/>
                            <a:pt x="3374" y="7060"/>
                            <a:pt x="3027" y="7548"/>
                          </a:cubicBezTo>
                          <a:cubicBezTo>
                            <a:pt x="2646" y="8087"/>
                            <a:pt x="2333" y="8705"/>
                            <a:pt x="2051" y="9313"/>
                          </a:cubicBezTo>
                          <a:cubicBezTo>
                            <a:pt x="1765" y="9933"/>
                            <a:pt x="1415" y="10499"/>
                            <a:pt x="1147" y="11134"/>
                          </a:cubicBezTo>
                          <a:cubicBezTo>
                            <a:pt x="913" y="11688"/>
                            <a:pt x="605" y="12193"/>
                            <a:pt x="335" y="12724"/>
                          </a:cubicBezTo>
                          <a:cubicBezTo>
                            <a:pt x="274" y="12843"/>
                            <a:pt x="384" y="13160"/>
                            <a:pt x="461" y="13160"/>
                          </a:cubicBezTo>
                          <a:cubicBezTo>
                            <a:pt x="467" y="13160"/>
                            <a:pt x="473" y="13158"/>
                            <a:pt x="478" y="13154"/>
                          </a:cubicBezTo>
                          <a:cubicBezTo>
                            <a:pt x="639" y="13037"/>
                            <a:pt x="815" y="13110"/>
                            <a:pt x="988" y="13022"/>
                          </a:cubicBezTo>
                          <a:cubicBezTo>
                            <a:pt x="1225" y="12901"/>
                            <a:pt x="1511" y="12944"/>
                            <a:pt x="1776" y="12908"/>
                          </a:cubicBezTo>
                          <a:cubicBezTo>
                            <a:pt x="1778" y="12908"/>
                            <a:pt x="1780" y="12908"/>
                            <a:pt x="1782" y="12908"/>
                          </a:cubicBezTo>
                          <a:cubicBezTo>
                            <a:pt x="1842" y="12908"/>
                            <a:pt x="1800" y="13061"/>
                            <a:pt x="1851" y="13061"/>
                          </a:cubicBezTo>
                          <a:cubicBezTo>
                            <a:pt x="1862" y="13061"/>
                            <a:pt x="1877" y="13054"/>
                            <a:pt x="1898" y="13037"/>
                          </a:cubicBezTo>
                          <a:cubicBezTo>
                            <a:pt x="2040" y="12925"/>
                            <a:pt x="2191" y="12901"/>
                            <a:pt x="2345" y="12901"/>
                          </a:cubicBezTo>
                          <a:cubicBezTo>
                            <a:pt x="2467" y="12901"/>
                            <a:pt x="2591" y="12916"/>
                            <a:pt x="2713" y="12916"/>
                          </a:cubicBezTo>
                          <a:cubicBezTo>
                            <a:pt x="2847" y="12916"/>
                            <a:pt x="2979" y="12898"/>
                            <a:pt x="3106" y="12823"/>
                          </a:cubicBezTo>
                          <a:cubicBezTo>
                            <a:pt x="3114" y="12819"/>
                            <a:pt x="3125" y="12817"/>
                            <a:pt x="3140" y="12817"/>
                          </a:cubicBezTo>
                          <a:cubicBezTo>
                            <a:pt x="3154" y="12817"/>
                            <a:pt x="3172" y="12819"/>
                            <a:pt x="3192" y="12819"/>
                          </a:cubicBezTo>
                          <a:cubicBezTo>
                            <a:pt x="3248" y="12819"/>
                            <a:pt x="3317" y="12808"/>
                            <a:pt x="3361" y="12729"/>
                          </a:cubicBezTo>
                          <a:cubicBezTo>
                            <a:pt x="3362" y="12727"/>
                            <a:pt x="3365" y="12726"/>
                            <a:pt x="3369" y="12726"/>
                          </a:cubicBezTo>
                          <a:cubicBezTo>
                            <a:pt x="3376" y="12726"/>
                            <a:pt x="3385" y="12729"/>
                            <a:pt x="3389" y="12734"/>
                          </a:cubicBezTo>
                          <a:cubicBezTo>
                            <a:pt x="3439" y="12796"/>
                            <a:pt x="3489" y="12816"/>
                            <a:pt x="3538" y="12816"/>
                          </a:cubicBezTo>
                          <a:cubicBezTo>
                            <a:pt x="3622" y="12816"/>
                            <a:pt x="3704" y="12758"/>
                            <a:pt x="3779" y="12758"/>
                          </a:cubicBezTo>
                          <a:cubicBezTo>
                            <a:pt x="3781" y="12758"/>
                            <a:pt x="3782" y="12758"/>
                            <a:pt x="3784" y="12758"/>
                          </a:cubicBezTo>
                          <a:cubicBezTo>
                            <a:pt x="3845" y="12760"/>
                            <a:pt x="3907" y="12761"/>
                            <a:pt x="3969" y="12761"/>
                          </a:cubicBezTo>
                          <a:cubicBezTo>
                            <a:pt x="4233" y="12761"/>
                            <a:pt x="4497" y="12744"/>
                            <a:pt x="4758" y="12708"/>
                          </a:cubicBezTo>
                          <a:cubicBezTo>
                            <a:pt x="4816" y="12701"/>
                            <a:pt x="4911" y="12629"/>
                            <a:pt x="4997" y="12629"/>
                          </a:cubicBezTo>
                          <a:cubicBezTo>
                            <a:pt x="5062" y="12629"/>
                            <a:pt x="5120" y="12670"/>
                            <a:pt x="5153" y="12811"/>
                          </a:cubicBezTo>
                          <a:cubicBezTo>
                            <a:pt x="5194" y="12790"/>
                            <a:pt x="5237" y="12805"/>
                            <a:pt x="5286" y="12783"/>
                          </a:cubicBezTo>
                          <a:cubicBezTo>
                            <a:pt x="5423" y="12720"/>
                            <a:pt x="5551" y="12535"/>
                            <a:pt x="5700" y="12535"/>
                          </a:cubicBezTo>
                          <a:cubicBezTo>
                            <a:pt x="5763" y="12535"/>
                            <a:pt x="5830" y="12568"/>
                            <a:pt x="5904" y="12658"/>
                          </a:cubicBezTo>
                          <a:cubicBezTo>
                            <a:pt x="5907" y="12662"/>
                            <a:pt x="5915" y="12664"/>
                            <a:pt x="5924" y="12664"/>
                          </a:cubicBezTo>
                          <a:cubicBezTo>
                            <a:pt x="5954" y="12664"/>
                            <a:pt x="6004" y="12645"/>
                            <a:pt x="6015" y="12621"/>
                          </a:cubicBezTo>
                          <a:cubicBezTo>
                            <a:pt x="6066" y="12508"/>
                            <a:pt x="6128" y="12469"/>
                            <a:pt x="6189" y="12469"/>
                          </a:cubicBezTo>
                          <a:cubicBezTo>
                            <a:pt x="6275" y="12469"/>
                            <a:pt x="6359" y="12546"/>
                            <a:pt x="6406" y="12596"/>
                          </a:cubicBezTo>
                          <a:cubicBezTo>
                            <a:pt x="6449" y="12642"/>
                            <a:pt x="6493" y="12656"/>
                            <a:pt x="6539" y="12656"/>
                          </a:cubicBezTo>
                          <a:cubicBezTo>
                            <a:pt x="6616" y="12656"/>
                            <a:pt x="6695" y="12614"/>
                            <a:pt x="6768" y="12614"/>
                          </a:cubicBezTo>
                          <a:cubicBezTo>
                            <a:pt x="6817" y="12614"/>
                            <a:pt x="6863" y="12632"/>
                            <a:pt x="6904" y="12695"/>
                          </a:cubicBezTo>
                          <a:cubicBezTo>
                            <a:pt x="6907" y="12699"/>
                            <a:pt x="6911" y="12701"/>
                            <a:pt x="6915" y="12701"/>
                          </a:cubicBezTo>
                          <a:cubicBezTo>
                            <a:pt x="6930" y="12701"/>
                            <a:pt x="6945" y="12664"/>
                            <a:pt x="6935" y="12626"/>
                          </a:cubicBezTo>
                          <a:cubicBezTo>
                            <a:pt x="6901" y="12501"/>
                            <a:pt x="6925" y="12483"/>
                            <a:pt x="6971" y="12483"/>
                          </a:cubicBezTo>
                          <a:cubicBezTo>
                            <a:pt x="6989" y="12483"/>
                            <a:pt x="7010" y="12486"/>
                            <a:pt x="7031" y="12486"/>
                          </a:cubicBezTo>
                          <a:cubicBezTo>
                            <a:pt x="7042" y="12486"/>
                            <a:pt x="7053" y="12485"/>
                            <a:pt x="7064" y="12483"/>
                          </a:cubicBezTo>
                          <a:cubicBezTo>
                            <a:pt x="7075" y="12481"/>
                            <a:pt x="7086" y="12480"/>
                            <a:pt x="7097" y="12480"/>
                          </a:cubicBezTo>
                          <a:cubicBezTo>
                            <a:pt x="7229" y="12480"/>
                            <a:pt x="7329" y="12622"/>
                            <a:pt x="7452" y="12622"/>
                          </a:cubicBezTo>
                          <a:cubicBezTo>
                            <a:pt x="7472" y="12622"/>
                            <a:pt x="7492" y="12618"/>
                            <a:pt x="7512" y="12610"/>
                          </a:cubicBezTo>
                          <a:cubicBezTo>
                            <a:pt x="7831" y="12488"/>
                            <a:pt x="8158" y="12538"/>
                            <a:pt x="8481" y="12504"/>
                          </a:cubicBezTo>
                          <a:cubicBezTo>
                            <a:pt x="8486" y="12504"/>
                            <a:pt x="8490" y="12503"/>
                            <a:pt x="8495" y="12503"/>
                          </a:cubicBezTo>
                          <a:cubicBezTo>
                            <a:pt x="8603" y="12503"/>
                            <a:pt x="8709" y="12620"/>
                            <a:pt x="8788" y="12620"/>
                          </a:cubicBezTo>
                          <a:cubicBezTo>
                            <a:pt x="8803" y="12620"/>
                            <a:pt x="8816" y="12616"/>
                            <a:pt x="8829" y="12607"/>
                          </a:cubicBezTo>
                          <a:cubicBezTo>
                            <a:pt x="8935" y="12531"/>
                            <a:pt x="9041" y="12508"/>
                            <a:pt x="9149" y="12508"/>
                          </a:cubicBezTo>
                          <a:cubicBezTo>
                            <a:pt x="9301" y="12508"/>
                            <a:pt x="9454" y="12552"/>
                            <a:pt x="9609" y="12552"/>
                          </a:cubicBezTo>
                          <a:cubicBezTo>
                            <a:pt x="9692" y="12552"/>
                            <a:pt x="9776" y="12540"/>
                            <a:pt x="9860" y="12500"/>
                          </a:cubicBezTo>
                          <a:cubicBezTo>
                            <a:pt x="9945" y="12461"/>
                            <a:pt x="10032" y="12446"/>
                            <a:pt x="10120" y="12446"/>
                          </a:cubicBezTo>
                          <a:cubicBezTo>
                            <a:pt x="10354" y="12446"/>
                            <a:pt x="10598" y="12548"/>
                            <a:pt x="10848" y="12548"/>
                          </a:cubicBezTo>
                          <a:cubicBezTo>
                            <a:pt x="10909" y="12548"/>
                            <a:pt x="10972" y="12542"/>
                            <a:pt x="11034" y="12526"/>
                          </a:cubicBezTo>
                          <a:cubicBezTo>
                            <a:pt x="11116" y="12506"/>
                            <a:pt x="11199" y="12498"/>
                            <a:pt x="11283" y="12498"/>
                          </a:cubicBezTo>
                          <a:cubicBezTo>
                            <a:pt x="11488" y="12498"/>
                            <a:pt x="11699" y="12542"/>
                            <a:pt x="11909" y="12542"/>
                          </a:cubicBezTo>
                          <a:cubicBezTo>
                            <a:pt x="12000" y="12542"/>
                            <a:pt x="12091" y="12534"/>
                            <a:pt x="12181" y="12510"/>
                          </a:cubicBezTo>
                          <a:cubicBezTo>
                            <a:pt x="12325" y="12473"/>
                            <a:pt x="12468" y="12460"/>
                            <a:pt x="12612" y="12460"/>
                          </a:cubicBezTo>
                          <a:cubicBezTo>
                            <a:pt x="12966" y="12460"/>
                            <a:pt x="13320" y="12541"/>
                            <a:pt x="13678" y="12541"/>
                          </a:cubicBezTo>
                          <a:cubicBezTo>
                            <a:pt x="13822" y="12541"/>
                            <a:pt x="13967" y="12527"/>
                            <a:pt x="14112" y="12491"/>
                          </a:cubicBezTo>
                          <a:cubicBezTo>
                            <a:pt x="14232" y="12460"/>
                            <a:pt x="14352" y="12449"/>
                            <a:pt x="14473" y="12449"/>
                          </a:cubicBezTo>
                          <a:cubicBezTo>
                            <a:pt x="14794" y="12449"/>
                            <a:pt x="15119" y="12526"/>
                            <a:pt x="15449" y="12526"/>
                          </a:cubicBezTo>
                          <a:cubicBezTo>
                            <a:pt x="15537" y="12526"/>
                            <a:pt x="15627" y="12521"/>
                            <a:pt x="15717" y="12507"/>
                          </a:cubicBezTo>
                          <a:cubicBezTo>
                            <a:pt x="15862" y="12484"/>
                            <a:pt x="16011" y="12476"/>
                            <a:pt x="16163" y="12476"/>
                          </a:cubicBezTo>
                          <a:cubicBezTo>
                            <a:pt x="16471" y="12476"/>
                            <a:pt x="16787" y="12509"/>
                            <a:pt x="17097" y="12520"/>
                          </a:cubicBezTo>
                          <a:cubicBezTo>
                            <a:pt x="17191" y="12523"/>
                            <a:pt x="17271" y="12631"/>
                            <a:pt x="17366" y="12631"/>
                          </a:cubicBezTo>
                          <a:cubicBezTo>
                            <a:pt x="17393" y="12631"/>
                            <a:pt x="17421" y="12622"/>
                            <a:pt x="17451" y="12599"/>
                          </a:cubicBezTo>
                          <a:cubicBezTo>
                            <a:pt x="17608" y="12480"/>
                            <a:pt x="17769" y="12445"/>
                            <a:pt x="17932" y="12445"/>
                          </a:cubicBezTo>
                          <a:cubicBezTo>
                            <a:pt x="18165" y="12445"/>
                            <a:pt x="18402" y="12516"/>
                            <a:pt x="18637" y="12516"/>
                          </a:cubicBezTo>
                          <a:cubicBezTo>
                            <a:pt x="18702" y="12516"/>
                            <a:pt x="18766" y="12510"/>
                            <a:pt x="18831" y="12497"/>
                          </a:cubicBezTo>
                          <a:cubicBezTo>
                            <a:pt x="18968" y="12468"/>
                            <a:pt x="19134" y="12448"/>
                            <a:pt x="19304" y="12448"/>
                          </a:cubicBezTo>
                          <a:cubicBezTo>
                            <a:pt x="19406" y="12448"/>
                            <a:pt x="19508" y="12455"/>
                            <a:pt x="19607" y="12471"/>
                          </a:cubicBezTo>
                          <a:cubicBezTo>
                            <a:pt x="19744" y="12494"/>
                            <a:pt x="19882" y="12503"/>
                            <a:pt x="20021" y="12503"/>
                          </a:cubicBezTo>
                          <a:cubicBezTo>
                            <a:pt x="20257" y="12503"/>
                            <a:pt x="20495" y="12477"/>
                            <a:pt x="20732" y="12449"/>
                          </a:cubicBezTo>
                          <a:cubicBezTo>
                            <a:pt x="20750" y="12447"/>
                            <a:pt x="20769" y="12446"/>
                            <a:pt x="20788" y="12446"/>
                          </a:cubicBezTo>
                          <a:cubicBezTo>
                            <a:pt x="20964" y="12446"/>
                            <a:pt x="21176" y="12526"/>
                            <a:pt x="21316" y="12526"/>
                          </a:cubicBezTo>
                          <a:cubicBezTo>
                            <a:pt x="21355" y="12526"/>
                            <a:pt x="21389" y="12519"/>
                            <a:pt x="21415" y="12503"/>
                          </a:cubicBezTo>
                          <a:cubicBezTo>
                            <a:pt x="21477" y="12463"/>
                            <a:pt x="21541" y="12449"/>
                            <a:pt x="21607" y="12449"/>
                          </a:cubicBezTo>
                          <a:cubicBezTo>
                            <a:pt x="21760" y="12449"/>
                            <a:pt x="21918" y="12527"/>
                            <a:pt x="22063" y="12527"/>
                          </a:cubicBezTo>
                          <a:cubicBezTo>
                            <a:pt x="22176" y="12527"/>
                            <a:pt x="22282" y="12480"/>
                            <a:pt x="22372" y="12311"/>
                          </a:cubicBezTo>
                          <a:cubicBezTo>
                            <a:pt x="22386" y="12328"/>
                            <a:pt x="22397" y="12353"/>
                            <a:pt x="22413" y="12362"/>
                          </a:cubicBezTo>
                          <a:cubicBezTo>
                            <a:pt x="22532" y="12431"/>
                            <a:pt x="22664" y="12461"/>
                            <a:pt x="22789" y="12461"/>
                          </a:cubicBezTo>
                          <a:cubicBezTo>
                            <a:pt x="22875" y="12461"/>
                            <a:pt x="22958" y="12447"/>
                            <a:pt x="23032" y="12420"/>
                          </a:cubicBezTo>
                          <a:cubicBezTo>
                            <a:pt x="23129" y="12384"/>
                            <a:pt x="23218" y="12368"/>
                            <a:pt x="23305" y="12368"/>
                          </a:cubicBezTo>
                          <a:cubicBezTo>
                            <a:pt x="23419" y="12368"/>
                            <a:pt x="23528" y="12396"/>
                            <a:pt x="23644" y="12443"/>
                          </a:cubicBezTo>
                          <a:cubicBezTo>
                            <a:pt x="23695" y="12464"/>
                            <a:pt x="23735" y="12525"/>
                            <a:pt x="23794" y="12525"/>
                          </a:cubicBezTo>
                          <a:cubicBezTo>
                            <a:pt x="23815" y="12525"/>
                            <a:pt x="23837" y="12518"/>
                            <a:pt x="23863" y="12499"/>
                          </a:cubicBezTo>
                          <a:cubicBezTo>
                            <a:pt x="24005" y="12400"/>
                            <a:pt x="24155" y="12371"/>
                            <a:pt x="24306" y="12371"/>
                          </a:cubicBezTo>
                          <a:cubicBezTo>
                            <a:pt x="24509" y="12371"/>
                            <a:pt x="24714" y="12423"/>
                            <a:pt x="24906" y="12426"/>
                          </a:cubicBezTo>
                          <a:cubicBezTo>
                            <a:pt x="25329" y="12432"/>
                            <a:pt x="25762" y="12510"/>
                            <a:pt x="26188" y="12510"/>
                          </a:cubicBezTo>
                          <a:cubicBezTo>
                            <a:pt x="26259" y="12510"/>
                            <a:pt x="26330" y="12508"/>
                            <a:pt x="26401" y="12503"/>
                          </a:cubicBezTo>
                          <a:cubicBezTo>
                            <a:pt x="26428" y="12501"/>
                            <a:pt x="26454" y="12500"/>
                            <a:pt x="26481" y="12500"/>
                          </a:cubicBezTo>
                          <a:cubicBezTo>
                            <a:pt x="26684" y="12500"/>
                            <a:pt x="26882" y="12551"/>
                            <a:pt x="27089" y="12551"/>
                          </a:cubicBezTo>
                          <a:cubicBezTo>
                            <a:pt x="27144" y="12551"/>
                            <a:pt x="27199" y="12547"/>
                            <a:pt x="27255" y="12538"/>
                          </a:cubicBezTo>
                          <a:cubicBezTo>
                            <a:pt x="27411" y="12514"/>
                            <a:pt x="27570" y="12507"/>
                            <a:pt x="27730" y="12507"/>
                          </a:cubicBezTo>
                          <a:cubicBezTo>
                            <a:pt x="27965" y="12507"/>
                            <a:pt x="28204" y="12522"/>
                            <a:pt x="28443" y="12522"/>
                          </a:cubicBezTo>
                          <a:cubicBezTo>
                            <a:pt x="28539" y="12522"/>
                            <a:pt x="28635" y="12520"/>
                            <a:pt x="28730" y="12513"/>
                          </a:cubicBezTo>
                          <a:cubicBezTo>
                            <a:pt x="28736" y="12512"/>
                            <a:pt x="28742" y="12512"/>
                            <a:pt x="28747" y="12512"/>
                          </a:cubicBezTo>
                          <a:cubicBezTo>
                            <a:pt x="28835" y="12512"/>
                            <a:pt x="28930" y="12555"/>
                            <a:pt x="29013" y="12555"/>
                          </a:cubicBezTo>
                          <a:cubicBezTo>
                            <a:pt x="29039" y="12555"/>
                            <a:pt x="29064" y="12551"/>
                            <a:pt x="29088" y="12540"/>
                          </a:cubicBezTo>
                          <a:cubicBezTo>
                            <a:pt x="29177" y="12497"/>
                            <a:pt x="29260" y="12475"/>
                            <a:pt x="29339" y="12475"/>
                          </a:cubicBezTo>
                          <a:cubicBezTo>
                            <a:pt x="29485" y="12475"/>
                            <a:pt x="29616" y="12550"/>
                            <a:pt x="29741" y="12708"/>
                          </a:cubicBezTo>
                          <a:cubicBezTo>
                            <a:pt x="29774" y="12634"/>
                            <a:pt x="29773" y="12466"/>
                            <a:pt x="29839" y="12466"/>
                          </a:cubicBezTo>
                          <a:cubicBezTo>
                            <a:pt x="29866" y="12466"/>
                            <a:pt x="29905" y="12495"/>
                            <a:pt x="29962" y="12569"/>
                          </a:cubicBezTo>
                          <a:cubicBezTo>
                            <a:pt x="29998" y="12615"/>
                            <a:pt x="30042" y="12635"/>
                            <a:pt x="30090" y="12635"/>
                          </a:cubicBezTo>
                          <a:cubicBezTo>
                            <a:pt x="30132" y="12635"/>
                            <a:pt x="30177" y="12620"/>
                            <a:pt x="30221" y="12596"/>
                          </a:cubicBezTo>
                          <a:cubicBezTo>
                            <a:pt x="30349" y="12525"/>
                            <a:pt x="30483" y="12500"/>
                            <a:pt x="30617" y="12500"/>
                          </a:cubicBezTo>
                          <a:cubicBezTo>
                            <a:pt x="30766" y="12500"/>
                            <a:pt x="30913" y="12531"/>
                            <a:pt x="31050" y="12560"/>
                          </a:cubicBezTo>
                          <a:cubicBezTo>
                            <a:pt x="31134" y="12579"/>
                            <a:pt x="31237" y="12640"/>
                            <a:pt x="31321" y="12640"/>
                          </a:cubicBezTo>
                          <a:cubicBezTo>
                            <a:pt x="31356" y="12640"/>
                            <a:pt x="31389" y="12629"/>
                            <a:pt x="31416" y="12599"/>
                          </a:cubicBezTo>
                          <a:cubicBezTo>
                            <a:pt x="31461" y="12549"/>
                            <a:pt x="31504" y="12531"/>
                            <a:pt x="31546" y="12531"/>
                          </a:cubicBezTo>
                          <a:cubicBezTo>
                            <a:pt x="31641" y="12531"/>
                            <a:pt x="31725" y="12621"/>
                            <a:pt x="31793" y="12627"/>
                          </a:cubicBezTo>
                          <a:cubicBezTo>
                            <a:pt x="31821" y="12630"/>
                            <a:pt x="31849" y="12631"/>
                            <a:pt x="31876" y="12631"/>
                          </a:cubicBezTo>
                          <a:cubicBezTo>
                            <a:pt x="32078" y="12631"/>
                            <a:pt x="32275" y="12567"/>
                            <a:pt x="32477" y="12567"/>
                          </a:cubicBezTo>
                          <a:cubicBezTo>
                            <a:pt x="32552" y="12567"/>
                            <a:pt x="32628" y="12576"/>
                            <a:pt x="32705" y="12601"/>
                          </a:cubicBezTo>
                          <a:cubicBezTo>
                            <a:pt x="32915" y="12668"/>
                            <a:pt x="33150" y="12735"/>
                            <a:pt x="33368" y="12735"/>
                          </a:cubicBezTo>
                          <a:cubicBezTo>
                            <a:pt x="33474" y="12735"/>
                            <a:pt x="33577" y="12719"/>
                            <a:pt x="33671" y="12679"/>
                          </a:cubicBezTo>
                          <a:cubicBezTo>
                            <a:pt x="33778" y="12633"/>
                            <a:pt x="33882" y="12617"/>
                            <a:pt x="33983" y="12617"/>
                          </a:cubicBezTo>
                          <a:cubicBezTo>
                            <a:pt x="34193" y="12617"/>
                            <a:pt x="34395" y="12684"/>
                            <a:pt x="34603" y="12684"/>
                          </a:cubicBezTo>
                          <a:cubicBezTo>
                            <a:pt x="34644" y="12684"/>
                            <a:pt x="34685" y="12681"/>
                            <a:pt x="34726" y="12675"/>
                          </a:cubicBezTo>
                          <a:cubicBezTo>
                            <a:pt x="34881" y="12652"/>
                            <a:pt x="35039" y="12646"/>
                            <a:pt x="35200" y="12646"/>
                          </a:cubicBezTo>
                          <a:cubicBezTo>
                            <a:pt x="35379" y="12646"/>
                            <a:pt x="35561" y="12654"/>
                            <a:pt x="35740" y="12654"/>
                          </a:cubicBezTo>
                          <a:cubicBezTo>
                            <a:pt x="36151" y="12657"/>
                            <a:pt x="36570" y="12658"/>
                            <a:pt x="36975" y="12744"/>
                          </a:cubicBezTo>
                          <a:cubicBezTo>
                            <a:pt x="36996" y="12748"/>
                            <a:pt x="37018" y="12750"/>
                            <a:pt x="37040" y="12750"/>
                          </a:cubicBezTo>
                          <a:cubicBezTo>
                            <a:pt x="37134" y="12750"/>
                            <a:pt x="37235" y="12719"/>
                            <a:pt x="37323" y="12719"/>
                          </a:cubicBezTo>
                          <a:cubicBezTo>
                            <a:pt x="37396" y="12719"/>
                            <a:pt x="37460" y="12740"/>
                            <a:pt x="37505" y="12816"/>
                          </a:cubicBezTo>
                          <a:cubicBezTo>
                            <a:pt x="37532" y="12862"/>
                            <a:pt x="37560" y="12880"/>
                            <a:pt x="37588" y="12880"/>
                          </a:cubicBezTo>
                          <a:cubicBezTo>
                            <a:pt x="37670" y="12880"/>
                            <a:pt x="37751" y="12721"/>
                            <a:pt x="37818" y="12721"/>
                          </a:cubicBezTo>
                          <a:cubicBezTo>
                            <a:pt x="37850" y="12721"/>
                            <a:pt x="37879" y="12756"/>
                            <a:pt x="37904" y="12862"/>
                          </a:cubicBezTo>
                          <a:cubicBezTo>
                            <a:pt x="37972" y="12753"/>
                            <a:pt x="38051" y="12721"/>
                            <a:pt x="38133" y="12721"/>
                          </a:cubicBezTo>
                          <a:cubicBezTo>
                            <a:pt x="38242" y="12721"/>
                            <a:pt x="38358" y="12775"/>
                            <a:pt x="38467" y="12775"/>
                          </a:cubicBezTo>
                          <a:cubicBezTo>
                            <a:pt x="38529" y="12775"/>
                            <a:pt x="38589" y="12758"/>
                            <a:pt x="38645" y="12704"/>
                          </a:cubicBezTo>
                          <a:cubicBezTo>
                            <a:pt x="38661" y="12689"/>
                            <a:pt x="38686" y="12683"/>
                            <a:pt x="38714" y="12683"/>
                          </a:cubicBezTo>
                          <a:cubicBezTo>
                            <a:pt x="38761" y="12683"/>
                            <a:pt x="38817" y="12701"/>
                            <a:pt x="38853" y="12725"/>
                          </a:cubicBezTo>
                          <a:cubicBezTo>
                            <a:pt x="38938" y="12785"/>
                            <a:pt x="39022" y="12805"/>
                            <a:pt x="39106" y="12805"/>
                          </a:cubicBezTo>
                          <a:cubicBezTo>
                            <a:pt x="39286" y="12805"/>
                            <a:pt x="39463" y="12713"/>
                            <a:pt x="39638" y="12713"/>
                          </a:cubicBezTo>
                          <a:cubicBezTo>
                            <a:pt x="39658" y="12713"/>
                            <a:pt x="39678" y="12714"/>
                            <a:pt x="39698" y="12717"/>
                          </a:cubicBezTo>
                          <a:cubicBezTo>
                            <a:pt x="39714" y="12719"/>
                            <a:pt x="39730" y="12720"/>
                            <a:pt x="39746" y="12720"/>
                          </a:cubicBezTo>
                          <a:cubicBezTo>
                            <a:pt x="39872" y="12720"/>
                            <a:pt x="40004" y="12663"/>
                            <a:pt x="40131" y="12663"/>
                          </a:cubicBezTo>
                          <a:cubicBezTo>
                            <a:pt x="40238" y="12663"/>
                            <a:pt x="40341" y="12703"/>
                            <a:pt x="40432" y="12852"/>
                          </a:cubicBezTo>
                          <a:cubicBezTo>
                            <a:pt x="40455" y="12889"/>
                            <a:pt x="40495" y="12929"/>
                            <a:pt x="40528" y="12929"/>
                          </a:cubicBezTo>
                          <a:cubicBezTo>
                            <a:pt x="40562" y="12929"/>
                            <a:pt x="40588" y="12888"/>
                            <a:pt x="40581" y="12764"/>
                          </a:cubicBezTo>
                          <a:cubicBezTo>
                            <a:pt x="40579" y="12719"/>
                            <a:pt x="40619" y="12705"/>
                            <a:pt x="40661" y="12705"/>
                          </a:cubicBezTo>
                          <a:cubicBezTo>
                            <a:pt x="40690" y="12705"/>
                            <a:pt x="40720" y="12712"/>
                            <a:pt x="40740" y="12719"/>
                          </a:cubicBezTo>
                          <a:cubicBezTo>
                            <a:pt x="40860" y="12766"/>
                            <a:pt x="40981" y="12796"/>
                            <a:pt x="41101" y="12796"/>
                          </a:cubicBezTo>
                          <a:cubicBezTo>
                            <a:pt x="41214" y="12796"/>
                            <a:pt x="41326" y="12770"/>
                            <a:pt x="41435" y="12706"/>
                          </a:cubicBezTo>
                          <a:cubicBezTo>
                            <a:pt x="41449" y="12698"/>
                            <a:pt x="41461" y="12694"/>
                            <a:pt x="41473" y="12694"/>
                          </a:cubicBezTo>
                          <a:cubicBezTo>
                            <a:pt x="41553" y="12694"/>
                            <a:pt x="41583" y="12859"/>
                            <a:pt x="41605" y="12859"/>
                          </a:cubicBezTo>
                          <a:cubicBezTo>
                            <a:pt x="41610" y="12859"/>
                            <a:pt x="41614" y="12849"/>
                            <a:pt x="41619" y="12825"/>
                          </a:cubicBezTo>
                          <a:cubicBezTo>
                            <a:pt x="41644" y="12698"/>
                            <a:pt x="41680" y="12662"/>
                            <a:pt x="41720" y="12662"/>
                          </a:cubicBezTo>
                          <a:cubicBezTo>
                            <a:pt x="41770" y="12662"/>
                            <a:pt x="41826" y="12717"/>
                            <a:pt x="41874" y="12717"/>
                          </a:cubicBezTo>
                          <a:cubicBezTo>
                            <a:pt x="41880" y="12717"/>
                            <a:pt x="41887" y="12716"/>
                            <a:pt x="41893" y="12714"/>
                          </a:cubicBezTo>
                          <a:cubicBezTo>
                            <a:pt x="41936" y="12698"/>
                            <a:pt x="41979" y="12693"/>
                            <a:pt x="42023" y="12693"/>
                          </a:cubicBezTo>
                          <a:cubicBezTo>
                            <a:pt x="42148" y="12693"/>
                            <a:pt x="42270" y="12742"/>
                            <a:pt x="42388" y="12742"/>
                          </a:cubicBezTo>
                          <a:cubicBezTo>
                            <a:pt x="42402" y="12742"/>
                            <a:pt x="42416" y="12741"/>
                            <a:pt x="42430" y="12740"/>
                          </a:cubicBezTo>
                          <a:cubicBezTo>
                            <a:pt x="42618" y="12719"/>
                            <a:pt x="42810" y="12649"/>
                            <a:pt x="42998" y="12649"/>
                          </a:cubicBezTo>
                          <a:cubicBezTo>
                            <a:pt x="43032" y="12649"/>
                            <a:pt x="43066" y="12652"/>
                            <a:pt x="43099" y="12657"/>
                          </a:cubicBezTo>
                          <a:cubicBezTo>
                            <a:pt x="43292" y="12687"/>
                            <a:pt x="43499" y="12721"/>
                            <a:pt x="43691" y="12721"/>
                          </a:cubicBezTo>
                          <a:cubicBezTo>
                            <a:pt x="43805" y="12721"/>
                            <a:pt x="43913" y="12709"/>
                            <a:pt x="44011" y="12678"/>
                          </a:cubicBezTo>
                          <a:cubicBezTo>
                            <a:pt x="44234" y="12605"/>
                            <a:pt x="44455" y="12593"/>
                            <a:pt x="44674" y="12593"/>
                          </a:cubicBezTo>
                          <a:cubicBezTo>
                            <a:pt x="44782" y="12593"/>
                            <a:pt x="44889" y="12596"/>
                            <a:pt x="44996" y="12596"/>
                          </a:cubicBezTo>
                          <a:cubicBezTo>
                            <a:pt x="45096" y="12596"/>
                            <a:pt x="45196" y="12593"/>
                            <a:pt x="45296" y="12584"/>
                          </a:cubicBezTo>
                          <a:cubicBezTo>
                            <a:pt x="45608" y="12553"/>
                            <a:pt x="45922" y="12454"/>
                            <a:pt x="46237" y="12454"/>
                          </a:cubicBezTo>
                          <a:cubicBezTo>
                            <a:pt x="46332" y="12454"/>
                            <a:pt x="46426" y="12462"/>
                            <a:pt x="46521" y="12485"/>
                          </a:cubicBezTo>
                          <a:cubicBezTo>
                            <a:pt x="46530" y="12487"/>
                            <a:pt x="46539" y="12488"/>
                            <a:pt x="46548" y="12488"/>
                          </a:cubicBezTo>
                          <a:cubicBezTo>
                            <a:pt x="46607" y="12488"/>
                            <a:pt x="46642" y="12436"/>
                            <a:pt x="46687" y="12410"/>
                          </a:cubicBezTo>
                          <a:cubicBezTo>
                            <a:pt x="46757" y="12370"/>
                            <a:pt x="46827" y="12352"/>
                            <a:pt x="46896" y="12352"/>
                          </a:cubicBezTo>
                          <a:cubicBezTo>
                            <a:pt x="46981" y="12352"/>
                            <a:pt x="47065" y="12379"/>
                            <a:pt x="47149" y="12422"/>
                          </a:cubicBezTo>
                          <a:cubicBezTo>
                            <a:pt x="47196" y="12446"/>
                            <a:pt x="47240" y="12477"/>
                            <a:pt x="47287" y="12505"/>
                          </a:cubicBezTo>
                          <a:cubicBezTo>
                            <a:pt x="47322" y="12372"/>
                            <a:pt x="47350" y="12328"/>
                            <a:pt x="47383" y="12328"/>
                          </a:cubicBezTo>
                          <a:cubicBezTo>
                            <a:pt x="47426" y="12328"/>
                            <a:pt x="47479" y="12404"/>
                            <a:pt x="47570" y="12457"/>
                          </a:cubicBezTo>
                          <a:cubicBezTo>
                            <a:pt x="47623" y="12487"/>
                            <a:pt x="47683" y="12500"/>
                            <a:pt x="47747" y="12500"/>
                          </a:cubicBezTo>
                          <a:cubicBezTo>
                            <a:pt x="47936" y="12500"/>
                            <a:pt x="48158" y="12392"/>
                            <a:pt x="48330" y="12342"/>
                          </a:cubicBezTo>
                          <a:cubicBezTo>
                            <a:pt x="48719" y="12231"/>
                            <a:pt x="49093" y="12286"/>
                            <a:pt x="49470" y="12256"/>
                          </a:cubicBezTo>
                          <a:cubicBezTo>
                            <a:pt x="49497" y="12254"/>
                            <a:pt x="49523" y="12253"/>
                            <a:pt x="49550" y="12253"/>
                          </a:cubicBezTo>
                          <a:cubicBezTo>
                            <a:pt x="49775" y="12253"/>
                            <a:pt x="50018" y="12318"/>
                            <a:pt x="50232" y="12318"/>
                          </a:cubicBezTo>
                          <a:cubicBezTo>
                            <a:pt x="50248" y="12318"/>
                            <a:pt x="50263" y="12318"/>
                            <a:pt x="50279" y="12317"/>
                          </a:cubicBezTo>
                          <a:cubicBezTo>
                            <a:pt x="50454" y="12308"/>
                            <a:pt x="50586" y="12301"/>
                            <a:pt x="50695" y="12301"/>
                          </a:cubicBezTo>
                          <a:cubicBezTo>
                            <a:pt x="50988" y="12301"/>
                            <a:pt x="51115" y="12352"/>
                            <a:pt x="51483" y="12546"/>
                          </a:cubicBezTo>
                          <a:cubicBezTo>
                            <a:pt x="51501" y="12555"/>
                            <a:pt x="51522" y="12552"/>
                            <a:pt x="51542" y="12554"/>
                          </a:cubicBezTo>
                          <a:cubicBezTo>
                            <a:pt x="51544" y="12394"/>
                            <a:pt x="51570" y="12346"/>
                            <a:pt x="51606" y="12346"/>
                          </a:cubicBezTo>
                          <a:cubicBezTo>
                            <a:pt x="51663" y="12346"/>
                            <a:pt x="51744" y="12462"/>
                            <a:pt x="51800" y="12462"/>
                          </a:cubicBezTo>
                          <a:cubicBezTo>
                            <a:pt x="51808" y="12462"/>
                            <a:pt x="51815" y="12460"/>
                            <a:pt x="51821" y="12455"/>
                          </a:cubicBezTo>
                          <a:cubicBezTo>
                            <a:pt x="51915" y="12391"/>
                            <a:pt x="51997" y="12333"/>
                            <a:pt x="51957" y="12156"/>
                          </a:cubicBezTo>
                          <a:cubicBezTo>
                            <a:pt x="51864" y="11751"/>
                            <a:pt x="51710" y="11361"/>
                            <a:pt x="51502" y="11000"/>
                          </a:cubicBezTo>
                          <a:cubicBezTo>
                            <a:pt x="51057" y="10218"/>
                            <a:pt x="50568" y="9477"/>
                            <a:pt x="50116" y="8701"/>
                          </a:cubicBezTo>
                          <a:cubicBezTo>
                            <a:pt x="49823" y="8199"/>
                            <a:pt x="49511" y="7722"/>
                            <a:pt x="49191" y="7252"/>
                          </a:cubicBezTo>
                          <a:cubicBezTo>
                            <a:pt x="49036" y="7022"/>
                            <a:pt x="48916" y="6262"/>
                            <a:pt x="49048" y="6209"/>
                          </a:cubicBezTo>
                          <a:cubicBezTo>
                            <a:pt x="49525" y="6012"/>
                            <a:pt x="49530" y="5345"/>
                            <a:pt x="49838" y="4970"/>
                          </a:cubicBezTo>
                          <a:cubicBezTo>
                            <a:pt x="50078" y="4676"/>
                            <a:pt x="50225" y="4230"/>
                            <a:pt x="50486" y="3922"/>
                          </a:cubicBezTo>
                          <a:cubicBezTo>
                            <a:pt x="50538" y="3864"/>
                            <a:pt x="50571" y="3778"/>
                            <a:pt x="50612" y="3706"/>
                          </a:cubicBezTo>
                          <a:cubicBezTo>
                            <a:pt x="50801" y="3375"/>
                            <a:pt x="50810" y="2903"/>
                            <a:pt x="51134" y="2670"/>
                          </a:cubicBezTo>
                          <a:cubicBezTo>
                            <a:pt x="51225" y="2602"/>
                            <a:pt x="51364" y="2540"/>
                            <a:pt x="51356" y="2313"/>
                          </a:cubicBezTo>
                          <a:cubicBezTo>
                            <a:pt x="51349" y="2104"/>
                            <a:pt x="51488" y="1905"/>
                            <a:pt x="51643" y="1827"/>
                          </a:cubicBezTo>
                          <a:cubicBezTo>
                            <a:pt x="51719" y="1790"/>
                            <a:pt x="51667" y="1755"/>
                            <a:pt x="51648" y="1723"/>
                          </a:cubicBezTo>
                          <a:cubicBezTo>
                            <a:pt x="51565" y="1595"/>
                            <a:pt x="51730" y="1563"/>
                            <a:pt x="51709" y="1460"/>
                          </a:cubicBezTo>
                          <a:lnTo>
                            <a:pt x="51709" y="1460"/>
                          </a:lnTo>
                          <a:cubicBezTo>
                            <a:pt x="51709" y="1460"/>
                            <a:pt x="51710" y="1460"/>
                            <a:pt x="51710" y="1460"/>
                          </a:cubicBezTo>
                          <a:cubicBezTo>
                            <a:pt x="51929" y="1460"/>
                            <a:pt x="51940" y="1195"/>
                            <a:pt x="52026" y="1037"/>
                          </a:cubicBezTo>
                          <a:cubicBezTo>
                            <a:pt x="52127" y="851"/>
                            <a:pt x="51990" y="467"/>
                            <a:pt x="51833" y="467"/>
                          </a:cubicBezTo>
                          <a:cubicBezTo>
                            <a:pt x="51824" y="467"/>
                            <a:pt x="51814" y="469"/>
                            <a:pt x="51805" y="471"/>
                          </a:cubicBezTo>
                          <a:cubicBezTo>
                            <a:pt x="51761" y="484"/>
                            <a:pt x="51717" y="490"/>
                            <a:pt x="51675" y="490"/>
                          </a:cubicBezTo>
                          <a:cubicBezTo>
                            <a:pt x="51438" y="490"/>
                            <a:pt x="51232" y="315"/>
                            <a:pt x="50982" y="315"/>
                          </a:cubicBezTo>
                          <a:cubicBezTo>
                            <a:pt x="50975" y="315"/>
                            <a:pt x="50969" y="315"/>
                            <a:pt x="50963" y="315"/>
                          </a:cubicBezTo>
                          <a:cubicBezTo>
                            <a:pt x="50467" y="333"/>
                            <a:pt x="49964" y="345"/>
                            <a:pt x="49464" y="350"/>
                          </a:cubicBezTo>
                          <a:cubicBezTo>
                            <a:pt x="48938" y="354"/>
                            <a:pt x="48411" y="376"/>
                            <a:pt x="47884" y="376"/>
                          </a:cubicBezTo>
                          <a:cubicBezTo>
                            <a:pt x="47432" y="376"/>
                            <a:pt x="46979" y="360"/>
                            <a:pt x="46528" y="304"/>
                          </a:cubicBezTo>
                          <a:cubicBezTo>
                            <a:pt x="46403" y="289"/>
                            <a:pt x="46278" y="285"/>
                            <a:pt x="46152" y="285"/>
                          </a:cubicBezTo>
                          <a:cubicBezTo>
                            <a:pt x="46031" y="285"/>
                            <a:pt x="45909" y="288"/>
                            <a:pt x="45787" y="288"/>
                          </a:cubicBezTo>
                          <a:cubicBezTo>
                            <a:pt x="45697" y="288"/>
                            <a:pt x="45607" y="286"/>
                            <a:pt x="45517" y="280"/>
                          </a:cubicBezTo>
                          <a:cubicBezTo>
                            <a:pt x="45085" y="247"/>
                            <a:pt x="44655" y="171"/>
                            <a:pt x="44221" y="146"/>
                          </a:cubicBezTo>
                          <a:cubicBezTo>
                            <a:pt x="43917" y="129"/>
                            <a:pt x="43611" y="70"/>
                            <a:pt x="43307" y="70"/>
                          </a:cubicBezTo>
                          <a:cubicBezTo>
                            <a:pt x="43217" y="70"/>
                            <a:pt x="43128" y="75"/>
                            <a:pt x="43039" y="88"/>
                          </a:cubicBezTo>
                          <a:cubicBezTo>
                            <a:pt x="42991" y="95"/>
                            <a:pt x="42944" y="97"/>
                            <a:pt x="42896" y="97"/>
                          </a:cubicBezTo>
                          <a:cubicBezTo>
                            <a:pt x="42671" y="97"/>
                            <a:pt x="42450" y="33"/>
                            <a:pt x="42230" y="21"/>
                          </a:cubicBezTo>
                          <a:cubicBezTo>
                            <a:pt x="42099" y="14"/>
                            <a:pt x="41937" y="0"/>
                            <a:pt x="41797" y="0"/>
                          </a:cubicBezTo>
                          <a:close/>
                        </a:path>
                      </a:pathLst>
                    </a:custGeom>
                    <ask:type>
                      <ask:lineSketchScribble/>
                    </ask:type>
                  </ask:lineSketchStyleProps>
                </a:ext>
              </a:extLst>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latin typeface="SKETCHNOTE" pitchFamily="50" charset="0"/>
                </a:rPr>
                <a:t>Observations</a:t>
              </a:r>
              <a:endParaRPr sz="2400" dirty="0">
                <a:latin typeface="SKETCHNOTE" pitchFamily="50" charset="0"/>
              </a:endParaRPr>
            </a:p>
          </p:txBody>
        </p:sp>
        <p:grpSp>
          <p:nvGrpSpPr>
            <p:cNvPr id="84" name="Group 83">
              <a:extLst>
                <a:ext uri="{FF2B5EF4-FFF2-40B4-BE49-F238E27FC236}">
                  <a16:creationId xmlns:a16="http://schemas.microsoft.com/office/drawing/2014/main" id="{8F46F438-48C3-35A7-F160-49E7BF5CC811}"/>
                </a:ext>
              </a:extLst>
            </p:cNvPr>
            <p:cNvGrpSpPr/>
            <p:nvPr/>
          </p:nvGrpSpPr>
          <p:grpSpPr>
            <a:xfrm>
              <a:off x="3817087" y="3232371"/>
              <a:ext cx="431146" cy="559752"/>
              <a:chOff x="5452038" y="3604994"/>
              <a:chExt cx="291975" cy="379068"/>
            </a:xfrm>
          </p:grpSpPr>
          <p:sp>
            <p:nvSpPr>
              <p:cNvPr id="83" name="Oval 82">
                <a:extLst>
                  <a:ext uri="{FF2B5EF4-FFF2-40B4-BE49-F238E27FC236}">
                    <a16:creationId xmlns:a16="http://schemas.microsoft.com/office/drawing/2014/main" id="{666F66B8-8F82-96AF-8A14-98D465F922A1}"/>
                  </a:ext>
                </a:extLst>
              </p:cNvPr>
              <p:cNvSpPr/>
              <p:nvPr/>
            </p:nvSpPr>
            <p:spPr>
              <a:xfrm>
                <a:off x="5528495" y="3604994"/>
                <a:ext cx="200899" cy="226870"/>
              </a:xfrm>
              <a:custGeom>
                <a:avLst/>
                <a:gdLst>
                  <a:gd name="connsiteX0" fmla="*/ 0 w 200899"/>
                  <a:gd name="connsiteY0" fmla="*/ 113435 h 226870"/>
                  <a:gd name="connsiteX1" fmla="*/ 100450 w 200899"/>
                  <a:gd name="connsiteY1" fmla="*/ 0 h 226870"/>
                  <a:gd name="connsiteX2" fmla="*/ 200900 w 200899"/>
                  <a:gd name="connsiteY2" fmla="*/ 113435 h 226870"/>
                  <a:gd name="connsiteX3" fmla="*/ 100450 w 200899"/>
                  <a:gd name="connsiteY3" fmla="*/ 226870 h 226870"/>
                  <a:gd name="connsiteX4" fmla="*/ 0 w 200899"/>
                  <a:gd name="connsiteY4" fmla="*/ 113435 h 2268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899" h="226870" fill="none" extrusionOk="0">
                    <a:moveTo>
                      <a:pt x="0" y="113435"/>
                    </a:moveTo>
                    <a:cubicBezTo>
                      <a:pt x="11251" y="58166"/>
                      <a:pt x="42901" y="315"/>
                      <a:pt x="100450" y="0"/>
                    </a:cubicBezTo>
                    <a:cubicBezTo>
                      <a:pt x="160541" y="6025"/>
                      <a:pt x="201469" y="52328"/>
                      <a:pt x="200900" y="113435"/>
                    </a:cubicBezTo>
                    <a:cubicBezTo>
                      <a:pt x="200623" y="179345"/>
                      <a:pt x="161557" y="236846"/>
                      <a:pt x="100450" y="226870"/>
                    </a:cubicBezTo>
                    <a:cubicBezTo>
                      <a:pt x="44609" y="224404"/>
                      <a:pt x="-811" y="161353"/>
                      <a:pt x="0" y="113435"/>
                    </a:cubicBezTo>
                    <a:close/>
                  </a:path>
                  <a:path w="200899" h="226870" stroke="0" extrusionOk="0">
                    <a:moveTo>
                      <a:pt x="0" y="113435"/>
                    </a:moveTo>
                    <a:cubicBezTo>
                      <a:pt x="7490" y="36141"/>
                      <a:pt x="40390" y="104"/>
                      <a:pt x="100450" y="0"/>
                    </a:cubicBezTo>
                    <a:cubicBezTo>
                      <a:pt x="159086" y="4843"/>
                      <a:pt x="210680" y="46866"/>
                      <a:pt x="200900" y="113435"/>
                    </a:cubicBezTo>
                    <a:cubicBezTo>
                      <a:pt x="198205" y="182930"/>
                      <a:pt x="156326" y="217411"/>
                      <a:pt x="100450" y="226870"/>
                    </a:cubicBezTo>
                    <a:cubicBezTo>
                      <a:pt x="45374" y="214328"/>
                      <a:pt x="-7284" y="180204"/>
                      <a:pt x="0" y="113435"/>
                    </a:cubicBezTo>
                    <a:close/>
                  </a:path>
                </a:pathLst>
              </a:custGeom>
              <a:solidFill>
                <a:srgbClr val="FFC000"/>
              </a:solidFill>
              <a:ln>
                <a:solidFill>
                  <a:schemeClr val="bg1"/>
                </a:solidFill>
                <a:extLst>
                  <a:ext uri="{C807C97D-BFC1-408E-A445-0C87EB9F89A2}">
                    <ask:lineSketchStyleProps xmlns:ask="http://schemas.microsoft.com/office/drawing/2018/sketchyshapes" sd="2087201786">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Google Shape;1641;p55">
                <a:extLst>
                  <a:ext uri="{FF2B5EF4-FFF2-40B4-BE49-F238E27FC236}">
                    <a16:creationId xmlns:a16="http://schemas.microsoft.com/office/drawing/2014/main" id="{7B023570-4C76-33D1-A9C0-70FD57ED1398}"/>
                  </a:ext>
                </a:extLst>
              </p:cNvPr>
              <p:cNvSpPr/>
              <p:nvPr/>
            </p:nvSpPr>
            <p:spPr>
              <a:xfrm rot="10099363">
                <a:off x="5452038" y="3624062"/>
                <a:ext cx="291975" cy="360000"/>
              </a:xfrm>
              <a:custGeom>
                <a:avLst/>
                <a:gdLst/>
                <a:ahLst/>
                <a:cxnLst/>
                <a:rect l="l" t="t" r="r" b="b"/>
                <a:pathLst>
                  <a:path w="19229" h="23709" extrusionOk="0">
                    <a:moveTo>
                      <a:pt x="17266" y="785"/>
                    </a:moveTo>
                    <a:cubicBezTo>
                      <a:pt x="17455" y="785"/>
                      <a:pt x="17663" y="824"/>
                      <a:pt x="17889" y="904"/>
                    </a:cubicBezTo>
                    <a:cubicBezTo>
                      <a:pt x="17931" y="946"/>
                      <a:pt x="17931" y="967"/>
                      <a:pt x="17952" y="967"/>
                    </a:cubicBezTo>
                    <a:cubicBezTo>
                      <a:pt x="17952" y="1009"/>
                      <a:pt x="17973" y="1051"/>
                      <a:pt x="18015" y="1072"/>
                    </a:cubicBezTo>
                    <a:cubicBezTo>
                      <a:pt x="18454" y="2181"/>
                      <a:pt x="15881" y="5926"/>
                      <a:pt x="15525" y="6617"/>
                    </a:cubicBezTo>
                    <a:cubicBezTo>
                      <a:pt x="14604" y="8249"/>
                      <a:pt x="13684" y="9922"/>
                      <a:pt x="12784" y="11575"/>
                    </a:cubicBezTo>
                    <a:cubicBezTo>
                      <a:pt x="12491" y="11450"/>
                      <a:pt x="12177" y="11324"/>
                      <a:pt x="11863" y="11241"/>
                    </a:cubicBezTo>
                    <a:cubicBezTo>
                      <a:pt x="11738" y="11157"/>
                      <a:pt x="11591" y="11115"/>
                      <a:pt x="11445" y="11052"/>
                    </a:cubicBezTo>
                    <a:lnTo>
                      <a:pt x="13956" y="5800"/>
                    </a:lnTo>
                    <a:cubicBezTo>
                      <a:pt x="14374" y="4901"/>
                      <a:pt x="14813" y="4022"/>
                      <a:pt x="15232" y="3122"/>
                    </a:cubicBezTo>
                    <a:cubicBezTo>
                      <a:pt x="15441" y="2787"/>
                      <a:pt x="15567" y="2474"/>
                      <a:pt x="15755" y="2160"/>
                    </a:cubicBezTo>
                    <a:cubicBezTo>
                      <a:pt x="15922" y="1867"/>
                      <a:pt x="16090" y="1595"/>
                      <a:pt x="16299" y="1323"/>
                    </a:cubicBezTo>
                    <a:cubicBezTo>
                      <a:pt x="16541" y="966"/>
                      <a:pt x="16862" y="785"/>
                      <a:pt x="17266" y="785"/>
                    </a:cubicBezTo>
                    <a:close/>
                    <a:moveTo>
                      <a:pt x="9141" y="11059"/>
                    </a:moveTo>
                    <a:cubicBezTo>
                      <a:pt x="9955" y="11059"/>
                      <a:pt x="10778" y="11234"/>
                      <a:pt x="11570" y="11617"/>
                    </a:cubicBezTo>
                    <a:cubicBezTo>
                      <a:pt x="11591" y="11638"/>
                      <a:pt x="11633" y="11659"/>
                      <a:pt x="11675" y="11659"/>
                    </a:cubicBezTo>
                    <a:lnTo>
                      <a:pt x="11696" y="11659"/>
                    </a:lnTo>
                    <a:cubicBezTo>
                      <a:pt x="11779" y="11722"/>
                      <a:pt x="11863" y="11743"/>
                      <a:pt x="11947" y="11785"/>
                    </a:cubicBezTo>
                    <a:cubicBezTo>
                      <a:pt x="11975" y="11813"/>
                      <a:pt x="12004" y="11824"/>
                      <a:pt x="12030" y="11824"/>
                    </a:cubicBezTo>
                    <a:cubicBezTo>
                      <a:pt x="12062" y="11824"/>
                      <a:pt x="12091" y="11808"/>
                      <a:pt x="12114" y="11785"/>
                    </a:cubicBezTo>
                    <a:cubicBezTo>
                      <a:pt x="15420" y="13019"/>
                      <a:pt x="16341" y="17099"/>
                      <a:pt x="14583" y="20029"/>
                    </a:cubicBezTo>
                    <a:cubicBezTo>
                      <a:pt x="13344" y="22078"/>
                      <a:pt x="11116" y="23295"/>
                      <a:pt x="8823" y="23295"/>
                    </a:cubicBezTo>
                    <a:cubicBezTo>
                      <a:pt x="8096" y="23295"/>
                      <a:pt x="7363" y="23173"/>
                      <a:pt x="6653" y="22916"/>
                    </a:cubicBezTo>
                    <a:cubicBezTo>
                      <a:pt x="3431" y="21765"/>
                      <a:pt x="1339" y="18313"/>
                      <a:pt x="2992" y="15070"/>
                    </a:cubicBezTo>
                    <a:cubicBezTo>
                      <a:pt x="4193" y="12730"/>
                      <a:pt x="6625" y="11059"/>
                      <a:pt x="9141" y="11059"/>
                    </a:cubicBezTo>
                    <a:close/>
                    <a:moveTo>
                      <a:pt x="17544" y="1"/>
                    </a:moveTo>
                    <a:cubicBezTo>
                      <a:pt x="17513" y="1"/>
                      <a:pt x="17482" y="2"/>
                      <a:pt x="17450" y="5"/>
                    </a:cubicBezTo>
                    <a:cubicBezTo>
                      <a:pt x="16550" y="46"/>
                      <a:pt x="15860" y="1072"/>
                      <a:pt x="15441" y="1783"/>
                    </a:cubicBezTo>
                    <a:cubicBezTo>
                      <a:pt x="13725" y="4650"/>
                      <a:pt x="12470" y="7893"/>
                      <a:pt x="11026" y="10906"/>
                    </a:cubicBezTo>
                    <a:cubicBezTo>
                      <a:pt x="10440" y="10720"/>
                      <a:pt x="9841" y="10634"/>
                      <a:pt x="9242" y="10634"/>
                    </a:cubicBezTo>
                    <a:cubicBezTo>
                      <a:pt x="4581" y="10634"/>
                      <a:pt x="1" y="15881"/>
                      <a:pt x="2782" y="20405"/>
                    </a:cubicBezTo>
                    <a:cubicBezTo>
                      <a:pt x="4156" y="22652"/>
                      <a:pt x="6463" y="23709"/>
                      <a:pt x="8770" y="23709"/>
                    </a:cubicBezTo>
                    <a:cubicBezTo>
                      <a:pt x="11769" y="23709"/>
                      <a:pt x="14767" y="21923"/>
                      <a:pt x="15713" y="18648"/>
                    </a:cubicBezTo>
                    <a:cubicBezTo>
                      <a:pt x="16466" y="15969"/>
                      <a:pt x="15462" y="13145"/>
                      <a:pt x="13202" y="11806"/>
                    </a:cubicBezTo>
                    <a:cubicBezTo>
                      <a:pt x="14520" y="9420"/>
                      <a:pt x="15839" y="6972"/>
                      <a:pt x="17178" y="4566"/>
                    </a:cubicBezTo>
                    <a:cubicBezTo>
                      <a:pt x="17701" y="3624"/>
                      <a:pt x="19228" y="1783"/>
                      <a:pt x="18391" y="737"/>
                    </a:cubicBezTo>
                    <a:cubicBezTo>
                      <a:pt x="18352" y="286"/>
                      <a:pt x="18001" y="1"/>
                      <a:pt x="17544"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642;p55">
                <a:extLst>
                  <a:ext uri="{FF2B5EF4-FFF2-40B4-BE49-F238E27FC236}">
                    <a16:creationId xmlns:a16="http://schemas.microsoft.com/office/drawing/2014/main" id="{4869681E-5F5C-6F21-7729-BD630A937800}"/>
                  </a:ext>
                </a:extLst>
              </p:cNvPr>
              <p:cNvSpPr/>
              <p:nvPr/>
            </p:nvSpPr>
            <p:spPr>
              <a:xfrm rot="10099363">
                <a:off x="5505792" y="3648152"/>
                <a:ext cx="174754" cy="147043"/>
              </a:xfrm>
              <a:custGeom>
                <a:avLst/>
                <a:gdLst/>
                <a:ahLst/>
                <a:cxnLst/>
                <a:rect l="l" t="t" r="r" b="b"/>
                <a:pathLst>
                  <a:path w="11509" h="9684" extrusionOk="0">
                    <a:moveTo>
                      <a:pt x="5551" y="441"/>
                    </a:moveTo>
                    <a:cubicBezTo>
                      <a:pt x="6478" y="441"/>
                      <a:pt x="7451" y="667"/>
                      <a:pt x="8412" y="942"/>
                    </a:cubicBezTo>
                    <a:lnTo>
                      <a:pt x="8516" y="942"/>
                    </a:lnTo>
                    <a:cubicBezTo>
                      <a:pt x="11236" y="2197"/>
                      <a:pt x="10881" y="5754"/>
                      <a:pt x="9249" y="7826"/>
                    </a:cubicBezTo>
                    <a:cubicBezTo>
                      <a:pt x="8472" y="8825"/>
                      <a:pt x="7351" y="9241"/>
                      <a:pt x="6188" y="9241"/>
                    </a:cubicBezTo>
                    <a:cubicBezTo>
                      <a:pt x="5062" y="9241"/>
                      <a:pt x="3898" y="8851"/>
                      <a:pt x="2971" y="8223"/>
                    </a:cubicBezTo>
                    <a:cubicBezTo>
                      <a:pt x="2114" y="7638"/>
                      <a:pt x="1172" y="6738"/>
                      <a:pt x="879" y="5692"/>
                    </a:cubicBezTo>
                    <a:cubicBezTo>
                      <a:pt x="544" y="4499"/>
                      <a:pt x="1590" y="2846"/>
                      <a:pt x="2323" y="1946"/>
                    </a:cubicBezTo>
                    <a:cubicBezTo>
                      <a:pt x="3241" y="816"/>
                      <a:pt x="4358" y="441"/>
                      <a:pt x="5551" y="441"/>
                    </a:cubicBezTo>
                    <a:close/>
                    <a:moveTo>
                      <a:pt x="5625" y="1"/>
                    </a:moveTo>
                    <a:cubicBezTo>
                      <a:pt x="3999" y="1"/>
                      <a:pt x="2575" y="596"/>
                      <a:pt x="1465" y="2323"/>
                    </a:cubicBezTo>
                    <a:cubicBezTo>
                      <a:pt x="733" y="3474"/>
                      <a:pt x="0" y="4813"/>
                      <a:pt x="565" y="6173"/>
                    </a:cubicBezTo>
                    <a:cubicBezTo>
                      <a:pt x="1067" y="7345"/>
                      <a:pt x="2114" y="8328"/>
                      <a:pt x="3223" y="8914"/>
                    </a:cubicBezTo>
                    <a:cubicBezTo>
                      <a:pt x="4130" y="9416"/>
                      <a:pt x="5126" y="9683"/>
                      <a:pt x="6091" y="9683"/>
                    </a:cubicBezTo>
                    <a:cubicBezTo>
                      <a:pt x="7619" y="9683"/>
                      <a:pt x="9071" y="9015"/>
                      <a:pt x="9981" y="7554"/>
                    </a:cubicBezTo>
                    <a:cubicBezTo>
                      <a:pt x="11487" y="5210"/>
                      <a:pt x="11508" y="1591"/>
                      <a:pt x="8516" y="419"/>
                    </a:cubicBezTo>
                    <a:cubicBezTo>
                      <a:pt x="8485" y="408"/>
                      <a:pt x="8453" y="403"/>
                      <a:pt x="8425" y="403"/>
                    </a:cubicBezTo>
                    <a:cubicBezTo>
                      <a:pt x="8396" y="403"/>
                      <a:pt x="8370" y="408"/>
                      <a:pt x="8349" y="419"/>
                    </a:cubicBezTo>
                    <a:cubicBezTo>
                      <a:pt x="7396" y="166"/>
                      <a:pt x="6482" y="1"/>
                      <a:pt x="5625" y="1"/>
                    </a:cubicBezTo>
                    <a:close/>
                  </a:path>
                </a:pathLst>
              </a:custGeom>
              <a:solidFill>
                <a:srgbClr val="FFC000"/>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40" name="Group 1039">
            <a:extLst>
              <a:ext uri="{FF2B5EF4-FFF2-40B4-BE49-F238E27FC236}">
                <a16:creationId xmlns:a16="http://schemas.microsoft.com/office/drawing/2014/main" id="{14799321-4CF5-D88F-CC12-B8F1CE3D7EEE}"/>
              </a:ext>
            </a:extLst>
          </p:cNvPr>
          <p:cNvGrpSpPr/>
          <p:nvPr/>
        </p:nvGrpSpPr>
        <p:grpSpPr>
          <a:xfrm>
            <a:off x="846343" y="709152"/>
            <a:ext cx="3127908" cy="1883434"/>
            <a:chOff x="904752" y="1090923"/>
            <a:chExt cx="3127908" cy="1883434"/>
          </a:xfrm>
        </p:grpSpPr>
        <p:grpSp>
          <p:nvGrpSpPr>
            <p:cNvPr id="86" name="Group 85">
              <a:extLst>
                <a:ext uri="{FF2B5EF4-FFF2-40B4-BE49-F238E27FC236}">
                  <a16:creationId xmlns:a16="http://schemas.microsoft.com/office/drawing/2014/main" id="{2106EEAD-D191-E646-89D7-6861FA670780}"/>
                </a:ext>
              </a:extLst>
            </p:cNvPr>
            <p:cNvGrpSpPr/>
            <p:nvPr/>
          </p:nvGrpSpPr>
          <p:grpSpPr>
            <a:xfrm>
              <a:off x="904752" y="1090923"/>
              <a:ext cx="3127908" cy="1883434"/>
              <a:chOff x="1121320" y="1740628"/>
              <a:chExt cx="3127908" cy="1883434"/>
            </a:xfrm>
          </p:grpSpPr>
          <p:grpSp>
            <p:nvGrpSpPr>
              <p:cNvPr id="25" name="Group 24">
                <a:extLst>
                  <a:ext uri="{FF2B5EF4-FFF2-40B4-BE49-F238E27FC236}">
                    <a16:creationId xmlns:a16="http://schemas.microsoft.com/office/drawing/2014/main" id="{DC8EF934-F86C-9D41-7844-F51C72713E73}"/>
                  </a:ext>
                </a:extLst>
              </p:cNvPr>
              <p:cNvGrpSpPr/>
              <p:nvPr/>
            </p:nvGrpSpPr>
            <p:grpSpPr>
              <a:xfrm>
                <a:off x="1121320" y="1740628"/>
                <a:ext cx="2697199" cy="1617287"/>
                <a:chOff x="3295079" y="3023328"/>
                <a:chExt cx="2697199" cy="1617287"/>
              </a:xfrm>
            </p:grpSpPr>
            <p:grpSp>
              <p:nvGrpSpPr>
                <p:cNvPr id="6" name="Google Shape;624;p24">
                  <a:extLst>
                    <a:ext uri="{FF2B5EF4-FFF2-40B4-BE49-F238E27FC236}">
                      <a16:creationId xmlns:a16="http://schemas.microsoft.com/office/drawing/2014/main" id="{FA576D34-8B59-4A33-C3FD-09B779282803}"/>
                    </a:ext>
                  </a:extLst>
                </p:cNvPr>
                <p:cNvGrpSpPr/>
                <p:nvPr/>
              </p:nvGrpSpPr>
              <p:grpSpPr>
                <a:xfrm>
                  <a:off x="3295079" y="3023328"/>
                  <a:ext cx="2573262" cy="1586772"/>
                  <a:chOff x="3696097" y="1176870"/>
                  <a:chExt cx="1740354" cy="1347844"/>
                </a:xfrm>
              </p:grpSpPr>
              <p:sp>
                <p:nvSpPr>
                  <p:cNvPr id="17" name="Google Shape;625;p24">
                    <a:extLst>
                      <a:ext uri="{FF2B5EF4-FFF2-40B4-BE49-F238E27FC236}">
                        <a16:creationId xmlns:a16="http://schemas.microsoft.com/office/drawing/2014/main" id="{6F3B96E2-BA1A-B5C0-800C-C664AD9CB6AA}"/>
                      </a:ext>
                    </a:extLst>
                  </p:cNvPr>
                  <p:cNvSpPr/>
                  <p:nvPr/>
                </p:nvSpPr>
                <p:spPr>
                  <a:xfrm>
                    <a:off x="3705304" y="1211910"/>
                    <a:ext cx="510229" cy="697412"/>
                  </a:xfrm>
                  <a:custGeom>
                    <a:avLst/>
                    <a:gdLst/>
                    <a:ahLst/>
                    <a:cxnLst/>
                    <a:rect l="l" t="t" r="r" b="b"/>
                    <a:pathLst>
                      <a:path w="16239" h="16062" extrusionOk="0">
                        <a:moveTo>
                          <a:pt x="9747" y="0"/>
                        </a:moveTo>
                        <a:cubicBezTo>
                          <a:pt x="9177" y="0"/>
                          <a:pt x="8733" y="222"/>
                          <a:pt x="8448" y="571"/>
                        </a:cubicBezTo>
                        <a:cubicBezTo>
                          <a:pt x="2368" y="1774"/>
                          <a:pt x="119" y="8614"/>
                          <a:pt x="24" y="14346"/>
                        </a:cubicBezTo>
                        <a:cubicBezTo>
                          <a:pt x="0" y="15449"/>
                          <a:pt x="864" y="16061"/>
                          <a:pt x="1794" y="16061"/>
                        </a:cubicBezTo>
                        <a:cubicBezTo>
                          <a:pt x="2093" y="16061"/>
                          <a:pt x="2399" y="15998"/>
                          <a:pt x="2685" y="15867"/>
                        </a:cubicBezTo>
                        <a:cubicBezTo>
                          <a:pt x="5250" y="14727"/>
                          <a:pt x="6041" y="11908"/>
                          <a:pt x="7467" y="9755"/>
                        </a:cubicBezTo>
                        <a:cubicBezTo>
                          <a:pt x="9240" y="7031"/>
                          <a:pt x="11742" y="4941"/>
                          <a:pt x="14624" y="3452"/>
                        </a:cubicBezTo>
                        <a:cubicBezTo>
                          <a:pt x="16239" y="2597"/>
                          <a:pt x="15384" y="190"/>
                          <a:pt x="13705" y="127"/>
                        </a:cubicBezTo>
                        <a:cubicBezTo>
                          <a:pt x="12375" y="95"/>
                          <a:pt x="11077" y="64"/>
                          <a:pt x="9747" y="0"/>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626;p24">
                    <a:extLst>
                      <a:ext uri="{FF2B5EF4-FFF2-40B4-BE49-F238E27FC236}">
                        <a16:creationId xmlns:a16="http://schemas.microsoft.com/office/drawing/2014/main" id="{693505A6-98E3-3766-4C53-24AE544C8E2A}"/>
                      </a:ext>
                    </a:extLst>
                  </p:cNvPr>
                  <p:cNvSpPr/>
                  <p:nvPr/>
                </p:nvSpPr>
                <p:spPr>
                  <a:xfrm>
                    <a:off x="3696097" y="1176870"/>
                    <a:ext cx="1740354" cy="1347844"/>
                  </a:xfrm>
                  <a:custGeom>
                    <a:avLst/>
                    <a:gdLst/>
                    <a:ahLst/>
                    <a:cxnLst/>
                    <a:rect l="l" t="t" r="r" b="b"/>
                    <a:pathLst>
                      <a:path w="55390" h="31042" extrusionOk="0">
                        <a:moveTo>
                          <a:pt x="44891" y="1"/>
                        </a:moveTo>
                        <a:cubicBezTo>
                          <a:pt x="43209" y="1"/>
                          <a:pt x="41532" y="130"/>
                          <a:pt x="40030" y="142"/>
                        </a:cubicBezTo>
                        <a:cubicBezTo>
                          <a:pt x="34773" y="206"/>
                          <a:pt x="29485" y="269"/>
                          <a:pt x="24227" y="364"/>
                        </a:cubicBezTo>
                        <a:cubicBezTo>
                          <a:pt x="23877" y="366"/>
                          <a:pt x="23526" y="367"/>
                          <a:pt x="23174" y="367"/>
                        </a:cubicBezTo>
                        <a:cubicBezTo>
                          <a:pt x="21178" y="367"/>
                          <a:pt x="19163" y="336"/>
                          <a:pt x="17151" y="336"/>
                        </a:cubicBezTo>
                        <a:cubicBezTo>
                          <a:pt x="14585" y="336"/>
                          <a:pt x="12022" y="387"/>
                          <a:pt x="9501" y="617"/>
                        </a:cubicBezTo>
                        <a:cubicBezTo>
                          <a:pt x="6398" y="902"/>
                          <a:pt x="3326" y="1916"/>
                          <a:pt x="1837" y="4829"/>
                        </a:cubicBezTo>
                        <a:cubicBezTo>
                          <a:pt x="64" y="8218"/>
                          <a:pt x="254" y="12778"/>
                          <a:pt x="286" y="16452"/>
                        </a:cubicBezTo>
                        <a:cubicBezTo>
                          <a:pt x="317" y="20062"/>
                          <a:pt x="1" y="25319"/>
                          <a:pt x="2249" y="28454"/>
                        </a:cubicBezTo>
                        <a:cubicBezTo>
                          <a:pt x="3790" y="30636"/>
                          <a:pt x="6343" y="31042"/>
                          <a:pt x="8858" y="31042"/>
                        </a:cubicBezTo>
                        <a:cubicBezTo>
                          <a:pt x="9702" y="31042"/>
                          <a:pt x="10542" y="30996"/>
                          <a:pt x="11338" y="30956"/>
                        </a:cubicBezTo>
                        <a:cubicBezTo>
                          <a:pt x="23024" y="30291"/>
                          <a:pt x="34678" y="29626"/>
                          <a:pt x="46364" y="28993"/>
                        </a:cubicBezTo>
                        <a:cubicBezTo>
                          <a:pt x="46924" y="28931"/>
                          <a:pt x="46934" y="28074"/>
                          <a:pt x="46394" y="28074"/>
                        </a:cubicBezTo>
                        <a:cubicBezTo>
                          <a:pt x="46384" y="28074"/>
                          <a:pt x="46374" y="28074"/>
                          <a:pt x="46364" y="28074"/>
                        </a:cubicBezTo>
                        <a:cubicBezTo>
                          <a:pt x="37940" y="28549"/>
                          <a:pt x="29516" y="29024"/>
                          <a:pt x="21061" y="29499"/>
                        </a:cubicBezTo>
                        <a:cubicBezTo>
                          <a:pt x="17070" y="29721"/>
                          <a:pt x="13080" y="30070"/>
                          <a:pt x="9090" y="30133"/>
                        </a:cubicBezTo>
                        <a:cubicBezTo>
                          <a:pt x="8956" y="30135"/>
                          <a:pt x="8820" y="30136"/>
                          <a:pt x="8684" y="30136"/>
                        </a:cubicBezTo>
                        <a:cubicBezTo>
                          <a:pt x="6850" y="30136"/>
                          <a:pt x="4811" y="29905"/>
                          <a:pt x="3484" y="28549"/>
                        </a:cubicBezTo>
                        <a:cubicBezTo>
                          <a:pt x="1964" y="26966"/>
                          <a:pt x="1711" y="24654"/>
                          <a:pt x="1521" y="22564"/>
                        </a:cubicBezTo>
                        <a:cubicBezTo>
                          <a:pt x="1109" y="18510"/>
                          <a:pt x="1077" y="14393"/>
                          <a:pt x="1426" y="10340"/>
                        </a:cubicBezTo>
                        <a:cubicBezTo>
                          <a:pt x="1774" y="6350"/>
                          <a:pt x="3041" y="2866"/>
                          <a:pt x="7348" y="1853"/>
                        </a:cubicBezTo>
                        <a:cubicBezTo>
                          <a:pt x="9392" y="1369"/>
                          <a:pt x="11577" y="1270"/>
                          <a:pt x="13762" y="1270"/>
                        </a:cubicBezTo>
                        <a:cubicBezTo>
                          <a:pt x="15258" y="1270"/>
                          <a:pt x="16754" y="1316"/>
                          <a:pt x="18203" y="1316"/>
                        </a:cubicBezTo>
                        <a:cubicBezTo>
                          <a:pt x="18375" y="1316"/>
                          <a:pt x="18546" y="1316"/>
                          <a:pt x="18717" y="1314"/>
                        </a:cubicBezTo>
                        <a:cubicBezTo>
                          <a:pt x="23056" y="1251"/>
                          <a:pt x="27394" y="1188"/>
                          <a:pt x="31733" y="1156"/>
                        </a:cubicBezTo>
                        <a:cubicBezTo>
                          <a:pt x="35461" y="1105"/>
                          <a:pt x="39188" y="971"/>
                          <a:pt x="42916" y="971"/>
                        </a:cubicBezTo>
                        <a:cubicBezTo>
                          <a:pt x="43812" y="971"/>
                          <a:pt x="44708" y="979"/>
                          <a:pt x="45604" y="997"/>
                        </a:cubicBezTo>
                        <a:cubicBezTo>
                          <a:pt x="47948" y="1029"/>
                          <a:pt x="50449" y="1346"/>
                          <a:pt x="52160" y="3088"/>
                        </a:cubicBezTo>
                        <a:cubicBezTo>
                          <a:pt x="53806" y="4703"/>
                          <a:pt x="54408" y="7015"/>
                          <a:pt x="53901" y="9231"/>
                        </a:cubicBezTo>
                        <a:cubicBezTo>
                          <a:pt x="53806" y="9575"/>
                          <a:pt x="54091" y="9792"/>
                          <a:pt x="54359" y="9792"/>
                        </a:cubicBezTo>
                        <a:cubicBezTo>
                          <a:pt x="54536" y="9792"/>
                          <a:pt x="54706" y="9698"/>
                          <a:pt x="54756" y="9485"/>
                        </a:cubicBezTo>
                        <a:cubicBezTo>
                          <a:pt x="55390" y="6635"/>
                          <a:pt x="54440" y="3658"/>
                          <a:pt x="52128" y="1853"/>
                        </a:cubicBezTo>
                        <a:cubicBezTo>
                          <a:pt x="50125" y="312"/>
                          <a:pt x="47501" y="1"/>
                          <a:pt x="44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 name="Google Shape;628;p24">
                  <a:extLst>
                    <a:ext uri="{FF2B5EF4-FFF2-40B4-BE49-F238E27FC236}">
                      <a16:creationId xmlns:a16="http://schemas.microsoft.com/office/drawing/2014/main" id="{7AF18867-A841-451B-7FB5-335B10F3C495}"/>
                    </a:ext>
                  </a:extLst>
                </p:cNvPr>
                <p:cNvSpPr txBox="1"/>
                <p:nvPr/>
              </p:nvSpPr>
              <p:spPr>
                <a:xfrm>
                  <a:off x="3419016" y="3403332"/>
                  <a:ext cx="2573262" cy="826763"/>
                </a:xfrm>
                <a:prstGeom prst="rect">
                  <a:avLst/>
                </a:prstGeom>
                <a:noFill/>
                <a:ln>
                  <a:noFill/>
                </a:ln>
              </p:spPr>
              <p:txBody>
                <a:bodyPr spcFirstLastPara="1" wrap="square" lIns="91425" tIns="91425" rIns="91425" bIns="91425" anchor="ctr" anchorCtr="0">
                  <a:noAutofit/>
                </a:bodyPr>
                <a:lstStyle/>
                <a:p>
                  <a:pPr indent="-457200"/>
                  <a:r>
                    <a:rPr lang="en-US" sz="1400" spc="100" dirty="0">
                      <a:latin typeface="Ballpoint" pitchFamily="50" charset="0"/>
                    </a:rPr>
                    <a:t>60% mass balance closure,</a:t>
                  </a:r>
                </a:p>
                <a:p>
                  <a:pPr indent="-457200"/>
                  <a:r>
                    <a:rPr lang="en-US" sz="1400" spc="100" dirty="0">
                      <a:latin typeface="Ballpoint" pitchFamily="50" charset="0"/>
                    </a:rPr>
                    <a:t>5-6 h run, low liquid collection, </a:t>
                  </a:r>
                </a:p>
                <a:p>
                  <a:pPr indent="-457200"/>
                  <a:r>
                    <a:rPr lang="en-US" sz="1400" spc="100" dirty="0">
                      <a:latin typeface="Ballpoint" pitchFamily="50" charset="0"/>
                    </a:rPr>
                    <a:t>negligible gas</a:t>
                  </a:r>
                  <a:endParaRPr lang="en-IN" sz="1400" spc="100" dirty="0">
                    <a:latin typeface="Ballpoint" pitchFamily="50" charset="0"/>
                  </a:endParaRPr>
                </a:p>
              </p:txBody>
            </p:sp>
            <p:pic>
              <p:nvPicPr>
                <p:cNvPr id="24" name="Picture 23" descr="A pencil with a pencil eraser&#10;&#10;AI-generated content may be incorrect.">
                  <a:extLst>
                    <a:ext uri="{FF2B5EF4-FFF2-40B4-BE49-F238E27FC236}">
                      <a16:creationId xmlns:a16="http://schemas.microsoft.com/office/drawing/2014/main" id="{68736461-877A-FC8F-F288-CD89CF153DAB}"/>
                    </a:ext>
                  </a:extLst>
                </p:cNvPr>
                <p:cNvPicPr>
                  <a:picLocks noChangeAspect="1"/>
                </p:cNvPicPr>
                <p:nvPr/>
              </p:nvPicPr>
              <p:blipFill>
                <a:blip r:embed="rId18">
                  <a:extLst>
                    <a:ext uri="{28A0092B-C50C-407E-A947-70E740481C1C}">
                      <a14:useLocalDpi xmlns:a14="http://schemas.microsoft.com/office/drawing/2010/main" val="0"/>
                    </a:ext>
                  </a:extLst>
                </a:blip>
                <a:srcRect l="42150" t="41980" r="53631" b="51337"/>
                <a:stretch>
                  <a:fillRect/>
                </a:stretch>
              </p:blipFill>
              <p:spPr>
                <a:xfrm>
                  <a:off x="5341982" y="3819574"/>
                  <a:ext cx="650296" cy="821041"/>
                </a:xfrm>
                <a:prstGeom prst="rect">
                  <a:avLst/>
                </a:prstGeom>
              </p:spPr>
            </p:pic>
          </p:grpSp>
          <p:grpSp>
            <p:nvGrpSpPr>
              <p:cNvPr id="34" name="Group 33">
                <a:extLst>
                  <a:ext uri="{FF2B5EF4-FFF2-40B4-BE49-F238E27FC236}">
                    <a16:creationId xmlns:a16="http://schemas.microsoft.com/office/drawing/2014/main" id="{602F53C0-F063-37FA-1A28-F9A72E08B365}"/>
                  </a:ext>
                </a:extLst>
              </p:cNvPr>
              <p:cNvGrpSpPr/>
              <p:nvPr/>
            </p:nvGrpSpPr>
            <p:grpSpPr>
              <a:xfrm>
                <a:off x="3598932" y="2602919"/>
                <a:ext cx="650296" cy="1021143"/>
                <a:chOff x="5848350" y="3862387"/>
                <a:chExt cx="1276350" cy="2004219"/>
              </a:xfrm>
            </p:grpSpPr>
            <p:grpSp>
              <p:nvGrpSpPr>
                <p:cNvPr id="30" name="Group 29">
                  <a:extLst>
                    <a:ext uri="{FF2B5EF4-FFF2-40B4-BE49-F238E27FC236}">
                      <a16:creationId xmlns:a16="http://schemas.microsoft.com/office/drawing/2014/main" id="{5D43FC81-7D57-516F-F14C-A2F055FD6F10}"/>
                    </a:ext>
                  </a:extLst>
                </p:cNvPr>
                <p:cNvGrpSpPr/>
                <p:nvPr/>
              </p:nvGrpSpPr>
              <p:grpSpPr>
                <a:xfrm>
                  <a:off x="5848350" y="3862387"/>
                  <a:ext cx="1276350" cy="2004219"/>
                  <a:chOff x="5848350" y="3862387"/>
                  <a:chExt cx="1276350" cy="2004219"/>
                </a:xfrm>
              </p:grpSpPr>
              <p:pic>
                <p:nvPicPr>
                  <p:cNvPr id="27" name="Picture 26">
                    <a:extLst>
                      <a:ext uri="{FF2B5EF4-FFF2-40B4-BE49-F238E27FC236}">
                        <a16:creationId xmlns:a16="http://schemas.microsoft.com/office/drawing/2014/main" id="{9DA589B6-462D-449D-AFE6-A3C624BB3D8A}"/>
                      </a:ext>
                    </a:extLst>
                  </p:cNvPr>
                  <p:cNvPicPr>
                    <a:picLocks noChangeAspect="1"/>
                  </p:cNvPicPr>
                  <p:nvPr/>
                </p:nvPicPr>
                <p:blipFill>
                  <a:blip r:embed="rId19"/>
                  <a:stretch>
                    <a:fillRect/>
                  </a:stretch>
                </p:blipFill>
                <p:spPr>
                  <a:xfrm>
                    <a:off x="5848350" y="3862387"/>
                    <a:ext cx="1104900" cy="1876425"/>
                  </a:xfrm>
                  <a:prstGeom prst="rect">
                    <a:avLst/>
                  </a:prstGeom>
                </p:spPr>
              </p:pic>
              <p:sp>
                <p:nvSpPr>
                  <p:cNvPr id="28" name="Rectangle 27">
                    <a:extLst>
                      <a:ext uri="{FF2B5EF4-FFF2-40B4-BE49-F238E27FC236}">
                        <a16:creationId xmlns:a16="http://schemas.microsoft.com/office/drawing/2014/main" id="{4C6D9127-2DAC-9560-D800-95793C10A697}"/>
                      </a:ext>
                    </a:extLst>
                  </p:cNvPr>
                  <p:cNvSpPr/>
                  <p:nvPr/>
                </p:nvSpPr>
                <p:spPr>
                  <a:xfrm>
                    <a:off x="6705600" y="4672805"/>
                    <a:ext cx="419100" cy="11938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28">
                    <a:extLst>
                      <a:ext uri="{FF2B5EF4-FFF2-40B4-BE49-F238E27FC236}">
                        <a16:creationId xmlns:a16="http://schemas.microsoft.com/office/drawing/2014/main" id="{9C49E3E7-4EA1-9ED2-BAEF-7EEEAD638E1F}"/>
                      </a:ext>
                    </a:extLst>
                  </p:cNvPr>
                  <p:cNvSpPr/>
                  <p:nvPr/>
                </p:nvSpPr>
                <p:spPr>
                  <a:xfrm>
                    <a:off x="6705600" y="3862387"/>
                    <a:ext cx="247650" cy="1762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mc:AlternateContent xmlns:mc="http://schemas.openxmlformats.org/markup-compatibility/2006" xmlns:p14="http://schemas.microsoft.com/office/powerpoint/2010/main">
              <mc:Choice Requires="p14">
                <p:contentPart p14:bwMode="auto" r:id="rId20">
                  <p14:nvContentPartPr>
                    <p14:cNvPr id="31" name="Ink 30">
                      <a:extLst>
                        <a:ext uri="{FF2B5EF4-FFF2-40B4-BE49-F238E27FC236}">
                          <a16:creationId xmlns:a16="http://schemas.microsoft.com/office/drawing/2014/main" id="{1ED29C63-CEE2-0178-7E8D-F6DFE4D1CCD3}"/>
                        </a:ext>
                      </a:extLst>
                    </p14:cNvPr>
                    <p14:cNvContentPartPr/>
                    <p14:nvPr/>
                  </p14:nvContentPartPr>
                  <p14:xfrm>
                    <a:off x="6349460" y="4075660"/>
                    <a:ext cx="129960" cy="328680"/>
                  </p14:xfrm>
                </p:contentPart>
              </mc:Choice>
              <mc:Fallback xmlns="">
                <p:pic>
                  <p:nvPicPr>
                    <p:cNvPr id="31" name="Ink 30">
                      <a:extLst>
                        <a:ext uri="{FF2B5EF4-FFF2-40B4-BE49-F238E27FC236}">
                          <a16:creationId xmlns:a16="http://schemas.microsoft.com/office/drawing/2014/main" id="{1ED29C63-CEE2-0178-7E8D-F6DFE4D1CCD3}"/>
                        </a:ext>
                      </a:extLst>
                    </p:cNvPr>
                    <p:cNvPicPr/>
                    <p:nvPr/>
                  </p:nvPicPr>
                  <p:blipFill>
                    <a:blip r:embed="rId7"/>
                    <a:stretch>
                      <a:fillRect/>
                    </a:stretch>
                  </p:blipFill>
                  <p:spPr>
                    <a:xfrm>
                      <a:off x="6279211" y="3934596"/>
                      <a:ext cx="269755" cy="610103"/>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2" name="Ink 31">
                      <a:extLst>
                        <a:ext uri="{FF2B5EF4-FFF2-40B4-BE49-F238E27FC236}">
                          <a16:creationId xmlns:a16="http://schemas.microsoft.com/office/drawing/2014/main" id="{97CD8066-DAF4-B3DD-CA80-FFAA2A086787}"/>
                        </a:ext>
                      </a:extLst>
                    </p14:cNvPr>
                    <p14:cNvContentPartPr/>
                    <p14:nvPr/>
                  </p14:nvContentPartPr>
                  <p14:xfrm>
                    <a:off x="6311660" y="4648060"/>
                    <a:ext cx="360" cy="360"/>
                  </p14:xfrm>
                </p:contentPart>
              </mc:Choice>
              <mc:Fallback xmlns="">
                <p:pic>
                  <p:nvPicPr>
                    <p:cNvPr id="32" name="Ink 31">
                      <a:extLst>
                        <a:ext uri="{FF2B5EF4-FFF2-40B4-BE49-F238E27FC236}">
                          <a16:creationId xmlns:a16="http://schemas.microsoft.com/office/drawing/2014/main" id="{97CD8066-DAF4-B3DD-CA80-FFAA2A086787}"/>
                        </a:ext>
                      </a:extLst>
                    </p:cNvPr>
                    <p:cNvPicPr/>
                    <p:nvPr/>
                  </p:nvPicPr>
                  <p:blipFill>
                    <a:blip r:embed="rId9"/>
                    <a:stretch>
                      <a:fillRect/>
                    </a:stretch>
                  </p:blipFill>
                  <p:spPr>
                    <a:xfrm>
                      <a:off x="6275660" y="4576060"/>
                      <a:ext cx="720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3" name="Ink 32">
                      <a:extLst>
                        <a:ext uri="{FF2B5EF4-FFF2-40B4-BE49-F238E27FC236}">
                          <a16:creationId xmlns:a16="http://schemas.microsoft.com/office/drawing/2014/main" id="{118228E3-CA81-93EF-A652-F4879CA14999}"/>
                        </a:ext>
                      </a:extLst>
                    </p14:cNvPr>
                    <p14:cNvContentPartPr/>
                    <p14:nvPr/>
                  </p14:nvContentPartPr>
                  <p14:xfrm>
                    <a:off x="6034820" y="4556260"/>
                    <a:ext cx="342720" cy="356760"/>
                  </p14:xfrm>
                </p:contentPart>
              </mc:Choice>
              <mc:Fallback xmlns="">
                <p:pic>
                  <p:nvPicPr>
                    <p:cNvPr id="33" name="Ink 32">
                      <a:extLst>
                        <a:ext uri="{FF2B5EF4-FFF2-40B4-BE49-F238E27FC236}">
                          <a16:creationId xmlns:a16="http://schemas.microsoft.com/office/drawing/2014/main" id="{118228E3-CA81-93EF-A652-F4879CA14999}"/>
                        </a:ext>
                      </a:extLst>
                    </p:cNvPr>
                    <p:cNvPicPr/>
                    <p:nvPr/>
                  </p:nvPicPr>
                  <p:blipFill>
                    <a:blip r:embed="rId11"/>
                    <a:stretch>
                      <a:fillRect/>
                    </a:stretch>
                  </p:blipFill>
                  <p:spPr>
                    <a:xfrm>
                      <a:off x="5964301" y="4414969"/>
                      <a:ext cx="483052" cy="638636"/>
                    </a:xfrm>
                    <a:prstGeom prst="rect">
                      <a:avLst/>
                    </a:prstGeom>
                  </p:spPr>
                </p:pic>
              </mc:Fallback>
            </mc:AlternateContent>
          </p:grpSp>
        </p:grpSp>
        <p:pic>
          <p:nvPicPr>
            <p:cNvPr id="44" name="Picture 43" descr="A black background with a black square&#10;&#10;AI-generated content may be incorrect.">
              <a:extLst>
                <a:ext uri="{FF2B5EF4-FFF2-40B4-BE49-F238E27FC236}">
                  <a16:creationId xmlns:a16="http://schemas.microsoft.com/office/drawing/2014/main" id="{5DDB47B5-913D-7709-D16B-9E8CCEAA00A7}"/>
                </a:ext>
              </a:extLst>
            </p:cNvPr>
            <p:cNvPicPr>
              <a:picLocks noChangeAspect="1"/>
            </p:cNvPicPr>
            <p:nvPr/>
          </p:nvPicPr>
          <p:blipFill>
            <a:blip r:embed="rId23">
              <a:extLst>
                <a:ext uri="{28A0092B-C50C-407E-A947-70E740481C1C}">
                  <a14:useLocalDpi xmlns:a14="http://schemas.microsoft.com/office/drawing/2010/main" val="0"/>
                </a:ext>
              </a:extLst>
            </a:blip>
            <a:srcRect l="44410" t="42933" r="46835" b="43184"/>
            <a:stretch>
              <a:fillRect/>
            </a:stretch>
          </p:blipFill>
          <p:spPr>
            <a:xfrm>
              <a:off x="2888155" y="1983278"/>
              <a:ext cx="489989" cy="777035"/>
            </a:xfrm>
            <a:prstGeom prst="rect">
              <a:avLst/>
            </a:prstGeom>
          </p:spPr>
        </p:pic>
      </p:grpSp>
      <p:grpSp>
        <p:nvGrpSpPr>
          <p:cNvPr id="1209" name="Group 1208">
            <a:extLst>
              <a:ext uri="{FF2B5EF4-FFF2-40B4-BE49-F238E27FC236}">
                <a16:creationId xmlns:a16="http://schemas.microsoft.com/office/drawing/2014/main" id="{AC2AE602-5752-BB81-356B-7CD82BD7C363}"/>
              </a:ext>
            </a:extLst>
          </p:cNvPr>
          <p:cNvGrpSpPr/>
          <p:nvPr/>
        </p:nvGrpSpPr>
        <p:grpSpPr>
          <a:xfrm>
            <a:off x="7753791" y="868748"/>
            <a:ext cx="1793247" cy="1586773"/>
            <a:chOff x="10496549" y="213895"/>
            <a:chExt cx="1793247" cy="1586773"/>
          </a:xfrm>
        </p:grpSpPr>
        <p:grpSp>
          <p:nvGrpSpPr>
            <p:cNvPr id="133" name="Google Shape;1615;p40">
              <a:extLst>
                <a:ext uri="{FF2B5EF4-FFF2-40B4-BE49-F238E27FC236}">
                  <a16:creationId xmlns:a16="http://schemas.microsoft.com/office/drawing/2014/main" id="{07CD855D-1B35-C70B-A1DC-A01684B2C45A}"/>
                </a:ext>
              </a:extLst>
            </p:cNvPr>
            <p:cNvGrpSpPr/>
            <p:nvPr/>
          </p:nvGrpSpPr>
          <p:grpSpPr>
            <a:xfrm>
              <a:off x="10496549" y="213895"/>
              <a:ext cx="1793247" cy="1586773"/>
              <a:chOff x="3355308" y="2059990"/>
              <a:chExt cx="2638464" cy="2568915"/>
            </a:xfrm>
          </p:grpSpPr>
          <p:sp>
            <p:nvSpPr>
              <p:cNvPr id="134" name="Google Shape;1616;p40">
                <a:extLst>
                  <a:ext uri="{FF2B5EF4-FFF2-40B4-BE49-F238E27FC236}">
                    <a16:creationId xmlns:a16="http://schemas.microsoft.com/office/drawing/2014/main" id="{A17B4821-28FB-1697-5DDB-242CF71E47A9}"/>
                  </a:ext>
                </a:extLst>
              </p:cNvPr>
              <p:cNvSpPr txBox="1"/>
              <p:nvPr/>
            </p:nvSpPr>
            <p:spPr>
              <a:xfrm>
                <a:off x="3706901" y="3468925"/>
                <a:ext cx="1872940" cy="908399"/>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000" spc="100" dirty="0">
                    <a:solidFill>
                      <a:schemeClr val="accent2"/>
                    </a:solidFill>
                    <a:latin typeface="Ballpoint" pitchFamily="50" charset="0"/>
                    <a:sym typeface="Roboto"/>
                  </a:rPr>
                  <a:t>-</a:t>
                </a:r>
                <a:r>
                  <a:rPr lang="en-US" sz="1000" spc="100" dirty="0">
                    <a:latin typeface="Ballpoint" pitchFamily="50" charset="0"/>
                    <a:sym typeface="Roboto"/>
                  </a:rPr>
                  <a:t> Ambient,</a:t>
                </a:r>
              </a:p>
              <a:p>
                <a:pPr marL="0" lvl="0" indent="0" algn="ctr" rtl="0">
                  <a:spcBef>
                    <a:spcPts val="0"/>
                  </a:spcBef>
                  <a:spcAft>
                    <a:spcPts val="0"/>
                  </a:spcAft>
                  <a:buNone/>
                </a:pPr>
                <a:r>
                  <a:rPr lang="en-US" sz="1000" spc="100" dirty="0">
                    <a:solidFill>
                      <a:schemeClr val="accent2"/>
                    </a:solidFill>
                    <a:latin typeface="Ballpoint" pitchFamily="50" charset="0"/>
                    <a:sym typeface="Roboto"/>
                  </a:rPr>
                  <a:t>-</a:t>
                </a:r>
                <a:r>
                  <a:rPr lang="en-US" sz="1000" spc="100" dirty="0">
                    <a:latin typeface="Ballpoint" pitchFamily="50" charset="0"/>
                    <a:sym typeface="Roboto"/>
                  </a:rPr>
                  <a:t> 5 ml/h,</a:t>
                </a:r>
              </a:p>
              <a:p>
                <a:pPr marL="0" lvl="0" indent="0" algn="ctr" rtl="0">
                  <a:spcBef>
                    <a:spcPts val="0"/>
                  </a:spcBef>
                  <a:spcAft>
                    <a:spcPts val="0"/>
                  </a:spcAft>
                  <a:buNone/>
                </a:pPr>
                <a:r>
                  <a:rPr lang="en-US" sz="1000" spc="100" dirty="0">
                    <a:solidFill>
                      <a:schemeClr val="accent2"/>
                    </a:solidFill>
                    <a:latin typeface="Ballpoint" pitchFamily="50" charset="0"/>
                    <a:sym typeface="Roboto"/>
                  </a:rPr>
                  <a:t>-</a:t>
                </a:r>
                <a:r>
                  <a:rPr lang="en-US" sz="1000" spc="100" dirty="0">
                    <a:solidFill>
                      <a:srgbClr val="FFC000"/>
                    </a:solidFill>
                    <a:latin typeface="Ballpoint" pitchFamily="50" charset="0"/>
                    <a:sym typeface="Roboto"/>
                  </a:rPr>
                  <a:t> </a:t>
                </a:r>
                <a:r>
                  <a:rPr lang="en-US" sz="1000" spc="100" dirty="0">
                    <a:latin typeface="Ballpoint" pitchFamily="50" charset="0"/>
                    <a:sym typeface="Roboto"/>
                  </a:rPr>
                  <a:t>isoprene only</a:t>
                </a:r>
                <a:endParaRPr sz="1000" spc="100" dirty="0">
                  <a:latin typeface="Ballpoint" pitchFamily="50" charset="0"/>
                  <a:sym typeface="Roboto"/>
                </a:endParaRPr>
              </a:p>
            </p:txBody>
          </p:sp>
          <p:sp>
            <p:nvSpPr>
              <p:cNvPr id="135" name="Google Shape;1617;p40">
                <a:extLst>
                  <a:ext uri="{FF2B5EF4-FFF2-40B4-BE49-F238E27FC236}">
                    <a16:creationId xmlns:a16="http://schemas.microsoft.com/office/drawing/2014/main" id="{5BA47E3A-8017-FE67-EDC9-C77A3DC790C8}"/>
                  </a:ext>
                </a:extLst>
              </p:cNvPr>
              <p:cNvSpPr txBox="1"/>
              <p:nvPr/>
            </p:nvSpPr>
            <p:spPr>
              <a:xfrm>
                <a:off x="3994034" y="2603067"/>
                <a:ext cx="1333200" cy="654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400" dirty="0">
                    <a:solidFill>
                      <a:schemeClr val="dk1"/>
                    </a:solidFill>
                    <a:latin typeface="SKETCHNOTE" pitchFamily="50" charset="0"/>
                    <a:ea typeface="Fira Sans Extra Condensed Medium"/>
                    <a:cs typeface="Fira Sans Extra Condensed Medium"/>
                    <a:sym typeface="Fira Sans Extra Condensed Medium"/>
                  </a:rPr>
                  <a:t>Test</a:t>
                </a:r>
              </a:p>
              <a:p>
                <a:pPr marL="0" lvl="0" indent="0" algn="ctr" rtl="0">
                  <a:spcBef>
                    <a:spcPts val="0"/>
                  </a:spcBef>
                  <a:spcAft>
                    <a:spcPts val="0"/>
                  </a:spcAft>
                  <a:buNone/>
                </a:pPr>
                <a:r>
                  <a:rPr lang="en-GB" sz="1400" dirty="0">
                    <a:solidFill>
                      <a:schemeClr val="dk1"/>
                    </a:solidFill>
                    <a:latin typeface="SKETCHNOTE" pitchFamily="50" charset="0"/>
                    <a:ea typeface="Fira Sans Extra Condensed Medium"/>
                    <a:cs typeface="Fira Sans Extra Condensed Medium"/>
                    <a:sym typeface="Fira Sans Extra Condensed Medium"/>
                  </a:rPr>
                  <a:t>Condition</a:t>
                </a:r>
                <a:endParaRPr sz="1400" dirty="0">
                  <a:solidFill>
                    <a:schemeClr val="dk1"/>
                  </a:solidFill>
                  <a:latin typeface="SKETCHNOTE" pitchFamily="50" charset="0"/>
                  <a:ea typeface="Fira Sans Extra Condensed Medium"/>
                  <a:cs typeface="Fira Sans Extra Condensed Medium"/>
                  <a:sym typeface="Fira Sans Extra Condensed Medium"/>
                </a:endParaRPr>
              </a:p>
            </p:txBody>
          </p:sp>
          <p:grpSp>
            <p:nvGrpSpPr>
              <p:cNvPr id="136" name="Google Shape;1618;p40">
                <a:extLst>
                  <a:ext uri="{FF2B5EF4-FFF2-40B4-BE49-F238E27FC236}">
                    <a16:creationId xmlns:a16="http://schemas.microsoft.com/office/drawing/2014/main" id="{FA363E04-39C9-5D18-4E0D-6C49CAD10A4B}"/>
                  </a:ext>
                </a:extLst>
              </p:cNvPr>
              <p:cNvGrpSpPr/>
              <p:nvPr/>
            </p:nvGrpSpPr>
            <p:grpSpPr>
              <a:xfrm>
                <a:off x="3355308" y="2059990"/>
                <a:ext cx="2638464" cy="2568915"/>
                <a:chOff x="1126675" y="238075"/>
                <a:chExt cx="5356200" cy="5219250"/>
              </a:xfrm>
            </p:grpSpPr>
            <p:sp>
              <p:nvSpPr>
                <p:cNvPr id="137" name="Google Shape;1619;p40">
                  <a:extLst>
                    <a:ext uri="{FF2B5EF4-FFF2-40B4-BE49-F238E27FC236}">
                      <a16:creationId xmlns:a16="http://schemas.microsoft.com/office/drawing/2014/main" id="{F036DFED-DDD5-93E3-AB04-06B846F77FDD}"/>
                    </a:ext>
                  </a:extLst>
                </p:cNvPr>
                <p:cNvSpPr/>
                <p:nvPr/>
              </p:nvSpPr>
              <p:spPr>
                <a:xfrm>
                  <a:off x="1190625" y="292925"/>
                  <a:ext cx="1287850" cy="1175625"/>
                </a:xfrm>
                <a:custGeom>
                  <a:avLst/>
                  <a:gdLst/>
                  <a:ahLst/>
                  <a:cxnLst/>
                  <a:rect l="l" t="t" r="r" b="b"/>
                  <a:pathLst>
                    <a:path w="51514" h="47025" extrusionOk="0">
                      <a:moveTo>
                        <a:pt x="32049" y="23185"/>
                      </a:moveTo>
                      <a:cubicBezTo>
                        <a:pt x="32818" y="23185"/>
                        <a:pt x="33403" y="24236"/>
                        <a:pt x="32620" y="24896"/>
                      </a:cubicBezTo>
                      <a:cubicBezTo>
                        <a:pt x="31002" y="26096"/>
                        <a:pt x="29280" y="27192"/>
                        <a:pt x="27453" y="28079"/>
                      </a:cubicBezTo>
                      <a:cubicBezTo>
                        <a:pt x="26774" y="28497"/>
                        <a:pt x="26044" y="28862"/>
                        <a:pt x="25417" y="29227"/>
                      </a:cubicBezTo>
                      <a:cubicBezTo>
                        <a:pt x="25261" y="29332"/>
                        <a:pt x="25104" y="29332"/>
                        <a:pt x="24948" y="29384"/>
                      </a:cubicBezTo>
                      <a:lnTo>
                        <a:pt x="24895" y="29384"/>
                      </a:lnTo>
                      <a:cubicBezTo>
                        <a:pt x="23956" y="29384"/>
                        <a:pt x="23591" y="28079"/>
                        <a:pt x="24426" y="27610"/>
                      </a:cubicBezTo>
                      <a:cubicBezTo>
                        <a:pt x="25104" y="27192"/>
                        <a:pt x="25835" y="26827"/>
                        <a:pt x="26566" y="26409"/>
                      </a:cubicBezTo>
                      <a:cubicBezTo>
                        <a:pt x="28288" y="25574"/>
                        <a:pt x="29906" y="24582"/>
                        <a:pt x="31419" y="23434"/>
                      </a:cubicBezTo>
                      <a:cubicBezTo>
                        <a:pt x="31628" y="23259"/>
                        <a:pt x="31845" y="23185"/>
                        <a:pt x="32049" y="23185"/>
                      </a:cubicBezTo>
                      <a:close/>
                      <a:moveTo>
                        <a:pt x="24913" y="23178"/>
                      </a:moveTo>
                      <a:cubicBezTo>
                        <a:pt x="25812" y="23178"/>
                        <a:pt x="26310" y="24502"/>
                        <a:pt x="25313" y="25000"/>
                      </a:cubicBezTo>
                      <a:cubicBezTo>
                        <a:pt x="22912" y="26305"/>
                        <a:pt x="20616" y="27870"/>
                        <a:pt x="18528" y="29645"/>
                      </a:cubicBezTo>
                      <a:lnTo>
                        <a:pt x="17902" y="30115"/>
                      </a:lnTo>
                      <a:cubicBezTo>
                        <a:pt x="17745" y="30219"/>
                        <a:pt x="17536" y="30323"/>
                        <a:pt x="17328" y="30323"/>
                      </a:cubicBezTo>
                      <a:cubicBezTo>
                        <a:pt x="16388" y="30323"/>
                        <a:pt x="16023" y="29175"/>
                        <a:pt x="16754" y="28601"/>
                      </a:cubicBezTo>
                      <a:lnTo>
                        <a:pt x="17328" y="28131"/>
                      </a:lnTo>
                      <a:cubicBezTo>
                        <a:pt x="19572" y="26253"/>
                        <a:pt x="21921" y="24635"/>
                        <a:pt x="24478" y="23278"/>
                      </a:cubicBezTo>
                      <a:cubicBezTo>
                        <a:pt x="24630" y="23209"/>
                        <a:pt x="24776" y="23178"/>
                        <a:pt x="24913" y="23178"/>
                      </a:cubicBezTo>
                      <a:close/>
                      <a:moveTo>
                        <a:pt x="36065" y="0"/>
                      </a:moveTo>
                      <a:lnTo>
                        <a:pt x="0" y="32672"/>
                      </a:lnTo>
                      <a:lnTo>
                        <a:pt x="18789" y="47025"/>
                      </a:lnTo>
                      <a:cubicBezTo>
                        <a:pt x="30167" y="36378"/>
                        <a:pt x="41179" y="25156"/>
                        <a:pt x="51513" y="13570"/>
                      </a:cubicBezTo>
                      <a:cubicBezTo>
                        <a:pt x="46920" y="8507"/>
                        <a:pt x="41388" y="4175"/>
                        <a:pt x="36065" y="0"/>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620;p40">
                  <a:extLst>
                    <a:ext uri="{FF2B5EF4-FFF2-40B4-BE49-F238E27FC236}">
                      <a16:creationId xmlns:a16="http://schemas.microsoft.com/office/drawing/2014/main" id="{D5906A0A-B90D-7C14-FA68-253FDF5B098D}"/>
                    </a:ext>
                  </a:extLst>
                </p:cNvPr>
                <p:cNvSpPr/>
                <p:nvPr/>
              </p:nvSpPr>
              <p:spPr>
                <a:xfrm>
                  <a:off x="5129775" y="292925"/>
                  <a:ext cx="1287875" cy="1174325"/>
                </a:xfrm>
                <a:custGeom>
                  <a:avLst/>
                  <a:gdLst/>
                  <a:ahLst/>
                  <a:cxnLst/>
                  <a:rect l="l" t="t" r="r" b="b"/>
                  <a:pathLst>
                    <a:path w="51515" h="46973" extrusionOk="0">
                      <a:moveTo>
                        <a:pt x="27478" y="21746"/>
                      </a:moveTo>
                      <a:cubicBezTo>
                        <a:pt x="27934" y="21746"/>
                        <a:pt x="28353" y="22085"/>
                        <a:pt x="28446" y="22547"/>
                      </a:cubicBezTo>
                      <a:lnTo>
                        <a:pt x="28393" y="22547"/>
                      </a:lnTo>
                      <a:cubicBezTo>
                        <a:pt x="28498" y="23069"/>
                        <a:pt x="28185" y="23539"/>
                        <a:pt x="27663" y="23643"/>
                      </a:cubicBezTo>
                      <a:cubicBezTo>
                        <a:pt x="26514" y="23904"/>
                        <a:pt x="25418" y="24269"/>
                        <a:pt x="24375" y="24687"/>
                      </a:cubicBezTo>
                      <a:cubicBezTo>
                        <a:pt x="23644" y="25000"/>
                        <a:pt x="22861" y="25313"/>
                        <a:pt x="22078" y="25522"/>
                      </a:cubicBezTo>
                      <a:cubicBezTo>
                        <a:pt x="21974" y="25522"/>
                        <a:pt x="21869" y="25574"/>
                        <a:pt x="21817" y="25574"/>
                      </a:cubicBezTo>
                      <a:cubicBezTo>
                        <a:pt x="20721" y="25522"/>
                        <a:pt x="20512" y="24008"/>
                        <a:pt x="21504" y="23695"/>
                      </a:cubicBezTo>
                      <a:cubicBezTo>
                        <a:pt x="22235" y="23486"/>
                        <a:pt x="22965" y="23225"/>
                        <a:pt x="23696" y="22912"/>
                      </a:cubicBezTo>
                      <a:cubicBezTo>
                        <a:pt x="24844" y="22443"/>
                        <a:pt x="26045" y="22025"/>
                        <a:pt x="27297" y="21764"/>
                      </a:cubicBezTo>
                      <a:cubicBezTo>
                        <a:pt x="27358" y="21752"/>
                        <a:pt x="27418" y="21746"/>
                        <a:pt x="27478" y="21746"/>
                      </a:cubicBezTo>
                      <a:close/>
                      <a:moveTo>
                        <a:pt x="33189" y="25099"/>
                      </a:moveTo>
                      <a:cubicBezTo>
                        <a:pt x="33670" y="25099"/>
                        <a:pt x="34086" y="25454"/>
                        <a:pt x="34134" y="25992"/>
                      </a:cubicBezTo>
                      <a:lnTo>
                        <a:pt x="34082" y="25939"/>
                      </a:lnTo>
                      <a:lnTo>
                        <a:pt x="34082" y="25939"/>
                      </a:lnTo>
                      <a:cubicBezTo>
                        <a:pt x="34134" y="26461"/>
                        <a:pt x="33769" y="26931"/>
                        <a:pt x="33247" y="26983"/>
                      </a:cubicBezTo>
                      <a:cubicBezTo>
                        <a:pt x="31681" y="27192"/>
                        <a:pt x="30168" y="27610"/>
                        <a:pt x="28759" y="28288"/>
                      </a:cubicBezTo>
                      <a:cubicBezTo>
                        <a:pt x="27819" y="28706"/>
                        <a:pt x="26828" y="29019"/>
                        <a:pt x="25836" y="29332"/>
                      </a:cubicBezTo>
                      <a:lnTo>
                        <a:pt x="25575" y="29332"/>
                      </a:lnTo>
                      <a:cubicBezTo>
                        <a:pt x="24479" y="29280"/>
                        <a:pt x="24270" y="27766"/>
                        <a:pt x="25314" y="27453"/>
                      </a:cubicBezTo>
                      <a:cubicBezTo>
                        <a:pt x="26253" y="27192"/>
                        <a:pt x="27193" y="26879"/>
                        <a:pt x="28080" y="26513"/>
                      </a:cubicBezTo>
                      <a:cubicBezTo>
                        <a:pt x="29698" y="25783"/>
                        <a:pt x="31368" y="25313"/>
                        <a:pt x="33091" y="25104"/>
                      </a:cubicBezTo>
                      <a:cubicBezTo>
                        <a:pt x="33124" y="25101"/>
                        <a:pt x="33157" y="25099"/>
                        <a:pt x="33189" y="25099"/>
                      </a:cubicBezTo>
                      <a:close/>
                      <a:moveTo>
                        <a:pt x="37929" y="27460"/>
                      </a:moveTo>
                      <a:cubicBezTo>
                        <a:pt x="38215" y="27460"/>
                        <a:pt x="38496" y="27580"/>
                        <a:pt x="38675" y="27818"/>
                      </a:cubicBezTo>
                      <a:cubicBezTo>
                        <a:pt x="38988" y="28236"/>
                        <a:pt x="38884" y="28810"/>
                        <a:pt x="38519" y="29123"/>
                      </a:cubicBezTo>
                      <a:cubicBezTo>
                        <a:pt x="37162" y="30219"/>
                        <a:pt x="35491" y="30793"/>
                        <a:pt x="33769" y="30793"/>
                      </a:cubicBezTo>
                      <a:lnTo>
                        <a:pt x="33091" y="30793"/>
                      </a:lnTo>
                      <a:cubicBezTo>
                        <a:pt x="32569" y="30741"/>
                        <a:pt x="32203" y="30271"/>
                        <a:pt x="32256" y="29802"/>
                      </a:cubicBezTo>
                      <a:cubicBezTo>
                        <a:pt x="32305" y="29309"/>
                        <a:pt x="32679" y="28910"/>
                        <a:pt x="33159" y="28910"/>
                      </a:cubicBezTo>
                      <a:cubicBezTo>
                        <a:pt x="33188" y="28910"/>
                        <a:pt x="33217" y="28911"/>
                        <a:pt x="33247" y="28914"/>
                      </a:cubicBezTo>
                      <a:cubicBezTo>
                        <a:pt x="33393" y="28925"/>
                        <a:pt x="33539" y="28930"/>
                        <a:pt x="33685" y="28930"/>
                      </a:cubicBezTo>
                      <a:cubicBezTo>
                        <a:pt x="34998" y="28930"/>
                        <a:pt x="36285" y="28507"/>
                        <a:pt x="37318" y="27662"/>
                      </a:cubicBezTo>
                      <a:cubicBezTo>
                        <a:pt x="37497" y="27527"/>
                        <a:pt x="37714" y="27460"/>
                        <a:pt x="37929" y="27460"/>
                      </a:cubicBezTo>
                      <a:close/>
                      <a:moveTo>
                        <a:pt x="15502" y="0"/>
                      </a:moveTo>
                      <a:cubicBezTo>
                        <a:pt x="10126" y="4175"/>
                        <a:pt x="4646" y="8507"/>
                        <a:pt x="1" y="13570"/>
                      </a:cubicBezTo>
                      <a:cubicBezTo>
                        <a:pt x="10335" y="25156"/>
                        <a:pt x="21347" y="36378"/>
                        <a:pt x="32725" y="46973"/>
                      </a:cubicBezTo>
                      <a:lnTo>
                        <a:pt x="51514" y="32620"/>
                      </a:lnTo>
                      <a:lnTo>
                        <a:pt x="15502" y="0"/>
                      </a:ln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621;p40">
                  <a:extLst>
                    <a:ext uri="{FF2B5EF4-FFF2-40B4-BE49-F238E27FC236}">
                      <a16:creationId xmlns:a16="http://schemas.microsoft.com/office/drawing/2014/main" id="{CA311217-794E-8706-E885-78AF86F90C4C}"/>
                    </a:ext>
                  </a:extLst>
                </p:cNvPr>
                <p:cNvSpPr/>
                <p:nvPr/>
              </p:nvSpPr>
              <p:spPr>
                <a:xfrm>
                  <a:off x="1126675" y="238075"/>
                  <a:ext cx="5356200" cy="5219250"/>
                </a:xfrm>
                <a:custGeom>
                  <a:avLst/>
                  <a:gdLst/>
                  <a:ahLst/>
                  <a:cxnLst/>
                  <a:rect l="l" t="t" r="r" b="b"/>
                  <a:pathLst>
                    <a:path w="214248" h="208770" extrusionOk="0">
                      <a:moveTo>
                        <a:pt x="38623" y="2194"/>
                      </a:moveTo>
                      <a:cubicBezTo>
                        <a:pt x="43946" y="6369"/>
                        <a:pt x="49478" y="10649"/>
                        <a:pt x="54123" y="15764"/>
                      </a:cubicBezTo>
                      <a:cubicBezTo>
                        <a:pt x="43737" y="27350"/>
                        <a:pt x="32725" y="38572"/>
                        <a:pt x="21347" y="49167"/>
                      </a:cubicBezTo>
                      <a:lnTo>
                        <a:pt x="2558" y="34866"/>
                      </a:lnTo>
                      <a:lnTo>
                        <a:pt x="38623" y="2194"/>
                      </a:lnTo>
                      <a:close/>
                      <a:moveTo>
                        <a:pt x="175626" y="2194"/>
                      </a:moveTo>
                      <a:lnTo>
                        <a:pt x="211638" y="34866"/>
                      </a:lnTo>
                      <a:lnTo>
                        <a:pt x="192849" y="49219"/>
                      </a:lnTo>
                      <a:cubicBezTo>
                        <a:pt x="181471" y="38572"/>
                        <a:pt x="170459" y="27350"/>
                        <a:pt x="160125" y="15764"/>
                      </a:cubicBezTo>
                      <a:cubicBezTo>
                        <a:pt x="164770" y="10701"/>
                        <a:pt x="170250" y="6369"/>
                        <a:pt x="175626" y="2194"/>
                      </a:cubicBezTo>
                      <a:close/>
                      <a:moveTo>
                        <a:pt x="44781" y="28655"/>
                      </a:moveTo>
                      <a:cubicBezTo>
                        <a:pt x="61326" y="31108"/>
                        <a:pt x="89353" y="34449"/>
                        <a:pt x="118580" y="34449"/>
                      </a:cubicBezTo>
                      <a:cubicBezTo>
                        <a:pt x="138309" y="34449"/>
                        <a:pt x="155741" y="32935"/>
                        <a:pt x="170563" y="29960"/>
                      </a:cubicBezTo>
                      <a:cubicBezTo>
                        <a:pt x="175208" y="34762"/>
                        <a:pt x="179958" y="39511"/>
                        <a:pt x="184812" y="44208"/>
                      </a:cubicBezTo>
                      <a:cubicBezTo>
                        <a:pt x="186012" y="85179"/>
                        <a:pt x="188465" y="179959"/>
                        <a:pt x="186743" y="196922"/>
                      </a:cubicBezTo>
                      <a:cubicBezTo>
                        <a:pt x="181576" y="198226"/>
                        <a:pt x="145250" y="206942"/>
                        <a:pt x="103132" y="206942"/>
                      </a:cubicBezTo>
                      <a:cubicBezTo>
                        <a:pt x="74478" y="206942"/>
                        <a:pt x="49322" y="202976"/>
                        <a:pt x="28341" y="195199"/>
                      </a:cubicBezTo>
                      <a:cubicBezTo>
                        <a:pt x="28445" y="186222"/>
                        <a:pt x="29593" y="90137"/>
                        <a:pt x="30428" y="43217"/>
                      </a:cubicBezTo>
                      <a:cubicBezTo>
                        <a:pt x="35282" y="38467"/>
                        <a:pt x="40084" y="33614"/>
                        <a:pt x="44781" y="28655"/>
                      </a:cubicBezTo>
                      <a:close/>
                      <a:moveTo>
                        <a:pt x="38513" y="0"/>
                      </a:moveTo>
                      <a:cubicBezTo>
                        <a:pt x="38281" y="0"/>
                        <a:pt x="38037" y="93"/>
                        <a:pt x="37840" y="263"/>
                      </a:cubicBezTo>
                      <a:lnTo>
                        <a:pt x="418" y="34240"/>
                      </a:lnTo>
                      <a:cubicBezTo>
                        <a:pt x="1" y="34605"/>
                        <a:pt x="1" y="35284"/>
                        <a:pt x="470" y="35649"/>
                      </a:cubicBezTo>
                      <a:lnTo>
                        <a:pt x="20825" y="51202"/>
                      </a:lnTo>
                      <a:cubicBezTo>
                        <a:pt x="20990" y="51320"/>
                        <a:pt x="21186" y="51374"/>
                        <a:pt x="21381" y="51374"/>
                      </a:cubicBezTo>
                      <a:cubicBezTo>
                        <a:pt x="21618" y="51374"/>
                        <a:pt x="21853" y="51293"/>
                        <a:pt x="22026" y="51150"/>
                      </a:cubicBezTo>
                      <a:cubicBezTo>
                        <a:pt x="24218" y="49114"/>
                        <a:pt x="26357" y="47079"/>
                        <a:pt x="28497" y="45044"/>
                      </a:cubicBezTo>
                      <a:lnTo>
                        <a:pt x="28497" y="45044"/>
                      </a:lnTo>
                      <a:cubicBezTo>
                        <a:pt x="27662" y="94730"/>
                        <a:pt x="26462" y="194625"/>
                        <a:pt x="26462" y="195773"/>
                      </a:cubicBezTo>
                      <a:cubicBezTo>
                        <a:pt x="26462" y="196191"/>
                        <a:pt x="26723" y="196556"/>
                        <a:pt x="27088" y="196713"/>
                      </a:cubicBezTo>
                      <a:cubicBezTo>
                        <a:pt x="48382" y="204698"/>
                        <a:pt x="73956" y="208769"/>
                        <a:pt x="103132" y="208769"/>
                      </a:cubicBezTo>
                      <a:cubicBezTo>
                        <a:pt x="148643" y="208769"/>
                        <a:pt x="187473" y="198644"/>
                        <a:pt x="187839" y="198540"/>
                      </a:cubicBezTo>
                      <a:cubicBezTo>
                        <a:pt x="188256" y="198435"/>
                        <a:pt x="188517" y="198122"/>
                        <a:pt x="188570" y="197757"/>
                      </a:cubicBezTo>
                      <a:cubicBezTo>
                        <a:pt x="190448" y="182621"/>
                        <a:pt x="187995" y="88728"/>
                        <a:pt x="186795" y="46035"/>
                      </a:cubicBezTo>
                      <a:lnTo>
                        <a:pt x="186795" y="46035"/>
                      </a:lnTo>
                      <a:cubicBezTo>
                        <a:pt x="188570" y="47757"/>
                        <a:pt x="190344" y="49428"/>
                        <a:pt x="192171" y="51150"/>
                      </a:cubicBezTo>
                      <a:cubicBezTo>
                        <a:pt x="192327" y="51307"/>
                        <a:pt x="192588" y="51359"/>
                        <a:pt x="192797" y="51359"/>
                      </a:cubicBezTo>
                      <a:cubicBezTo>
                        <a:pt x="193006" y="51359"/>
                        <a:pt x="193215" y="51307"/>
                        <a:pt x="193371" y="51202"/>
                      </a:cubicBezTo>
                      <a:lnTo>
                        <a:pt x="213726" y="35649"/>
                      </a:lnTo>
                      <a:cubicBezTo>
                        <a:pt x="214196" y="35284"/>
                        <a:pt x="214248" y="34605"/>
                        <a:pt x="213778" y="34240"/>
                      </a:cubicBezTo>
                      <a:lnTo>
                        <a:pt x="176304" y="263"/>
                      </a:lnTo>
                      <a:cubicBezTo>
                        <a:pt x="176135" y="93"/>
                        <a:pt x="175904" y="0"/>
                        <a:pt x="175670" y="0"/>
                      </a:cubicBezTo>
                      <a:cubicBezTo>
                        <a:pt x="175472" y="0"/>
                        <a:pt x="175272" y="67"/>
                        <a:pt x="175104" y="211"/>
                      </a:cubicBezTo>
                      <a:cubicBezTo>
                        <a:pt x="169206" y="4751"/>
                        <a:pt x="163152" y="9449"/>
                        <a:pt x="158142" y="15138"/>
                      </a:cubicBezTo>
                      <a:cubicBezTo>
                        <a:pt x="157829" y="15451"/>
                        <a:pt x="157829" y="16025"/>
                        <a:pt x="158142" y="16390"/>
                      </a:cubicBezTo>
                      <a:cubicBezTo>
                        <a:pt x="161691" y="20409"/>
                        <a:pt x="165292" y="24376"/>
                        <a:pt x="169050" y="28238"/>
                      </a:cubicBezTo>
                      <a:cubicBezTo>
                        <a:pt x="154593" y="31056"/>
                        <a:pt x="137683" y="32517"/>
                        <a:pt x="118580" y="32517"/>
                      </a:cubicBezTo>
                      <a:cubicBezTo>
                        <a:pt x="90240" y="32517"/>
                        <a:pt x="62996" y="29334"/>
                        <a:pt x="46347" y="26933"/>
                      </a:cubicBezTo>
                      <a:cubicBezTo>
                        <a:pt x="49635" y="23488"/>
                        <a:pt x="52871" y="19939"/>
                        <a:pt x="56002" y="16390"/>
                      </a:cubicBezTo>
                      <a:cubicBezTo>
                        <a:pt x="56368" y="16025"/>
                        <a:pt x="56368" y="15451"/>
                        <a:pt x="56002" y="15138"/>
                      </a:cubicBezTo>
                      <a:cubicBezTo>
                        <a:pt x="50992" y="9449"/>
                        <a:pt x="44938" y="4751"/>
                        <a:pt x="39040" y="211"/>
                      </a:cubicBezTo>
                      <a:cubicBezTo>
                        <a:pt x="38896" y="67"/>
                        <a:pt x="38709" y="0"/>
                        <a:pt x="38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622;p40">
                  <a:extLst>
                    <a:ext uri="{FF2B5EF4-FFF2-40B4-BE49-F238E27FC236}">
                      <a16:creationId xmlns:a16="http://schemas.microsoft.com/office/drawing/2014/main" id="{39BA12E6-4959-137E-0063-24BAAFA53898}"/>
                    </a:ext>
                  </a:extLst>
                </p:cNvPr>
                <p:cNvSpPr/>
                <p:nvPr/>
              </p:nvSpPr>
              <p:spPr>
                <a:xfrm>
                  <a:off x="5642575" y="837700"/>
                  <a:ext cx="208075" cy="94600"/>
                </a:xfrm>
                <a:custGeom>
                  <a:avLst/>
                  <a:gdLst/>
                  <a:ahLst/>
                  <a:cxnLst/>
                  <a:rect l="l" t="t" r="r" b="b"/>
                  <a:pathLst>
                    <a:path w="8323" h="3784" extrusionOk="0">
                      <a:moveTo>
                        <a:pt x="7017" y="0"/>
                      </a:moveTo>
                      <a:cubicBezTo>
                        <a:pt x="6944" y="0"/>
                        <a:pt x="6866" y="8"/>
                        <a:pt x="6785" y="25"/>
                      </a:cubicBezTo>
                      <a:cubicBezTo>
                        <a:pt x="5585" y="286"/>
                        <a:pt x="4332" y="652"/>
                        <a:pt x="3184" y="1173"/>
                      </a:cubicBezTo>
                      <a:cubicBezTo>
                        <a:pt x="2453" y="1434"/>
                        <a:pt x="1723" y="1695"/>
                        <a:pt x="1044" y="1904"/>
                      </a:cubicBezTo>
                      <a:cubicBezTo>
                        <a:pt x="0" y="2269"/>
                        <a:pt x="209" y="3731"/>
                        <a:pt x="1305" y="3783"/>
                      </a:cubicBezTo>
                      <a:cubicBezTo>
                        <a:pt x="1410" y="3783"/>
                        <a:pt x="1462" y="3783"/>
                        <a:pt x="1566" y="3731"/>
                      </a:cubicBezTo>
                      <a:cubicBezTo>
                        <a:pt x="2349" y="3522"/>
                        <a:pt x="3132" y="3209"/>
                        <a:pt x="3863" y="2896"/>
                      </a:cubicBezTo>
                      <a:cubicBezTo>
                        <a:pt x="4959" y="2478"/>
                        <a:pt x="6002" y="2113"/>
                        <a:pt x="7151" y="1852"/>
                      </a:cubicBezTo>
                      <a:cubicBezTo>
                        <a:pt x="8322" y="1657"/>
                        <a:pt x="8078" y="0"/>
                        <a:pt x="70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623;p40">
                  <a:extLst>
                    <a:ext uri="{FF2B5EF4-FFF2-40B4-BE49-F238E27FC236}">
                      <a16:creationId xmlns:a16="http://schemas.microsoft.com/office/drawing/2014/main" id="{34436186-5E74-C3E5-618D-115794A99172}"/>
                    </a:ext>
                  </a:extLst>
                </p:cNvPr>
                <p:cNvSpPr/>
                <p:nvPr/>
              </p:nvSpPr>
              <p:spPr>
                <a:xfrm>
                  <a:off x="5737825" y="920425"/>
                  <a:ext cx="253625" cy="107125"/>
                </a:xfrm>
                <a:custGeom>
                  <a:avLst/>
                  <a:gdLst/>
                  <a:ahLst/>
                  <a:cxnLst/>
                  <a:rect l="l" t="t" r="r" b="b"/>
                  <a:pathLst>
                    <a:path w="10145" h="4285" extrusionOk="0">
                      <a:moveTo>
                        <a:pt x="8869" y="0"/>
                      </a:moveTo>
                      <a:cubicBezTo>
                        <a:pt x="8836" y="0"/>
                        <a:pt x="8803" y="2"/>
                        <a:pt x="8769" y="4"/>
                      </a:cubicBezTo>
                      <a:cubicBezTo>
                        <a:pt x="7046" y="213"/>
                        <a:pt x="5376" y="735"/>
                        <a:pt x="3758" y="1466"/>
                      </a:cubicBezTo>
                      <a:cubicBezTo>
                        <a:pt x="2871" y="1831"/>
                        <a:pt x="1984" y="2144"/>
                        <a:pt x="1044" y="2405"/>
                      </a:cubicBezTo>
                      <a:cubicBezTo>
                        <a:pt x="0" y="2718"/>
                        <a:pt x="209" y="4232"/>
                        <a:pt x="1305" y="4284"/>
                      </a:cubicBezTo>
                      <a:lnTo>
                        <a:pt x="1514" y="4284"/>
                      </a:lnTo>
                      <a:cubicBezTo>
                        <a:pt x="2506" y="3971"/>
                        <a:pt x="3497" y="3606"/>
                        <a:pt x="4489" y="3240"/>
                      </a:cubicBezTo>
                      <a:cubicBezTo>
                        <a:pt x="5898" y="2562"/>
                        <a:pt x="7412" y="2144"/>
                        <a:pt x="8925" y="1935"/>
                      </a:cubicBezTo>
                      <a:cubicBezTo>
                        <a:pt x="10145" y="1834"/>
                        <a:pt x="10078" y="0"/>
                        <a:pt x="88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624;p40">
                  <a:extLst>
                    <a:ext uri="{FF2B5EF4-FFF2-40B4-BE49-F238E27FC236}">
                      <a16:creationId xmlns:a16="http://schemas.microsoft.com/office/drawing/2014/main" id="{135405E3-ABDF-6242-8D48-A5D44AB7DF23}"/>
                    </a:ext>
                  </a:extLst>
                </p:cNvPr>
                <p:cNvSpPr/>
                <p:nvPr/>
              </p:nvSpPr>
              <p:spPr>
                <a:xfrm>
                  <a:off x="5934850" y="978850"/>
                  <a:ext cx="177725" cy="83925"/>
                </a:xfrm>
                <a:custGeom>
                  <a:avLst/>
                  <a:gdLst/>
                  <a:ahLst/>
                  <a:cxnLst/>
                  <a:rect l="l" t="t" r="r" b="b"/>
                  <a:pathLst>
                    <a:path w="7109" h="3357" extrusionOk="0">
                      <a:moveTo>
                        <a:pt x="5765" y="1"/>
                      </a:moveTo>
                      <a:cubicBezTo>
                        <a:pt x="5572" y="1"/>
                        <a:pt x="5366" y="68"/>
                        <a:pt x="5167" y="225"/>
                      </a:cubicBezTo>
                      <a:cubicBezTo>
                        <a:pt x="4088" y="1023"/>
                        <a:pt x="2839" y="1441"/>
                        <a:pt x="1535" y="1441"/>
                      </a:cubicBezTo>
                      <a:cubicBezTo>
                        <a:pt x="1390" y="1441"/>
                        <a:pt x="1243" y="1436"/>
                        <a:pt x="1096" y="1425"/>
                      </a:cubicBezTo>
                      <a:cubicBezTo>
                        <a:pt x="1064" y="1422"/>
                        <a:pt x="1032" y="1421"/>
                        <a:pt x="1000" y="1421"/>
                      </a:cubicBezTo>
                      <a:cubicBezTo>
                        <a:pt x="471" y="1421"/>
                        <a:pt x="53" y="1823"/>
                        <a:pt x="53" y="2365"/>
                      </a:cubicBezTo>
                      <a:cubicBezTo>
                        <a:pt x="0" y="2834"/>
                        <a:pt x="366" y="3304"/>
                        <a:pt x="888" y="3356"/>
                      </a:cubicBezTo>
                      <a:lnTo>
                        <a:pt x="1566" y="3356"/>
                      </a:lnTo>
                      <a:cubicBezTo>
                        <a:pt x="3288" y="3356"/>
                        <a:pt x="4959" y="2730"/>
                        <a:pt x="6316" y="1686"/>
                      </a:cubicBezTo>
                      <a:cubicBezTo>
                        <a:pt x="7108" y="1060"/>
                        <a:pt x="6534" y="1"/>
                        <a:pt x="5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625;p40">
                  <a:extLst>
                    <a:ext uri="{FF2B5EF4-FFF2-40B4-BE49-F238E27FC236}">
                      <a16:creationId xmlns:a16="http://schemas.microsoft.com/office/drawing/2014/main" id="{406194DE-A918-925F-23DC-6B408D422C5D}"/>
                    </a:ext>
                  </a:extLst>
                </p:cNvPr>
                <p:cNvSpPr/>
                <p:nvPr/>
              </p:nvSpPr>
              <p:spPr>
                <a:xfrm>
                  <a:off x="1591175" y="872825"/>
                  <a:ext cx="249250" cy="178200"/>
                </a:xfrm>
                <a:custGeom>
                  <a:avLst/>
                  <a:gdLst/>
                  <a:ahLst/>
                  <a:cxnLst/>
                  <a:rect l="l" t="t" r="r" b="b"/>
                  <a:pathLst>
                    <a:path w="9970" h="7128" extrusionOk="0">
                      <a:moveTo>
                        <a:pt x="8841" y="1"/>
                      </a:moveTo>
                      <a:cubicBezTo>
                        <a:pt x="8710" y="1"/>
                        <a:pt x="8579" y="27"/>
                        <a:pt x="8456" y="82"/>
                      </a:cubicBezTo>
                      <a:cubicBezTo>
                        <a:pt x="5951" y="1439"/>
                        <a:pt x="3550" y="3057"/>
                        <a:pt x="1358" y="4935"/>
                      </a:cubicBezTo>
                      <a:lnTo>
                        <a:pt x="732" y="5405"/>
                      </a:lnTo>
                      <a:cubicBezTo>
                        <a:pt x="1" y="5979"/>
                        <a:pt x="418" y="7127"/>
                        <a:pt x="1306" y="7127"/>
                      </a:cubicBezTo>
                      <a:cubicBezTo>
                        <a:pt x="1514" y="7127"/>
                        <a:pt x="1723" y="7023"/>
                        <a:pt x="1880" y="6919"/>
                      </a:cubicBezTo>
                      <a:lnTo>
                        <a:pt x="2558" y="6449"/>
                      </a:lnTo>
                      <a:cubicBezTo>
                        <a:pt x="4646" y="4674"/>
                        <a:pt x="6942" y="3109"/>
                        <a:pt x="9343" y="1804"/>
                      </a:cubicBezTo>
                      <a:cubicBezTo>
                        <a:pt x="9813" y="1543"/>
                        <a:pt x="9970" y="969"/>
                        <a:pt x="9761" y="551"/>
                      </a:cubicBezTo>
                      <a:cubicBezTo>
                        <a:pt x="9568" y="205"/>
                        <a:pt x="9206" y="1"/>
                        <a:pt x="88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626;p40">
                  <a:extLst>
                    <a:ext uri="{FF2B5EF4-FFF2-40B4-BE49-F238E27FC236}">
                      <a16:creationId xmlns:a16="http://schemas.microsoft.com/office/drawing/2014/main" id="{1F09C703-3DD8-A5AA-E5E6-5A03E6EC15C7}"/>
                    </a:ext>
                  </a:extLst>
                </p:cNvPr>
                <p:cNvSpPr/>
                <p:nvPr/>
              </p:nvSpPr>
              <p:spPr>
                <a:xfrm>
                  <a:off x="1780375" y="872525"/>
                  <a:ext cx="245350" cy="155025"/>
                </a:xfrm>
                <a:custGeom>
                  <a:avLst/>
                  <a:gdLst/>
                  <a:ahLst/>
                  <a:cxnLst/>
                  <a:rect l="l" t="t" r="r" b="b"/>
                  <a:pathLst>
                    <a:path w="9814" h="6201" extrusionOk="0">
                      <a:moveTo>
                        <a:pt x="8459" y="1"/>
                      </a:moveTo>
                      <a:cubicBezTo>
                        <a:pt x="8255" y="1"/>
                        <a:pt x="8038" y="75"/>
                        <a:pt x="7829" y="250"/>
                      </a:cubicBezTo>
                      <a:cubicBezTo>
                        <a:pt x="6316" y="1398"/>
                        <a:pt x="4698" y="2390"/>
                        <a:pt x="2976" y="3225"/>
                      </a:cubicBezTo>
                      <a:cubicBezTo>
                        <a:pt x="2245" y="3643"/>
                        <a:pt x="1514" y="4008"/>
                        <a:pt x="836" y="4426"/>
                      </a:cubicBezTo>
                      <a:cubicBezTo>
                        <a:pt x="1" y="4895"/>
                        <a:pt x="366" y="6200"/>
                        <a:pt x="1358" y="6200"/>
                      </a:cubicBezTo>
                      <a:cubicBezTo>
                        <a:pt x="1514" y="6148"/>
                        <a:pt x="1671" y="6148"/>
                        <a:pt x="1827" y="6043"/>
                      </a:cubicBezTo>
                      <a:cubicBezTo>
                        <a:pt x="2454" y="5678"/>
                        <a:pt x="3184" y="5313"/>
                        <a:pt x="3863" y="4895"/>
                      </a:cubicBezTo>
                      <a:cubicBezTo>
                        <a:pt x="5690" y="4008"/>
                        <a:pt x="7412" y="2912"/>
                        <a:pt x="9030" y="1712"/>
                      </a:cubicBezTo>
                      <a:cubicBezTo>
                        <a:pt x="9813" y="1052"/>
                        <a:pt x="9228" y="1"/>
                        <a:pt x="8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627;p40">
                  <a:extLst>
                    <a:ext uri="{FF2B5EF4-FFF2-40B4-BE49-F238E27FC236}">
                      <a16:creationId xmlns:a16="http://schemas.microsoft.com/office/drawing/2014/main" id="{66D455B3-33F2-1A34-9CF6-E35ED81A51E7}"/>
                    </a:ext>
                  </a:extLst>
                </p:cNvPr>
                <p:cNvSpPr/>
                <p:nvPr/>
              </p:nvSpPr>
              <p:spPr>
                <a:xfrm>
                  <a:off x="5316375" y="4864375"/>
                  <a:ext cx="167275" cy="166275"/>
                </a:xfrm>
                <a:custGeom>
                  <a:avLst/>
                  <a:gdLst/>
                  <a:ahLst/>
                  <a:cxnLst/>
                  <a:rect l="l" t="t" r="r" b="b"/>
                  <a:pathLst>
                    <a:path w="6691" h="6651" extrusionOk="0">
                      <a:moveTo>
                        <a:pt x="5330" y="0"/>
                      </a:moveTo>
                      <a:cubicBezTo>
                        <a:pt x="5118" y="0"/>
                        <a:pt x="4897" y="84"/>
                        <a:pt x="4698" y="283"/>
                      </a:cubicBezTo>
                      <a:cubicBezTo>
                        <a:pt x="4280" y="648"/>
                        <a:pt x="3863" y="1014"/>
                        <a:pt x="3445" y="1379"/>
                      </a:cubicBezTo>
                      <a:cubicBezTo>
                        <a:pt x="2088" y="2475"/>
                        <a:pt x="731" y="3675"/>
                        <a:pt x="157" y="5398"/>
                      </a:cubicBezTo>
                      <a:cubicBezTo>
                        <a:pt x="0" y="5920"/>
                        <a:pt x="314" y="6442"/>
                        <a:pt x="783" y="6598"/>
                      </a:cubicBezTo>
                      <a:cubicBezTo>
                        <a:pt x="888" y="6650"/>
                        <a:pt x="992" y="6650"/>
                        <a:pt x="1096" y="6650"/>
                      </a:cubicBezTo>
                      <a:cubicBezTo>
                        <a:pt x="1514" y="6650"/>
                        <a:pt x="1879" y="6389"/>
                        <a:pt x="1984" y="5972"/>
                      </a:cubicBezTo>
                      <a:cubicBezTo>
                        <a:pt x="2401" y="4719"/>
                        <a:pt x="3497" y="3780"/>
                        <a:pt x="4698" y="2788"/>
                      </a:cubicBezTo>
                      <a:cubicBezTo>
                        <a:pt x="5115" y="2423"/>
                        <a:pt x="5585" y="2058"/>
                        <a:pt x="6002" y="1640"/>
                      </a:cubicBezTo>
                      <a:cubicBezTo>
                        <a:pt x="6690" y="993"/>
                        <a:pt x="6061" y="0"/>
                        <a:pt x="53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628;p40">
                  <a:extLst>
                    <a:ext uri="{FF2B5EF4-FFF2-40B4-BE49-F238E27FC236}">
                      <a16:creationId xmlns:a16="http://schemas.microsoft.com/office/drawing/2014/main" id="{C003AC46-0E98-10BC-CA01-DB4B4ADA0842}"/>
                    </a:ext>
                  </a:extLst>
                </p:cNvPr>
                <p:cNvSpPr/>
                <p:nvPr/>
              </p:nvSpPr>
              <p:spPr>
                <a:xfrm>
                  <a:off x="5329425" y="4829100"/>
                  <a:ext cx="348400" cy="319550"/>
                </a:xfrm>
                <a:custGeom>
                  <a:avLst/>
                  <a:gdLst/>
                  <a:ahLst/>
                  <a:cxnLst/>
                  <a:rect l="l" t="t" r="r" b="b"/>
                  <a:pathLst>
                    <a:path w="13936" h="12782" extrusionOk="0">
                      <a:moveTo>
                        <a:pt x="12836" y="1"/>
                      </a:moveTo>
                      <a:cubicBezTo>
                        <a:pt x="12671" y="1"/>
                        <a:pt x="12509" y="41"/>
                        <a:pt x="12370" y="128"/>
                      </a:cubicBezTo>
                      <a:cubicBezTo>
                        <a:pt x="7359" y="3364"/>
                        <a:pt x="2662" y="8479"/>
                        <a:pt x="313" y="11245"/>
                      </a:cubicBezTo>
                      <a:cubicBezTo>
                        <a:pt x="0" y="11663"/>
                        <a:pt x="53" y="12237"/>
                        <a:pt x="418" y="12602"/>
                      </a:cubicBezTo>
                      <a:cubicBezTo>
                        <a:pt x="602" y="12717"/>
                        <a:pt x="817" y="12782"/>
                        <a:pt x="1027" y="12782"/>
                      </a:cubicBezTo>
                      <a:cubicBezTo>
                        <a:pt x="1291" y="12782"/>
                        <a:pt x="1548" y="12679"/>
                        <a:pt x="1723" y="12446"/>
                      </a:cubicBezTo>
                      <a:cubicBezTo>
                        <a:pt x="4019" y="9784"/>
                        <a:pt x="8560" y="4826"/>
                        <a:pt x="13361" y="1746"/>
                      </a:cubicBezTo>
                      <a:cubicBezTo>
                        <a:pt x="13831" y="1485"/>
                        <a:pt x="13936" y="859"/>
                        <a:pt x="13675" y="441"/>
                      </a:cubicBezTo>
                      <a:cubicBezTo>
                        <a:pt x="13501" y="163"/>
                        <a:pt x="13164" y="1"/>
                        <a:pt x="12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629;p40">
                  <a:extLst>
                    <a:ext uri="{FF2B5EF4-FFF2-40B4-BE49-F238E27FC236}">
                      <a16:creationId xmlns:a16="http://schemas.microsoft.com/office/drawing/2014/main" id="{DAE7B9D1-7116-12CB-1BED-4A554621C245}"/>
                    </a:ext>
                  </a:extLst>
                </p:cNvPr>
                <p:cNvSpPr/>
                <p:nvPr/>
              </p:nvSpPr>
              <p:spPr>
                <a:xfrm>
                  <a:off x="5565600" y="4946825"/>
                  <a:ext cx="156500" cy="142550"/>
                </a:xfrm>
                <a:custGeom>
                  <a:avLst/>
                  <a:gdLst/>
                  <a:ahLst/>
                  <a:cxnLst/>
                  <a:rect l="l" t="t" r="r" b="b"/>
                  <a:pathLst>
                    <a:path w="6260" h="5702" extrusionOk="0">
                      <a:moveTo>
                        <a:pt x="4878" y="1"/>
                      </a:moveTo>
                      <a:cubicBezTo>
                        <a:pt x="4738" y="1"/>
                        <a:pt x="4589" y="36"/>
                        <a:pt x="4436" y="117"/>
                      </a:cubicBezTo>
                      <a:cubicBezTo>
                        <a:pt x="2662" y="1108"/>
                        <a:pt x="1253" y="2517"/>
                        <a:pt x="261" y="4292"/>
                      </a:cubicBezTo>
                      <a:cubicBezTo>
                        <a:pt x="0" y="4709"/>
                        <a:pt x="104" y="5284"/>
                        <a:pt x="574" y="5597"/>
                      </a:cubicBezTo>
                      <a:cubicBezTo>
                        <a:pt x="731" y="5649"/>
                        <a:pt x="887" y="5701"/>
                        <a:pt x="1044" y="5701"/>
                      </a:cubicBezTo>
                      <a:cubicBezTo>
                        <a:pt x="1409" y="5701"/>
                        <a:pt x="1670" y="5544"/>
                        <a:pt x="1879" y="5284"/>
                      </a:cubicBezTo>
                      <a:cubicBezTo>
                        <a:pt x="2662" y="3822"/>
                        <a:pt x="3862" y="2622"/>
                        <a:pt x="5271" y="1839"/>
                      </a:cubicBezTo>
                      <a:cubicBezTo>
                        <a:pt x="6259" y="1345"/>
                        <a:pt x="5740" y="1"/>
                        <a:pt x="4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mc:AlternateContent xmlns:mc="http://schemas.openxmlformats.org/markup-compatibility/2006">
          <mc:Choice xmlns:p14="http://schemas.microsoft.com/office/powerpoint/2010/main" Requires="p14">
            <p:contentPart p14:bwMode="auto" r:id="rId24">
              <p14:nvContentPartPr>
                <p14:cNvPr id="148" name="Ink 147">
                  <a:extLst>
                    <a:ext uri="{FF2B5EF4-FFF2-40B4-BE49-F238E27FC236}">
                      <a16:creationId xmlns:a16="http://schemas.microsoft.com/office/drawing/2014/main" id="{35E91090-FEB1-88F6-1D65-50CB849FCF8A}"/>
                    </a:ext>
                  </a:extLst>
                </p14:cNvPr>
                <p14:cNvContentPartPr/>
                <p14:nvPr/>
              </p14:nvContentPartPr>
              <p14:xfrm>
                <a:off x="11353515" y="656820"/>
                <a:ext cx="190785" cy="360"/>
              </p14:xfrm>
            </p:contentPart>
          </mc:Choice>
          <mc:Fallback>
            <p:pic>
              <p:nvPicPr>
                <p:cNvPr id="148" name="Ink 147">
                  <a:extLst>
                    <a:ext uri="{FF2B5EF4-FFF2-40B4-BE49-F238E27FC236}">
                      <a16:creationId xmlns:a16="http://schemas.microsoft.com/office/drawing/2014/main" id="{35E91090-FEB1-88F6-1D65-50CB849FCF8A}"/>
                    </a:ext>
                  </a:extLst>
                </p:cNvPr>
                <p:cNvPicPr/>
                <p:nvPr/>
              </p:nvPicPr>
              <p:blipFill>
                <a:blip r:embed="rId25"/>
                <a:stretch>
                  <a:fillRect/>
                </a:stretch>
              </p:blipFill>
              <p:spPr>
                <a:xfrm>
                  <a:off x="11317586" y="584820"/>
                  <a:ext cx="262284"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49" name="Ink 148">
                  <a:extLst>
                    <a:ext uri="{FF2B5EF4-FFF2-40B4-BE49-F238E27FC236}">
                      <a16:creationId xmlns:a16="http://schemas.microsoft.com/office/drawing/2014/main" id="{48C92F83-FF2B-D462-A98E-90CE8FDA3F2B}"/>
                    </a:ext>
                  </a:extLst>
                </p14:cNvPr>
                <p14:cNvContentPartPr/>
                <p14:nvPr/>
              </p14:nvContentPartPr>
              <p14:xfrm>
                <a:off x="11259180" y="881595"/>
                <a:ext cx="435960" cy="360"/>
              </p14:xfrm>
            </p:contentPart>
          </mc:Choice>
          <mc:Fallback>
            <p:pic>
              <p:nvPicPr>
                <p:cNvPr id="149" name="Ink 148">
                  <a:extLst>
                    <a:ext uri="{FF2B5EF4-FFF2-40B4-BE49-F238E27FC236}">
                      <a16:creationId xmlns:a16="http://schemas.microsoft.com/office/drawing/2014/main" id="{48C92F83-FF2B-D462-A98E-90CE8FDA3F2B}"/>
                    </a:ext>
                  </a:extLst>
                </p:cNvPr>
                <p:cNvPicPr/>
                <p:nvPr/>
              </p:nvPicPr>
              <p:blipFill>
                <a:blip r:embed="rId27"/>
                <a:stretch>
                  <a:fillRect/>
                </a:stretch>
              </p:blipFill>
              <p:spPr>
                <a:xfrm>
                  <a:off x="11223180" y="809595"/>
                  <a:ext cx="507600" cy="144000"/>
                </a:xfrm>
                <a:prstGeom prst="rect">
                  <a:avLst/>
                </a:prstGeom>
              </p:spPr>
            </p:pic>
          </mc:Fallback>
        </mc:AlternateContent>
      </p:grpSp>
      <p:grpSp>
        <p:nvGrpSpPr>
          <p:cNvPr id="1208" name="Group 1207">
            <a:extLst>
              <a:ext uri="{FF2B5EF4-FFF2-40B4-BE49-F238E27FC236}">
                <a16:creationId xmlns:a16="http://schemas.microsoft.com/office/drawing/2014/main" id="{4C2B3251-F3C9-DC60-803B-DD8F0D046E42}"/>
              </a:ext>
            </a:extLst>
          </p:cNvPr>
          <p:cNvGrpSpPr/>
          <p:nvPr/>
        </p:nvGrpSpPr>
        <p:grpSpPr>
          <a:xfrm>
            <a:off x="6442392" y="423222"/>
            <a:ext cx="1907127" cy="561102"/>
            <a:chOff x="7549407" y="190224"/>
            <a:chExt cx="1907127" cy="561102"/>
          </a:xfrm>
        </p:grpSpPr>
        <p:grpSp>
          <p:nvGrpSpPr>
            <p:cNvPr id="199" name="Group 198">
              <a:extLst>
                <a:ext uri="{FF2B5EF4-FFF2-40B4-BE49-F238E27FC236}">
                  <a16:creationId xmlns:a16="http://schemas.microsoft.com/office/drawing/2014/main" id="{0E68894F-6E06-7C46-A19B-2B26EBC34258}"/>
                </a:ext>
              </a:extLst>
            </p:cNvPr>
            <p:cNvGrpSpPr/>
            <p:nvPr/>
          </p:nvGrpSpPr>
          <p:grpSpPr>
            <a:xfrm>
              <a:off x="7549407" y="324922"/>
              <a:ext cx="194402" cy="262672"/>
              <a:chOff x="7549407" y="324922"/>
              <a:chExt cx="194402" cy="262672"/>
            </a:xfrm>
          </p:grpSpPr>
          <p:sp>
            <p:nvSpPr>
              <p:cNvPr id="194" name="Google Shape;1133;p33">
                <a:extLst>
                  <a:ext uri="{FF2B5EF4-FFF2-40B4-BE49-F238E27FC236}">
                    <a16:creationId xmlns:a16="http://schemas.microsoft.com/office/drawing/2014/main" id="{5FAF89E4-002B-73F3-1F77-914A46DF5A1F}"/>
                  </a:ext>
                </a:extLst>
              </p:cNvPr>
              <p:cNvSpPr/>
              <p:nvPr/>
            </p:nvSpPr>
            <p:spPr>
              <a:xfrm>
                <a:off x="7564217" y="339347"/>
                <a:ext cx="163275" cy="229237"/>
              </a:xfrm>
              <a:prstGeom prst="ellipse">
                <a:avLst/>
              </a:pr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 name="Google Shape;1134;p33">
                <a:extLst>
                  <a:ext uri="{FF2B5EF4-FFF2-40B4-BE49-F238E27FC236}">
                    <a16:creationId xmlns:a16="http://schemas.microsoft.com/office/drawing/2014/main" id="{2E7B5F24-551D-4C24-F982-C46346624A1D}"/>
                  </a:ext>
                </a:extLst>
              </p:cNvPr>
              <p:cNvGrpSpPr/>
              <p:nvPr/>
            </p:nvGrpSpPr>
            <p:grpSpPr>
              <a:xfrm>
                <a:off x="7549407" y="324922"/>
                <a:ext cx="194402" cy="262672"/>
                <a:chOff x="3512925" y="2118489"/>
                <a:chExt cx="229300" cy="309825"/>
              </a:xfrm>
            </p:grpSpPr>
            <p:sp>
              <p:nvSpPr>
                <p:cNvPr id="197" name="Google Shape;1136;p33">
                  <a:extLst>
                    <a:ext uri="{FF2B5EF4-FFF2-40B4-BE49-F238E27FC236}">
                      <a16:creationId xmlns:a16="http://schemas.microsoft.com/office/drawing/2014/main" id="{4BD66853-230C-76CD-CC82-4478E914A6FF}"/>
                    </a:ext>
                  </a:extLst>
                </p:cNvPr>
                <p:cNvSpPr/>
                <p:nvPr/>
              </p:nvSpPr>
              <p:spPr>
                <a:xfrm>
                  <a:off x="3512925" y="2118489"/>
                  <a:ext cx="229300" cy="309825"/>
                </a:xfrm>
                <a:custGeom>
                  <a:avLst/>
                  <a:gdLst/>
                  <a:ahLst/>
                  <a:cxnLst/>
                  <a:rect l="l" t="t" r="r" b="b"/>
                  <a:pathLst>
                    <a:path w="9172" h="12393" extrusionOk="0">
                      <a:moveTo>
                        <a:pt x="5497" y="1086"/>
                      </a:moveTo>
                      <a:cubicBezTo>
                        <a:pt x="7004" y="1086"/>
                        <a:pt x="7560" y="3435"/>
                        <a:pt x="7742" y="4567"/>
                      </a:cubicBezTo>
                      <a:cubicBezTo>
                        <a:pt x="8043" y="6401"/>
                        <a:pt x="7872" y="8763"/>
                        <a:pt x="6694" y="10276"/>
                      </a:cubicBezTo>
                      <a:cubicBezTo>
                        <a:pt x="6173" y="10944"/>
                        <a:pt x="5463" y="11277"/>
                        <a:pt x="4636" y="11277"/>
                      </a:cubicBezTo>
                      <a:cubicBezTo>
                        <a:pt x="4595" y="11277"/>
                        <a:pt x="4554" y="11276"/>
                        <a:pt x="4512" y="11275"/>
                      </a:cubicBezTo>
                      <a:cubicBezTo>
                        <a:pt x="3010" y="11217"/>
                        <a:pt x="1968" y="10259"/>
                        <a:pt x="1549" y="8864"/>
                      </a:cubicBezTo>
                      <a:cubicBezTo>
                        <a:pt x="1092" y="7356"/>
                        <a:pt x="1236" y="5652"/>
                        <a:pt x="1424" y="4110"/>
                      </a:cubicBezTo>
                      <a:cubicBezTo>
                        <a:pt x="1537" y="3186"/>
                        <a:pt x="1708" y="2304"/>
                        <a:pt x="2507" y="1713"/>
                      </a:cubicBezTo>
                      <a:cubicBezTo>
                        <a:pt x="3202" y="1204"/>
                        <a:pt x="4133" y="1122"/>
                        <a:pt x="4969" y="1122"/>
                      </a:cubicBezTo>
                      <a:cubicBezTo>
                        <a:pt x="5017" y="1122"/>
                        <a:pt x="5064" y="1123"/>
                        <a:pt x="5111" y="1123"/>
                      </a:cubicBezTo>
                      <a:cubicBezTo>
                        <a:pt x="5169" y="1123"/>
                        <a:pt x="5224" y="1117"/>
                        <a:pt x="5270" y="1103"/>
                      </a:cubicBezTo>
                      <a:cubicBezTo>
                        <a:pt x="5348" y="1091"/>
                        <a:pt x="5424" y="1086"/>
                        <a:pt x="5497" y="1086"/>
                      </a:cubicBezTo>
                      <a:close/>
                      <a:moveTo>
                        <a:pt x="5434" y="1"/>
                      </a:moveTo>
                      <a:cubicBezTo>
                        <a:pt x="5333" y="1"/>
                        <a:pt x="5229" y="6"/>
                        <a:pt x="5123" y="18"/>
                      </a:cubicBezTo>
                      <a:lnTo>
                        <a:pt x="5117" y="18"/>
                      </a:lnTo>
                      <a:cubicBezTo>
                        <a:pt x="5077" y="17"/>
                        <a:pt x="5037" y="17"/>
                        <a:pt x="4997" y="17"/>
                      </a:cubicBezTo>
                      <a:cubicBezTo>
                        <a:pt x="3001" y="17"/>
                        <a:pt x="1126" y="730"/>
                        <a:pt x="524" y="2801"/>
                      </a:cubicBezTo>
                      <a:cubicBezTo>
                        <a:pt x="1" y="4610"/>
                        <a:pt x="27" y="6838"/>
                        <a:pt x="362" y="8670"/>
                      </a:cubicBezTo>
                      <a:cubicBezTo>
                        <a:pt x="695" y="10485"/>
                        <a:pt x="1775" y="11718"/>
                        <a:pt x="3534" y="12230"/>
                      </a:cubicBezTo>
                      <a:cubicBezTo>
                        <a:pt x="3908" y="12339"/>
                        <a:pt x="4282" y="12393"/>
                        <a:pt x="4651" y="12393"/>
                      </a:cubicBezTo>
                      <a:cubicBezTo>
                        <a:pt x="5495" y="12393"/>
                        <a:pt x="6306" y="12109"/>
                        <a:pt x="7001" y="11556"/>
                      </a:cubicBezTo>
                      <a:cubicBezTo>
                        <a:pt x="8954" y="9999"/>
                        <a:pt x="9171" y="6708"/>
                        <a:pt x="8842" y="4445"/>
                      </a:cubicBezTo>
                      <a:cubicBezTo>
                        <a:pt x="8565" y="2556"/>
                        <a:pt x="7614" y="1"/>
                        <a:pt x="54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137;p33">
                  <a:extLst>
                    <a:ext uri="{FF2B5EF4-FFF2-40B4-BE49-F238E27FC236}">
                      <a16:creationId xmlns:a16="http://schemas.microsoft.com/office/drawing/2014/main" id="{3B3FAE4B-C465-D235-43E2-40E507E3B01E}"/>
                    </a:ext>
                  </a:extLst>
                </p:cNvPr>
                <p:cNvSpPr/>
                <p:nvPr/>
              </p:nvSpPr>
              <p:spPr>
                <a:xfrm>
                  <a:off x="3593950" y="2185189"/>
                  <a:ext cx="38075" cy="38950"/>
                </a:xfrm>
                <a:custGeom>
                  <a:avLst/>
                  <a:gdLst/>
                  <a:ahLst/>
                  <a:cxnLst/>
                  <a:rect l="l" t="t" r="r" b="b"/>
                  <a:pathLst>
                    <a:path w="1523" h="1558" extrusionOk="0">
                      <a:moveTo>
                        <a:pt x="765" y="0"/>
                      </a:moveTo>
                      <a:cubicBezTo>
                        <a:pt x="536" y="0"/>
                        <a:pt x="331" y="90"/>
                        <a:pt x="192" y="249"/>
                      </a:cubicBezTo>
                      <a:cubicBezTo>
                        <a:pt x="70" y="391"/>
                        <a:pt x="4" y="579"/>
                        <a:pt x="4" y="779"/>
                      </a:cubicBezTo>
                      <a:cubicBezTo>
                        <a:pt x="1" y="1167"/>
                        <a:pt x="264" y="1557"/>
                        <a:pt x="765" y="1557"/>
                      </a:cubicBezTo>
                      <a:cubicBezTo>
                        <a:pt x="993" y="1557"/>
                        <a:pt x="1199" y="1465"/>
                        <a:pt x="1335" y="1305"/>
                      </a:cubicBezTo>
                      <a:cubicBezTo>
                        <a:pt x="1459" y="1164"/>
                        <a:pt x="1523" y="978"/>
                        <a:pt x="1523" y="779"/>
                      </a:cubicBezTo>
                      <a:cubicBezTo>
                        <a:pt x="1523" y="391"/>
                        <a:pt x="1263" y="0"/>
                        <a:pt x="7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135;p33">
                  <a:extLst>
                    <a:ext uri="{FF2B5EF4-FFF2-40B4-BE49-F238E27FC236}">
                      <a16:creationId xmlns:a16="http://schemas.microsoft.com/office/drawing/2014/main" id="{09FACDE3-E50E-126D-7C76-E64FF8B11C9F}"/>
                    </a:ext>
                  </a:extLst>
                </p:cNvPr>
                <p:cNvSpPr/>
                <p:nvPr/>
              </p:nvSpPr>
              <p:spPr>
                <a:xfrm>
                  <a:off x="3581575" y="2239139"/>
                  <a:ext cx="101950" cy="110550"/>
                </a:xfrm>
                <a:custGeom>
                  <a:avLst/>
                  <a:gdLst/>
                  <a:ahLst/>
                  <a:cxnLst/>
                  <a:rect l="l" t="t" r="r" b="b"/>
                  <a:pathLst>
                    <a:path w="4078" h="4422" extrusionOk="0">
                      <a:moveTo>
                        <a:pt x="768" y="1"/>
                      </a:moveTo>
                      <a:cubicBezTo>
                        <a:pt x="750" y="1"/>
                        <a:pt x="733" y="1"/>
                        <a:pt x="716" y="1"/>
                      </a:cubicBezTo>
                      <a:cubicBezTo>
                        <a:pt x="5" y="13"/>
                        <a:pt x="1" y="1113"/>
                        <a:pt x="705" y="1113"/>
                      </a:cubicBezTo>
                      <a:cubicBezTo>
                        <a:pt x="708" y="1113"/>
                        <a:pt x="712" y="1113"/>
                        <a:pt x="716" y="1112"/>
                      </a:cubicBezTo>
                      <a:cubicBezTo>
                        <a:pt x="805" y="1112"/>
                        <a:pt x="895" y="1112"/>
                        <a:pt x="985" y="1115"/>
                      </a:cubicBezTo>
                      <a:cubicBezTo>
                        <a:pt x="1017" y="2021"/>
                        <a:pt x="1014" y="2933"/>
                        <a:pt x="968" y="3836"/>
                      </a:cubicBezTo>
                      <a:cubicBezTo>
                        <a:pt x="947" y="4166"/>
                        <a:pt x="1234" y="4357"/>
                        <a:pt x="1523" y="4394"/>
                      </a:cubicBezTo>
                      <a:cubicBezTo>
                        <a:pt x="1688" y="4414"/>
                        <a:pt x="1853" y="4421"/>
                        <a:pt x="2017" y="4421"/>
                      </a:cubicBezTo>
                      <a:cubicBezTo>
                        <a:pt x="2468" y="4421"/>
                        <a:pt x="2916" y="4362"/>
                        <a:pt x="3364" y="4313"/>
                      </a:cubicBezTo>
                      <a:cubicBezTo>
                        <a:pt x="4047" y="4240"/>
                        <a:pt x="4077" y="3195"/>
                        <a:pt x="3431" y="3195"/>
                      </a:cubicBezTo>
                      <a:cubicBezTo>
                        <a:pt x="3410" y="3195"/>
                        <a:pt x="3387" y="3197"/>
                        <a:pt x="3364" y="3199"/>
                      </a:cubicBezTo>
                      <a:cubicBezTo>
                        <a:pt x="2944" y="3242"/>
                        <a:pt x="2522" y="3297"/>
                        <a:pt x="2099" y="3306"/>
                      </a:cubicBezTo>
                      <a:cubicBezTo>
                        <a:pt x="2131" y="2412"/>
                        <a:pt x="2125" y="1518"/>
                        <a:pt x="2076" y="629"/>
                      </a:cubicBezTo>
                      <a:cubicBezTo>
                        <a:pt x="2067" y="386"/>
                        <a:pt x="1917" y="152"/>
                        <a:pt x="1668" y="94"/>
                      </a:cubicBezTo>
                      <a:cubicBezTo>
                        <a:pt x="1375" y="25"/>
                        <a:pt x="1069" y="1"/>
                        <a:pt x="7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00" name="Google Shape;1616;p40">
              <a:extLst>
                <a:ext uri="{FF2B5EF4-FFF2-40B4-BE49-F238E27FC236}">
                  <a16:creationId xmlns:a16="http://schemas.microsoft.com/office/drawing/2014/main" id="{48DF153C-5E5B-54E6-4CC2-1E00F5F91E56}"/>
                </a:ext>
              </a:extLst>
            </p:cNvPr>
            <p:cNvSpPr txBox="1"/>
            <p:nvPr/>
          </p:nvSpPr>
          <p:spPr>
            <a:xfrm>
              <a:off x="7781376" y="190224"/>
              <a:ext cx="1675158" cy="561102"/>
            </a:xfrm>
            <a:prstGeom prst="rect">
              <a:avLst/>
            </a:prstGeom>
            <a:noFill/>
            <a:ln>
              <a:noFill/>
            </a:ln>
          </p:spPr>
          <p:txBody>
            <a:bodyPr spcFirstLastPara="1" wrap="square" lIns="91425" tIns="91425" rIns="91425" bIns="91425" anchor="ctr" anchorCtr="0">
              <a:noAutofit/>
            </a:bodyPr>
            <a:lstStyle/>
            <a:p>
              <a:pPr marL="0" lvl="0" indent="0" rtl="0">
                <a:spcBef>
                  <a:spcPts val="0"/>
                </a:spcBef>
                <a:spcAft>
                  <a:spcPts val="0"/>
                </a:spcAft>
                <a:buNone/>
              </a:pPr>
              <a:r>
                <a:rPr lang="en-US" sz="1000" spc="100" dirty="0">
                  <a:latin typeface="Ballpoint" pitchFamily="50" charset="0"/>
                  <a:sym typeface="Roboto"/>
                </a:rPr>
                <a:t>isoprene vapor pressure: </a:t>
              </a:r>
              <a:r>
                <a:rPr lang="en-US" sz="1000" dirty="0">
                  <a:solidFill>
                    <a:srgbClr val="FF0000"/>
                  </a:solidFill>
                  <a:latin typeface="Dreaming Outloud Pro" panose="020F0502020204030204" pitchFamily="66" charset="0"/>
                  <a:cs typeface="Dreaming Outloud Pro" panose="020F0502020204030204" pitchFamily="66" charset="0"/>
                  <a:sym typeface="Roboto"/>
                </a:rPr>
                <a:t>0.724 atm absolute @ RT</a:t>
              </a:r>
            </a:p>
            <a:p>
              <a:pPr marL="0" lvl="0" indent="0" rtl="0">
                <a:spcBef>
                  <a:spcPts val="0"/>
                </a:spcBef>
                <a:spcAft>
                  <a:spcPts val="0"/>
                </a:spcAft>
                <a:buNone/>
              </a:pPr>
              <a:r>
                <a:rPr lang="en-US" sz="1000" dirty="0">
                  <a:solidFill>
                    <a:srgbClr val="FF0000"/>
                  </a:solidFill>
                  <a:latin typeface="Dreaming Outloud Pro" panose="020F0502020204030204" pitchFamily="66" charset="0"/>
                  <a:cs typeface="Dreaming Outloud Pro" panose="020F0502020204030204" pitchFamily="66" charset="0"/>
                  <a:sym typeface="Roboto"/>
                </a:rPr>
                <a:t>0.32 atm at 5</a:t>
              </a:r>
              <a:r>
                <a:rPr lang="en-US" sz="1000" baseline="30000" dirty="0">
                  <a:solidFill>
                    <a:srgbClr val="FF0000"/>
                  </a:solidFill>
                  <a:latin typeface="Dreaming Outloud Pro" panose="020F0502020204030204" pitchFamily="66" charset="0"/>
                  <a:cs typeface="Dreaming Outloud Pro" panose="020F0502020204030204" pitchFamily="66" charset="0"/>
                  <a:sym typeface="Roboto"/>
                </a:rPr>
                <a:t>o</a:t>
              </a:r>
              <a:r>
                <a:rPr lang="en-US" sz="1000" dirty="0">
                  <a:solidFill>
                    <a:srgbClr val="FF0000"/>
                  </a:solidFill>
                  <a:latin typeface="Dreaming Outloud Pro" panose="020F0502020204030204" pitchFamily="66" charset="0"/>
                  <a:cs typeface="Dreaming Outloud Pro" panose="020F0502020204030204" pitchFamily="66" charset="0"/>
                  <a:sym typeface="Roboto"/>
                </a:rPr>
                <a:t>C</a:t>
              </a:r>
              <a:endParaRPr sz="1000" dirty="0">
                <a:solidFill>
                  <a:srgbClr val="FF0000"/>
                </a:solidFill>
                <a:latin typeface="Dreaming Outloud Pro" panose="020F0502020204030204" pitchFamily="66" charset="0"/>
                <a:cs typeface="Dreaming Outloud Pro" panose="020F0502020204030204" pitchFamily="66" charset="0"/>
                <a:sym typeface="Roboto"/>
              </a:endParaRPr>
            </a:p>
          </p:txBody>
        </p:sp>
      </p:grpSp>
      <p:grpSp>
        <p:nvGrpSpPr>
          <p:cNvPr id="228" name="Group 227">
            <a:extLst>
              <a:ext uri="{FF2B5EF4-FFF2-40B4-BE49-F238E27FC236}">
                <a16:creationId xmlns:a16="http://schemas.microsoft.com/office/drawing/2014/main" id="{DD6E5018-43AA-C8AA-6C59-15FF6D7BCB56}"/>
              </a:ext>
            </a:extLst>
          </p:cNvPr>
          <p:cNvGrpSpPr/>
          <p:nvPr/>
        </p:nvGrpSpPr>
        <p:grpSpPr>
          <a:xfrm>
            <a:off x="5739340" y="3207785"/>
            <a:ext cx="825310" cy="980275"/>
            <a:chOff x="8203866" y="6800794"/>
            <a:chExt cx="825310" cy="980275"/>
          </a:xfrm>
        </p:grpSpPr>
        <p:grpSp>
          <p:nvGrpSpPr>
            <p:cNvPr id="213" name="Group 212">
              <a:extLst>
                <a:ext uri="{FF2B5EF4-FFF2-40B4-BE49-F238E27FC236}">
                  <a16:creationId xmlns:a16="http://schemas.microsoft.com/office/drawing/2014/main" id="{98EEC68C-4436-148C-B3CB-87492695671E}"/>
                </a:ext>
              </a:extLst>
            </p:cNvPr>
            <p:cNvGrpSpPr/>
            <p:nvPr/>
          </p:nvGrpSpPr>
          <p:grpSpPr>
            <a:xfrm>
              <a:off x="8203866" y="6955759"/>
              <a:ext cx="825310" cy="825310"/>
              <a:chOff x="8203865" y="5914503"/>
              <a:chExt cx="1866567" cy="1866567"/>
            </a:xfrm>
          </p:grpSpPr>
          <p:pic>
            <p:nvPicPr>
              <p:cNvPr id="203" name="Picture 202" descr="A black background with a black square&#10;&#10;AI-generated content may be incorrect.">
                <a:extLst>
                  <a:ext uri="{FF2B5EF4-FFF2-40B4-BE49-F238E27FC236}">
                    <a16:creationId xmlns:a16="http://schemas.microsoft.com/office/drawing/2014/main" id="{1C91BA4F-4DCA-BCB0-6AEF-F3D630F4CFAD}"/>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8203865" y="5914503"/>
                <a:ext cx="1866567" cy="1866567"/>
              </a:xfrm>
              <a:prstGeom prst="rect">
                <a:avLst/>
              </a:prstGeom>
            </p:spPr>
          </p:pic>
          <mc:AlternateContent xmlns:mc="http://schemas.openxmlformats.org/markup-compatibility/2006">
            <mc:Choice xmlns:p14="http://schemas.microsoft.com/office/powerpoint/2010/main" Requires="p14">
              <p:contentPart p14:bwMode="auto" r:id="rId29">
                <p14:nvContentPartPr>
                  <p14:cNvPr id="211" name="Ink 210">
                    <a:extLst>
                      <a:ext uri="{FF2B5EF4-FFF2-40B4-BE49-F238E27FC236}">
                        <a16:creationId xmlns:a16="http://schemas.microsoft.com/office/drawing/2014/main" id="{A5BBAA67-07CF-04BC-8158-6C500ED238B9}"/>
                      </a:ext>
                    </a:extLst>
                  </p14:cNvPr>
                  <p14:cNvContentPartPr/>
                  <p14:nvPr/>
                </p14:nvContentPartPr>
                <p14:xfrm>
                  <a:off x="9215528" y="6466832"/>
                  <a:ext cx="482040" cy="932400"/>
                </p14:xfrm>
              </p:contentPart>
            </mc:Choice>
            <mc:Fallback>
              <p:pic>
                <p:nvPicPr>
                  <p:cNvPr id="211" name="Ink 210">
                    <a:extLst>
                      <a:ext uri="{FF2B5EF4-FFF2-40B4-BE49-F238E27FC236}">
                        <a16:creationId xmlns:a16="http://schemas.microsoft.com/office/drawing/2014/main" id="{A5BBAA67-07CF-04BC-8158-6C500ED238B9}"/>
                      </a:ext>
                    </a:extLst>
                  </p:cNvPr>
                  <p:cNvPicPr/>
                  <p:nvPr/>
                </p:nvPicPr>
                <p:blipFill>
                  <a:blip r:embed="rId30"/>
                  <a:stretch>
                    <a:fillRect/>
                  </a:stretch>
                </p:blipFill>
                <p:spPr>
                  <a:xfrm>
                    <a:off x="9134102" y="6304109"/>
                    <a:ext cx="644077" cy="1257031"/>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12" name="Ink 211">
                    <a:extLst>
                      <a:ext uri="{FF2B5EF4-FFF2-40B4-BE49-F238E27FC236}">
                        <a16:creationId xmlns:a16="http://schemas.microsoft.com/office/drawing/2014/main" id="{B192DF46-B07D-EE5A-8861-076D169FFFA8}"/>
                      </a:ext>
                    </a:extLst>
                  </p14:cNvPr>
                  <p14:cNvContentPartPr/>
                  <p14:nvPr/>
                </p14:nvContentPartPr>
                <p14:xfrm>
                  <a:off x="9131040" y="6015752"/>
                  <a:ext cx="48600" cy="275760"/>
                </p14:xfrm>
              </p:contentPart>
            </mc:Choice>
            <mc:Fallback>
              <p:pic>
                <p:nvPicPr>
                  <p:cNvPr id="212" name="Ink 211">
                    <a:extLst>
                      <a:ext uri="{FF2B5EF4-FFF2-40B4-BE49-F238E27FC236}">
                        <a16:creationId xmlns:a16="http://schemas.microsoft.com/office/drawing/2014/main" id="{B192DF46-B07D-EE5A-8861-076D169FFFA8}"/>
                      </a:ext>
                    </a:extLst>
                  </p:cNvPr>
                  <p:cNvPicPr/>
                  <p:nvPr/>
                </p:nvPicPr>
                <p:blipFill>
                  <a:blip r:embed="rId32"/>
                  <a:stretch>
                    <a:fillRect/>
                  </a:stretch>
                </p:blipFill>
                <p:spPr>
                  <a:xfrm>
                    <a:off x="9050040" y="5853062"/>
                    <a:ext cx="209790" cy="600327"/>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3">
              <p14:nvContentPartPr>
                <p14:cNvPr id="215" name="Ink 214">
                  <a:extLst>
                    <a:ext uri="{FF2B5EF4-FFF2-40B4-BE49-F238E27FC236}">
                      <a16:creationId xmlns:a16="http://schemas.microsoft.com/office/drawing/2014/main" id="{CA6FD597-CDB2-8FBC-2AC9-AA7979E0CB29}"/>
                    </a:ext>
                  </a:extLst>
                </p14:cNvPr>
                <p14:cNvContentPartPr/>
                <p14:nvPr/>
              </p14:nvContentPartPr>
              <p14:xfrm>
                <a:off x="8438211" y="6992674"/>
                <a:ext cx="77760" cy="360"/>
              </p14:xfrm>
            </p:contentPart>
          </mc:Choice>
          <mc:Fallback>
            <p:pic>
              <p:nvPicPr>
                <p:cNvPr id="215" name="Ink 214">
                  <a:extLst>
                    <a:ext uri="{FF2B5EF4-FFF2-40B4-BE49-F238E27FC236}">
                      <a16:creationId xmlns:a16="http://schemas.microsoft.com/office/drawing/2014/main" id="{CA6FD597-CDB2-8FBC-2AC9-AA7979E0CB29}"/>
                    </a:ext>
                  </a:extLst>
                </p:cNvPr>
                <p:cNvPicPr/>
                <p:nvPr/>
              </p:nvPicPr>
              <p:blipFill>
                <a:blip r:embed="rId34"/>
                <a:stretch>
                  <a:fillRect/>
                </a:stretch>
              </p:blipFill>
              <p:spPr>
                <a:xfrm>
                  <a:off x="8429571" y="6983674"/>
                  <a:ext cx="954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21" name="Ink 220">
                  <a:extLst>
                    <a:ext uri="{FF2B5EF4-FFF2-40B4-BE49-F238E27FC236}">
                      <a16:creationId xmlns:a16="http://schemas.microsoft.com/office/drawing/2014/main" id="{037CDB0F-8D9E-4F41-60B5-93D01AD19ED1}"/>
                    </a:ext>
                  </a:extLst>
                </p14:cNvPr>
                <p14:cNvContentPartPr/>
                <p14:nvPr/>
              </p14:nvContentPartPr>
              <p14:xfrm>
                <a:off x="8751771" y="6984034"/>
                <a:ext cx="68400" cy="360"/>
              </p14:xfrm>
            </p:contentPart>
          </mc:Choice>
          <mc:Fallback>
            <p:pic>
              <p:nvPicPr>
                <p:cNvPr id="221" name="Ink 220">
                  <a:extLst>
                    <a:ext uri="{FF2B5EF4-FFF2-40B4-BE49-F238E27FC236}">
                      <a16:creationId xmlns:a16="http://schemas.microsoft.com/office/drawing/2014/main" id="{037CDB0F-8D9E-4F41-60B5-93D01AD19ED1}"/>
                    </a:ext>
                  </a:extLst>
                </p:cNvPr>
                <p:cNvPicPr/>
                <p:nvPr/>
              </p:nvPicPr>
              <p:blipFill>
                <a:blip r:embed="rId36"/>
                <a:stretch>
                  <a:fillRect/>
                </a:stretch>
              </p:blipFill>
              <p:spPr>
                <a:xfrm>
                  <a:off x="8743131" y="6975034"/>
                  <a:ext cx="86040" cy="18000"/>
                </a:xfrm>
                <a:prstGeom prst="rect">
                  <a:avLst/>
                </a:prstGeom>
              </p:spPr>
            </p:pic>
          </mc:Fallback>
        </mc:AlternateContent>
        <p:grpSp>
          <p:nvGrpSpPr>
            <p:cNvPr id="227" name="Group 226">
              <a:extLst>
                <a:ext uri="{FF2B5EF4-FFF2-40B4-BE49-F238E27FC236}">
                  <a16:creationId xmlns:a16="http://schemas.microsoft.com/office/drawing/2014/main" id="{85A080F9-13FB-7846-9DED-331248B434C6}"/>
                </a:ext>
              </a:extLst>
            </p:cNvPr>
            <p:cNvGrpSpPr/>
            <p:nvPr/>
          </p:nvGrpSpPr>
          <p:grpSpPr>
            <a:xfrm>
              <a:off x="8499154" y="6800794"/>
              <a:ext cx="280697" cy="119503"/>
              <a:chOff x="8499154" y="6800794"/>
              <a:chExt cx="280697" cy="119503"/>
            </a:xfrm>
          </p:grpSpPr>
          <mc:AlternateContent xmlns:mc="http://schemas.openxmlformats.org/markup-compatibility/2006">
            <mc:Choice xmlns:p14="http://schemas.microsoft.com/office/powerpoint/2010/main" Requires="p14">
              <p:contentPart p14:bwMode="auto" r:id="rId37">
                <p14:nvContentPartPr>
                  <p14:cNvPr id="218" name="Ink 217">
                    <a:extLst>
                      <a:ext uri="{FF2B5EF4-FFF2-40B4-BE49-F238E27FC236}">
                        <a16:creationId xmlns:a16="http://schemas.microsoft.com/office/drawing/2014/main" id="{11753178-68FA-F657-7F1C-87D6A05D8233}"/>
                      </a:ext>
                    </a:extLst>
                  </p14:cNvPr>
                  <p14:cNvContentPartPr/>
                  <p14:nvPr/>
                </p14:nvContentPartPr>
                <p14:xfrm>
                  <a:off x="8621091" y="6800794"/>
                  <a:ext cx="360" cy="77760"/>
                </p14:xfrm>
              </p:contentPart>
            </mc:Choice>
            <mc:Fallback>
              <p:pic>
                <p:nvPicPr>
                  <p:cNvPr id="218" name="Ink 217">
                    <a:extLst>
                      <a:ext uri="{FF2B5EF4-FFF2-40B4-BE49-F238E27FC236}">
                        <a16:creationId xmlns:a16="http://schemas.microsoft.com/office/drawing/2014/main" id="{11753178-68FA-F657-7F1C-87D6A05D8233}"/>
                      </a:ext>
                    </a:extLst>
                  </p:cNvPr>
                  <p:cNvPicPr/>
                  <p:nvPr/>
                </p:nvPicPr>
                <p:blipFill>
                  <a:blip r:embed="rId38"/>
                  <a:stretch>
                    <a:fillRect/>
                  </a:stretch>
                </p:blipFill>
                <p:spPr>
                  <a:xfrm>
                    <a:off x="8612451" y="6792154"/>
                    <a:ext cx="18000" cy="954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19" name="Ink 218">
                    <a:extLst>
                      <a:ext uri="{FF2B5EF4-FFF2-40B4-BE49-F238E27FC236}">
                        <a16:creationId xmlns:a16="http://schemas.microsoft.com/office/drawing/2014/main" id="{DB18A288-4016-BC59-0563-870373AA4E34}"/>
                      </a:ext>
                    </a:extLst>
                  </p14:cNvPr>
                  <p14:cNvContentPartPr/>
                  <p14:nvPr/>
                </p14:nvContentPartPr>
                <p14:xfrm>
                  <a:off x="8717211" y="6847594"/>
                  <a:ext cx="62640" cy="40680"/>
                </p14:xfrm>
              </p:contentPart>
            </mc:Choice>
            <mc:Fallback>
              <p:pic>
                <p:nvPicPr>
                  <p:cNvPr id="219" name="Ink 218">
                    <a:extLst>
                      <a:ext uri="{FF2B5EF4-FFF2-40B4-BE49-F238E27FC236}">
                        <a16:creationId xmlns:a16="http://schemas.microsoft.com/office/drawing/2014/main" id="{DB18A288-4016-BC59-0563-870373AA4E34}"/>
                      </a:ext>
                    </a:extLst>
                  </p:cNvPr>
                  <p:cNvPicPr/>
                  <p:nvPr/>
                </p:nvPicPr>
                <p:blipFill>
                  <a:blip r:embed="rId40"/>
                  <a:stretch>
                    <a:fillRect/>
                  </a:stretch>
                </p:blipFill>
                <p:spPr>
                  <a:xfrm>
                    <a:off x="8708211" y="6838954"/>
                    <a:ext cx="80280" cy="5832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26" name="Ink 225">
                    <a:extLst>
                      <a:ext uri="{FF2B5EF4-FFF2-40B4-BE49-F238E27FC236}">
                        <a16:creationId xmlns:a16="http://schemas.microsoft.com/office/drawing/2014/main" id="{537BEB3A-187E-6F77-7486-C17B59619388}"/>
                      </a:ext>
                    </a:extLst>
                  </p14:cNvPr>
                  <p14:cNvContentPartPr/>
                  <p14:nvPr/>
                </p14:nvContentPartPr>
                <p14:xfrm>
                  <a:off x="8499154" y="6870977"/>
                  <a:ext cx="63000" cy="49320"/>
                </p14:xfrm>
              </p:contentPart>
            </mc:Choice>
            <mc:Fallback>
              <p:pic>
                <p:nvPicPr>
                  <p:cNvPr id="226" name="Ink 225">
                    <a:extLst>
                      <a:ext uri="{FF2B5EF4-FFF2-40B4-BE49-F238E27FC236}">
                        <a16:creationId xmlns:a16="http://schemas.microsoft.com/office/drawing/2014/main" id="{537BEB3A-187E-6F77-7486-C17B59619388}"/>
                      </a:ext>
                    </a:extLst>
                  </p:cNvPr>
                  <p:cNvPicPr/>
                  <p:nvPr/>
                </p:nvPicPr>
                <p:blipFill>
                  <a:blip r:embed="rId42"/>
                  <a:stretch>
                    <a:fillRect/>
                  </a:stretch>
                </p:blipFill>
                <p:spPr>
                  <a:xfrm>
                    <a:off x="8490514" y="6861977"/>
                    <a:ext cx="80640" cy="66960"/>
                  </a:xfrm>
                  <a:prstGeom prst="rect">
                    <a:avLst/>
                  </a:prstGeom>
                </p:spPr>
              </p:pic>
            </mc:Fallback>
          </mc:AlternateContent>
        </p:grpSp>
      </p:grpSp>
      <p:grpSp>
        <p:nvGrpSpPr>
          <p:cNvPr id="236" name="Group 235">
            <a:extLst>
              <a:ext uri="{FF2B5EF4-FFF2-40B4-BE49-F238E27FC236}">
                <a16:creationId xmlns:a16="http://schemas.microsoft.com/office/drawing/2014/main" id="{5804872E-F07A-D6BD-8335-C44AB14D7A42}"/>
              </a:ext>
            </a:extLst>
          </p:cNvPr>
          <p:cNvGrpSpPr/>
          <p:nvPr/>
        </p:nvGrpSpPr>
        <p:grpSpPr>
          <a:xfrm>
            <a:off x="6564650" y="3726395"/>
            <a:ext cx="1798954" cy="461665"/>
            <a:chOff x="8724900" y="4800600"/>
            <a:chExt cx="1798954" cy="461665"/>
          </a:xfrm>
        </p:grpSpPr>
        <p:sp>
          <p:nvSpPr>
            <p:cNvPr id="230" name="TextBox 229">
              <a:extLst>
                <a:ext uri="{FF2B5EF4-FFF2-40B4-BE49-F238E27FC236}">
                  <a16:creationId xmlns:a16="http://schemas.microsoft.com/office/drawing/2014/main" id="{2CDC7C43-070B-C3D8-C6EE-32E011D83CFF}"/>
                </a:ext>
              </a:extLst>
            </p:cNvPr>
            <p:cNvSpPr txBox="1"/>
            <p:nvPr/>
          </p:nvSpPr>
          <p:spPr>
            <a:xfrm>
              <a:off x="8724900" y="4800600"/>
              <a:ext cx="1798954" cy="461665"/>
            </a:xfrm>
            <a:prstGeom prst="rect">
              <a:avLst/>
            </a:prstGeom>
            <a:noFill/>
          </p:spPr>
          <p:txBody>
            <a:bodyPr wrap="none" rtlCol="0">
              <a:spAutoFit/>
            </a:bodyPr>
            <a:lstStyle/>
            <a:p>
              <a:r>
                <a:rPr lang="en-US" sz="2400" dirty="0">
                  <a:latin typeface="SKETCHNOTE" pitchFamily="50" charset="0"/>
                </a:rPr>
                <a:t>ASSUMPTIONS </a:t>
              </a:r>
              <a:endParaRPr lang="en-IN" sz="2400" dirty="0">
                <a:latin typeface="SKETCHNOTE" pitchFamily="50" charset="0"/>
              </a:endParaRPr>
            </a:p>
          </p:txBody>
        </p:sp>
        <mc:AlternateContent xmlns:mc="http://schemas.openxmlformats.org/markup-compatibility/2006">
          <mc:Choice xmlns:p14="http://schemas.microsoft.com/office/powerpoint/2010/main" Requires="p14">
            <p:contentPart p14:bwMode="auto" r:id="rId43">
              <p14:nvContentPartPr>
                <p14:cNvPr id="232" name="Ink 231">
                  <a:extLst>
                    <a:ext uri="{FF2B5EF4-FFF2-40B4-BE49-F238E27FC236}">
                      <a16:creationId xmlns:a16="http://schemas.microsoft.com/office/drawing/2014/main" id="{C5DFE20E-7E3C-D6F7-FA72-2A3CDBC3621C}"/>
                    </a:ext>
                  </a:extLst>
                </p14:cNvPr>
                <p14:cNvContentPartPr/>
                <p14:nvPr/>
              </p14:nvContentPartPr>
              <p14:xfrm>
                <a:off x="9219780" y="5057475"/>
                <a:ext cx="1124640" cy="720"/>
              </p14:xfrm>
            </p:contentPart>
          </mc:Choice>
          <mc:Fallback>
            <p:pic>
              <p:nvPicPr>
                <p:cNvPr id="232" name="Ink 231">
                  <a:extLst>
                    <a:ext uri="{FF2B5EF4-FFF2-40B4-BE49-F238E27FC236}">
                      <a16:creationId xmlns:a16="http://schemas.microsoft.com/office/drawing/2014/main" id="{C5DFE20E-7E3C-D6F7-FA72-2A3CDBC3621C}"/>
                    </a:ext>
                  </a:extLst>
                </p:cNvPr>
                <p:cNvPicPr/>
                <p:nvPr/>
              </p:nvPicPr>
              <p:blipFill>
                <a:blip r:embed="rId44"/>
                <a:stretch>
                  <a:fillRect/>
                </a:stretch>
              </p:blipFill>
              <p:spPr>
                <a:xfrm>
                  <a:off x="9183780" y="4913475"/>
                  <a:ext cx="1196280" cy="28800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33" name="Ink 232">
                  <a:extLst>
                    <a:ext uri="{FF2B5EF4-FFF2-40B4-BE49-F238E27FC236}">
                      <a16:creationId xmlns:a16="http://schemas.microsoft.com/office/drawing/2014/main" id="{E5151E03-12AA-03CE-244B-0F1CE5DC7187}"/>
                    </a:ext>
                  </a:extLst>
                </p14:cNvPr>
                <p14:cNvContentPartPr/>
                <p14:nvPr/>
              </p14:nvContentPartPr>
              <p14:xfrm>
                <a:off x="9419940" y="5143155"/>
                <a:ext cx="917280" cy="360"/>
              </p14:xfrm>
            </p:contentPart>
          </mc:Choice>
          <mc:Fallback>
            <p:pic>
              <p:nvPicPr>
                <p:cNvPr id="233" name="Ink 232">
                  <a:extLst>
                    <a:ext uri="{FF2B5EF4-FFF2-40B4-BE49-F238E27FC236}">
                      <a16:creationId xmlns:a16="http://schemas.microsoft.com/office/drawing/2014/main" id="{E5151E03-12AA-03CE-244B-0F1CE5DC7187}"/>
                    </a:ext>
                  </a:extLst>
                </p:cNvPr>
                <p:cNvPicPr/>
                <p:nvPr/>
              </p:nvPicPr>
              <p:blipFill>
                <a:blip r:embed="rId46"/>
                <a:stretch>
                  <a:fillRect/>
                </a:stretch>
              </p:blipFill>
              <p:spPr>
                <a:xfrm>
                  <a:off x="9383940" y="5071155"/>
                  <a:ext cx="98892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34" name="Ink 233">
                  <a:extLst>
                    <a:ext uri="{FF2B5EF4-FFF2-40B4-BE49-F238E27FC236}">
                      <a16:creationId xmlns:a16="http://schemas.microsoft.com/office/drawing/2014/main" id="{01A5FF1F-726C-F326-5371-F48C014E4F4B}"/>
                    </a:ext>
                  </a:extLst>
                </p14:cNvPr>
                <p14:cNvContentPartPr/>
                <p14:nvPr/>
              </p14:nvContentPartPr>
              <p14:xfrm>
                <a:off x="8953020" y="5047755"/>
                <a:ext cx="310680" cy="360"/>
              </p14:xfrm>
            </p:contentPart>
          </mc:Choice>
          <mc:Fallback>
            <p:pic>
              <p:nvPicPr>
                <p:cNvPr id="234" name="Ink 233">
                  <a:extLst>
                    <a:ext uri="{FF2B5EF4-FFF2-40B4-BE49-F238E27FC236}">
                      <a16:creationId xmlns:a16="http://schemas.microsoft.com/office/drawing/2014/main" id="{01A5FF1F-726C-F326-5371-F48C014E4F4B}"/>
                    </a:ext>
                  </a:extLst>
                </p:cNvPr>
                <p:cNvPicPr/>
                <p:nvPr/>
              </p:nvPicPr>
              <p:blipFill>
                <a:blip r:embed="rId48"/>
                <a:stretch>
                  <a:fillRect/>
                </a:stretch>
              </p:blipFill>
              <p:spPr>
                <a:xfrm>
                  <a:off x="8917020" y="4975755"/>
                  <a:ext cx="38232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235" name="Ink 234">
                  <a:extLst>
                    <a:ext uri="{FF2B5EF4-FFF2-40B4-BE49-F238E27FC236}">
                      <a16:creationId xmlns:a16="http://schemas.microsoft.com/office/drawing/2014/main" id="{69CCFA89-5DF0-BE1D-6552-302E897F0730}"/>
                    </a:ext>
                  </a:extLst>
                </p14:cNvPr>
                <p14:cNvContentPartPr/>
                <p14:nvPr/>
              </p14:nvContentPartPr>
              <p14:xfrm>
                <a:off x="9057780" y="5133075"/>
                <a:ext cx="271440" cy="29520"/>
              </p14:xfrm>
            </p:contentPart>
          </mc:Choice>
          <mc:Fallback>
            <p:pic>
              <p:nvPicPr>
                <p:cNvPr id="235" name="Ink 234">
                  <a:extLst>
                    <a:ext uri="{FF2B5EF4-FFF2-40B4-BE49-F238E27FC236}">
                      <a16:creationId xmlns:a16="http://schemas.microsoft.com/office/drawing/2014/main" id="{69CCFA89-5DF0-BE1D-6552-302E897F0730}"/>
                    </a:ext>
                  </a:extLst>
                </p:cNvPr>
                <p:cNvPicPr/>
                <p:nvPr/>
              </p:nvPicPr>
              <p:blipFill>
                <a:blip r:embed="rId50"/>
                <a:stretch>
                  <a:fillRect/>
                </a:stretch>
              </p:blipFill>
              <p:spPr>
                <a:xfrm>
                  <a:off x="9021780" y="5061075"/>
                  <a:ext cx="343080" cy="173160"/>
                </a:xfrm>
                <a:prstGeom prst="rect">
                  <a:avLst/>
                </a:prstGeom>
              </p:spPr>
            </p:pic>
          </mc:Fallback>
        </mc:AlternateContent>
      </p:grpSp>
      <p:grpSp>
        <p:nvGrpSpPr>
          <p:cNvPr id="1207" name="Group 1206">
            <a:extLst>
              <a:ext uri="{FF2B5EF4-FFF2-40B4-BE49-F238E27FC236}">
                <a16:creationId xmlns:a16="http://schemas.microsoft.com/office/drawing/2014/main" id="{13205F3A-2825-8195-EB08-4429ACFA0EEB}"/>
              </a:ext>
            </a:extLst>
          </p:cNvPr>
          <p:cNvGrpSpPr/>
          <p:nvPr/>
        </p:nvGrpSpPr>
        <p:grpSpPr>
          <a:xfrm>
            <a:off x="4576616" y="235387"/>
            <a:ext cx="3416724" cy="2984353"/>
            <a:chOff x="4576616" y="235387"/>
            <a:chExt cx="3416724" cy="2984353"/>
          </a:xfrm>
        </p:grpSpPr>
        <p:grpSp>
          <p:nvGrpSpPr>
            <p:cNvPr id="192" name="Group 191">
              <a:extLst>
                <a:ext uri="{FF2B5EF4-FFF2-40B4-BE49-F238E27FC236}">
                  <a16:creationId xmlns:a16="http://schemas.microsoft.com/office/drawing/2014/main" id="{A57E8A20-CAD7-956C-BDFD-F95614CFBE75}"/>
                </a:ext>
              </a:extLst>
            </p:cNvPr>
            <p:cNvGrpSpPr/>
            <p:nvPr/>
          </p:nvGrpSpPr>
          <p:grpSpPr>
            <a:xfrm>
              <a:off x="4576616" y="235387"/>
              <a:ext cx="3389782" cy="2984353"/>
              <a:chOff x="5999452" y="480795"/>
              <a:chExt cx="3389782" cy="2984353"/>
            </a:xfrm>
          </p:grpSpPr>
          <p:grpSp>
            <p:nvGrpSpPr>
              <p:cNvPr id="185" name="Group 184">
                <a:extLst>
                  <a:ext uri="{FF2B5EF4-FFF2-40B4-BE49-F238E27FC236}">
                    <a16:creationId xmlns:a16="http://schemas.microsoft.com/office/drawing/2014/main" id="{F6AE7D2F-D7B6-5D2A-D7BC-FF81DA57F875}"/>
                  </a:ext>
                </a:extLst>
              </p:cNvPr>
              <p:cNvGrpSpPr/>
              <p:nvPr/>
            </p:nvGrpSpPr>
            <p:grpSpPr>
              <a:xfrm>
                <a:off x="5999452" y="480795"/>
                <a:ext cx="3389782" cy="2984353"/>
                <a:chOff x="5999452" y="480795"/>
                <a:chExt cx="3389782" cy="2984353"/>
              </a:xfrm>
            </p:grpSpPr>
            <p:grpSp>
              <p:nvGrpSpPr>
                <p:cNvPr id="128" name="Group 127">
                  <a:extLst>
                    <a:ext uri="{FF2B5EF4-FFF2-40B4-BE49-F238E27FC236}">
                      <a16:creationId xmlns:a16="http://schemas.microsoft.com/office/drawing/2014/main" id="{A7F9769A-49E4-5095-4937-45FAE11E8553}"/>
                    </a:ext>
                  </a:extLst>
                </p:cNvPr>
                <p:cNvGrpSpPr/>
                <p:nvPr/>
              </p:nvGrpSpPr>
              <p:grpSpPr>
                <a:xfrm>
                  <a:off x="5999452" y="480795"/>
                  <a:ext cx="3389782" cy="2984353"/>
                  <a:chOff x="6278127" y="4362308"/>
                  <a:chExt cx="2374012" cy="2090072"/>
                </a:xfrm>
              </p:grpSpPr>
              <p:sp>
                <p:nvSpPr>
                  <p:cNvPr id="129" name="Rectangle 128">
                    <a:extLst>
                      <a:ext uri="{FF2B5EF4-FFF2-40B4-BE49-F238E27FC236}">
                        <a16:creationId xmlns:a16="http://schemas.microsoft.com/office/drawing/2014/main" id="{EAF82219-9963-CD80-B52A-5C4FF2E311C5}"/>
                      </a:ext>
                    </a:extLst>
                  </p:cNvPr>
                  <p:cNvSpPr/>
                  <p:nvPr/>
                </p:nvSpPr>
                <p:spPr>
                  <a:xfrm>
                    <a:off x="7088063" y="4790935"/>
                    <a:ext cx="165100" cy="731681"/>
                  </a:xfrm>
                  <a:custGeom>
                    <a:avLst/>
                    <a:gdLst>
                      <a:gd name="connsiteX0" fmla="*/ 0 w 235741"/>
                      <a:gd name="connsiteY0" fmla="*/ 0 h 1044746"/>
                      <a:gd name="connsiteX1" fmla="*/ 235741 w 235741"/>
                      <a:gd name="connsiteY1" fmla="*/ 0 h 1044746"/>
                      <a:gd name="connsiteX2" fmla="*/ 235741 w 235741"/>
                      <a:gd name="connsiteY2" fmla="*/ 522373 h 1044746"/>
                      <a:gd name="connsiteX3" fmla="*/ 235741 w 235741"/>
                      <a:gd name="connsiteY3" fmla="*/ 1044746 h 1044746"/>
                      <a:gd name="connsiteX4" fmla="*/ 0 w 235741"/>
                      <a:gd name="connsiteY4" fmla="*/ 1044746 h 1044746"/>
                      <a:gd name="connsiteX5" fmla="*/ 0 w 235741"/>
                      <a:gd name="connsiteY5" fmla="*/ 511926 h 1044746"/>
                      <a:gd name="connsiteX6" fmla="*/ 0 w 235741"/>
                      <a:gd name="connsiteY6" fmla="*/ 0 h 104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5741" h="1044746" fill="none" extrusionOk="0">
                        <a:moveTo>
                          <a:pt x="0" y="0"/>
                        </a:moveTo>
                        <a:cubicBezTo>
                          <a:pt x="87886" y="-4211"/>
                          <a:pt x="145667" y="26762"/>
                          <a:pt x="235741" y="0"/>
                        </a:cubicBezTo>
                        <a:cubicBezTo>
                          <a:pt x="282287" y="139778"/>
                          <a:pt x="200946" y="373360"/>
                          <a:pt x="235741" y="522373"/>
                        </a:cubicBezTo>
                        <a:cubicBezTo>
                          <a:pt x="270536" y="671386"/>
                          <a:pt x="179705" y="869490"/>
                          <a:pt x="235741" y="1044746"/>
                        </a:cubicBezTo>
                        <a:cubicBezTo>
                          <a:pt x="162150" y="1048828"/>
                          <a:pt x="87610" y="1040058"/>
                          <a:pt x="0" y="1044746"/>
                        </a:cubicBezTo>
                        <a:cubicBezTo>
                          <a:pt x="-43389" y="873788"/>
                          <a:pt x="5036" y="773214"/>
                          <a:pt x="0" y="511926"/>
                        </a:cubicBezTo>
                        <a:cubicBezTo>
                          <a:pt x="-5036" y="250638"/>
                          <a:pt x="33809" y="187792"/>
                          <a:pt x="0" y="0"/>
                        </a:cubicBezTo>
                        <a:close/>
                      </a:path>
                      <a:path w="235741" h="1044746" stroke="0" extrusionOk="0">
                        <a:moveTo>
                          <a:pt x="0" y="0"/>
                        </a:moveTo>
                        <a:cubicBezTo>
                          <a:pt x="52505" y="-11759"/>
                          <a:pt x="126574" y="3052"/>
                          <a:pt x="235741" y="0"/>
                        </a:cubicBezTo>
                        <a:cubicBezTo>
                          <a:pt x="248539" y="121655"/>
                          <a:pt x="234726" y="297838"/>
                          <a:pt x="235741" y="491031"/>
                        </a:cubicBezTo>
                        <a:cubicBezTo>
                          <a:pt x="236756" y="684224"/>
                          <a:pt x="224720" y="812602"/>
                          <a:pt x="235741" y="1044746"/>
                        </a:cubicBezTo>
                        <a:cubicBezTo>
                          <a:pt x="182466" y="1064482"/>
                          <a:pt x="96631" y="1026123"/>
                          <a:pt x="0" y="1044746"/>
                        </a:cubicBezTo>
                        <a:cubicBezTo>
                          <a:pt x="-47173" y="927308"/>
                          <a:pt x="42793" y="665280"/>
                          <a:pt x="0" y="501478"/>
                        </a:cubicBezTo>
                        <a:cubicBezTo>
                          <a:pt x="-42793" y="337676"/>
                          <a:pt x="57451" y="129609"/>
                          <a:pt x="0" y="0"/>
                        </a:cubicBezTo>
                        <a:close/>
                      </a:path>
                    </a:pathLst>
                  </a:custGeom>
                  <a:solidFill>
                    <a:srgbClr val="FFC000"/>
                  </a:solidFill>
                  <a:ln>
                    <a:solidFill>
                      <a:schemeClr val="bg1"/>
                    </a:solidFill>
                    <a:extLst>
                      <a:ext uri="{C807C97D-BFC1-408E-A445-0C87EB9F89A2}">
                        <ask:lineSketchStyleProps xmlns:ask="http://schemas.microsoft.com/office/drawing/2018/sketchyshapes" sd="158228927">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Rectangle 75">
                    <a:extLst>
                      <a:ext uri="{FF2B5EF4-FFF2-40B4-BE49-F238E27FC236}">
                        <a16:creationId xmlns:a16="http://schemas.microsoft.com/office/drawing/2014/main" id="{B02049DA-4F36-D682-F4FC-C348DA685300}"/>
                      </a:ext>
                    </a:extLst>
                  </p:cNvPr>
                  <p:cNvSpPr/>
                  <p:nvPr/>
                </p:nvSpPr>
                <p:spPr>
                  <a:xfrm>
                    <a:off x="7160529" y="5753816"/>
                    <a:ext cx="165100" cy="131200"/>
                  </a:xfrm>
                  <a:custGeom>
                    <a:avLst/>
                    <a:gdLst>
                      <a:gd name="connsiteX0" fmla="*/ 0 w 235741"/>
                      <a:gd name="connsiteY0" fmla="*/ 0 h 187337"/>
                      <a:gd name="connsiteX1" fmla="*/ 235741 w 235741"/>
                      <a:gd name="connsiteY1" fmla="*/ 0 h 187337"/>
                      <a:gd name="connsiteX2" fmla="*/ 235741 w 235741"/>
                      <a:gd name="connsiteY2" fmla="*/ 187337 h 187337"/>
                      <a:gd name="connsiteX3" fmla="*/ 0 w 235741"/>
                      <a:gd name="connsiteY3" fmla="*/ 187337 h 187337"/>
                      <a:gd name="connsiteX4" fmla="*/ 0 w 235741"/>
                      <a:gd name="connsiteY4" fmla="*/ 0 h 187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741" h="187337" fill="none" extrusionOk="0">
                        <a:moveTo>
                          <a:pt x="0" y="0"/>
                        </a:moveTo>
                        <a:cubicBezTo>
                          <a:pt x="92048" y="-24168"/>
                          <a:pt x="165181" y="22716"/>
                          <a:pt x="235741" y="0"/>
                        </a:cubicBezTo>
                        <a:cubicBezTo>
                          <a:pt x="253250" y="61003"/>
                          <a:pt x="222818" y="132802"/>
                          <a:pt x="235741" y="187337"/>
                        </a:cubicBezTo>
                        <a:cubicBezTo>
                          <a:pt x="176639" y="194058"/>
                          <a:pt x="86455" y="159186"/>
                          <a:pt x="0" y="187337"/>
                        </a:cubicBezTo>
                        <a:cubicBezTo>
                          <a:pt x="-15550" y="117028"/>
                          <a:pt x="9815" y="75059"/>
                          <a:pt x="0" y="0"/>
                        </a:cubicBezTo>
                        <a:close/>
                      </a:path>
                      <a:path w="235741" h="187337" stroke="0" extrusionOk="0">
                        <a:moveTo>
                          <a:pt x="0" y="0"/>
                        </a:moveTo>
                        <a:cubicBezTo>
                          <a:pt x="98945" y="-24696"/>
                          <a:pt x="159874" y="23065"/>
                          <a:pt x="235741" y="0"/>
                        </a:cubicBezTo>
                        <a:cubicBezTo>
                          <a:pt x="253576" y="52977"/>
                          <a:pt x="222919" y="130374"/>
                          <a:pt x="235741" y="187337"/>
                        </a:cubicBezTo>
                        <a:cubicBezTo>
                          <a:pt x="161145" y="206128"/>
                          <a:pt x="76641" y="176558"/>
                          <a:pt x="0" y="187337"/>
                        </a:cubicBezTo>
                        <a:cubicBezTo>
                          <a:pt x="-20145" y="145347"/>
                          <a:pt x="16968" y="42435"/>
                          <a:pt x="0" y="0"/>
                        </a:cubicBezTo>
                        <a:close/>
                      </a:path>
                    </a:pathLst>
                  </a:custGeom>
                  <a:solidFill>
                    <a:srgbClr val="FFC000"/>
                  </a:solidFill>
                  <a:ln>
                    <a:extLst>
                      <a:ext uri="{C807C97D-BFC1-408E-A445-0C87EB9F89A2}">
                        <ask:lineSketchStyleProps xmlns:ask="http://schemas.microsoft.com/office/drawing/2018/sketchyshapes" sd="440548315">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Rectangle 45">
                    <a:extLst>
                      <a:ext uri="{FF2B5EF4-FFF2-40B4-BE49-F238E27FC236}">
                        <a16:creationId xmlns:a16="http://schemas.microsoft.com/office/drawing/2014/main" id="{E8146906-8DC4-5AE2-5EED-2A21B729E752}"/>
                      </a:ext>
                    </a:extLst>
                  </p:cNvPr>
                  <p:cNvSpPr/>
                  <p:nvPr/>
                </p:nvSpPr>
                <p:spPr>
                  <a:xfrm>
                    <a:off x="7048500" y="4800600"/>
                    <a:ext cx="165100" cy="731681"/>
                  </a:xfrm>
                  <a:custGeom>
                    <a:avLst/>
                    <a:gdLst>
                      <a:gd name="connsiteX0" fmla="*/ 0 w 235741"/>
                      <a:gd name="connsiteY0" fmla="*/ 0 h 1044746"/>
                      <a:gd name="connsiteX1" fmla="*/ 235741 w 235741"/>
                      <a:gd name="connsiteY1" fmla="*/ 0 h 1044746"/>
                      <a:gd name="connsiteX2" fmla="*/ 235741 w 235741"/>
                      <a:gd name="connsiteY2" fmla="*/ 491031 h 1044746"/>
                      <a:gd name="connsiteX3" fmla="*/ 235741 w 235741"/>
                      <a:gd name="connsiteY3" fmla="*/ 1044746 h 1044746"/>
                      <a:gd name="connsiteX4" fmla="*/ 0 w 235741"/>
                      <a:gd name="connsiteY4" fmla="*/ 1044746 h 1044746"/>
                      <a:gd name="connsiteX5" fmla="*/ 0 w 235741"/>
                      <a:gd name="connsiteY5" fmla="*/ 501478 h 1044746"/>
                      <a:gd name="connsiteX6" fmla="*/ 0 w 235741"/>
                      <a:gd name="connsiteY6" fmla="*/ 0 h 104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5741" h="1044746" extrusionOk="0">
                        <a:moveTo>
                          <a:pt x="0" y="0"/>
                        </a:moveTo>
                        <a:cubicBezTo>
                          <a:pt x="52505" y="-11759"/>
                          <a:pt x="126574" y="3052"/>
                          <a:pt x="235741" y="0"/>
                        </a:cubicBezTo>
                        <a:cubicBezTo>
                          <a:pt x="248539" y="121655"/>
                          <a:pt x="234726" y="297838"/>
                          <a:pt x="235741" y="491031"/>
                        </a:cubicBezTo>
                        <a:cubicBezTo>
                          <a:pt x="236756" y="684224"/>
                          <a:pt x="224720" y="812602"/>
                          <a:pt x="235741" y="1044746"/>
                        </a:cubicBezTo>
                        <a:cubicBezTo>
                          <a:pt x="182466" y="1064482"/>
                          <a:pt x="96631" y="1026123"/>
                          <a:pt x="0" y="1044746"/>
                        </a:cubicBezTo>
                        <a:cubicBezTo>
                          <a:pt x="-47173" y="927308"/>
                          <a:pt x="42793" y="665280"/>
                          <a:pt x="0" y="501478"/>
                        </a:cubicBezTo>
                        <a:cubicBezTo>
                          <a:pt x="-42793" y="337676"/>
                          <a:pt x="57451" y="129609"/>
                          <a:pt x="0" y="0"/>
                        </a:cubicBezTo>
                        <a:close/>
                      </a:path>
                    </a:pathLst>
                  </a:custGeom>
                  <a:noFill/>
                  <a:ln>
                    <a:solidFill>
                      <a:schemeClr val="tx1"/>
                    </a:solidFill>
                    <a:extLst>
                      <a:ext uri="{C807C97D-BFC1-408E-A445-0C87EB9F89A2}">
                        <ask:lineSketchStyleProps xmlns:ask="http://schemas.microsoft.com/office/drawing/2018/sketchyshapes" sd="158228927">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3" name="Connector: Curved 72">
                    <a:extLst>
                      <a:ext uri="{FF2B5EF4-FFF2-40B4-BE49-F238E27FC236}">
                        <a16:creationId xmlns:a16="http://schemas.microsoft.com/office/drawing/2014/main" id="{6421A21A-0D5E-54D5-174C-192935D0D3B4}"/>
                      </a:ext>
                    </a:extLst>
                  </p:cNvPr>
                  <p:cNvCxnSpPr>
                    <a:endCxn id="46" idx="0"/>
                  </p:cNvCxnSpPr>
                  <p:nvPr/>
                </p:nvCxnSpPr>
                <p:spPr>
                  <a:xfrm rot="16200000" flipH="1">
                    <a:off x="6743629" y="4413179"/>
                    <a:ext cx="438292" cy="336550"/>
                  </a:xfrm>
                  <a:prstGeom prst="curvedConnector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5" name="Connector: Curved 74">
                    <a:extLst>
                      <a:ext uri="{FF2B5EF4-FFF2-40B4-BE49-F238E27FC236}">
                        <a16:creationId xmlns:a16="http://schemas.microsoft.com/office/drawing/2014/main" id="{4734C239-63ED-2E6C-54C3-071665ABF5FD}"/>
                      </a:ext>
                    </a:extLst>
                  </p:cNvPr>
                  <p:cNvCxnSpPr>
                    <a:stCxn id="46" idx="2"/>
                  </p:cNvCxnSpPr>
                  <p:nvPr/>
                </p:nvCxnSpPr>
                <p:spPr>
                  <a:xfrm rot="16200000" flipH="1">
                    <a:off x="7021105" y="5642226"/>
                    <a:ext cx="302440" cy="82550"/>
                  </a:xfrm>
                  <a:prstGeom prst="curvedConnector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0" name="Connector: Elbow 79">
                    <a:extLst>
                      <a:ext uri="{FF2B5EF4-FFF2-40B4-BE49-F238E27FC236}">
                        <a16:creationId xmlns:a16="http://schemas.microsoft.com/office/drawing/2014/main" id="{9CCD3C5A-4238-14E5-5872-4D6B7FEC5167}"/>
                      </a:ext>
                    </a:extLst>
                  </p:cNvPr>
                  <p:cNvCxnSpPr>
                    <a:cxnSpLocks/>
                  </p:cNvCxnSpPr>
                  <p:nvPr/>
                </p:nvCxnSpPr>
                <p:spPr>
                  <a:xfrm rot="5400000" flipH="1" flipV="1">
                    <a:off x="7440662" y="5469975"/>
                    <a:ext cx="103677" cy="464007"/>
                  </a:xfrm>
                  <a:prstGeom prst="bent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7" name="Oval 86">
                    <a:extLst>
                      <a:ext uri="{FF2B5EF4-FFF2-40B4-BE49-F238E27FC236}">
                        <a16:creationId xmlns:a16="http://schemas.microsoft.com/office/drawing/2014/main" id="{B6EFFFFC-41DF-4CFB-E5F5-475A031F062B}"/>
                      </a:ext>
                    </a:extLst>
                  </p:cNvPr>
                  <p:cNvSpPr/>
                  <p:nvPr/>
                </p:nvSpPr>
                <p:spPr>
                  <a:xfrm>
                    <a:off x="7439385" y="5589563"/>
                    <a:ext cx="106230" cy="106230"/>
                  </a:xfrm>
                  <a:custGeom>
                    <a:avLst/>
                    <a:gdLst>
                      <a:gd name="connsiteX0" fmla="*/ 0 w 151683"/>
                      <a:gd name="connsiteY0" fmla="*/ 75842 h 151683"/>
                      <a:gd name="connsiteX1" fmla="*/ 75842 w 151683"/>
                      <a:gd name="connsiteY1" fmla="*/ 0 h 151683"/>
                      <a:gd name="connsiteX2" fmla="*/ 151684 w 151683"/>
                      <a:gd name="connsiteY2" fmla="*/ 75842 h 151683"/>
                      <a:gd name="connsiteX3" fmla="*/ 75842 w 151683"/>
                      <a:gd name="connsiteY3" fmla="*/ 151684 h 151683"/>
                      <a:gd name="connsiteX4" fmla="*/ 0 w 151683"/>
                      <a:gd name="connsiteY4" fmla="*/ 75842 h 1516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3" h="151683" fill="none" extrusionOk="0">
                        <a:moveTo>
                          <a:pt x="0" y="75842"/>
                        </a:moveTo>
                        <a:cubicBezTo>
                          <a:pt x="816" y="29136"/>
                          <a:pt x="28453" y="-1751"/>
                          <a:pt x="75842" y="0"/>
                        </a:cubicBezTo>
                        <a:cubicBezTo>
                          <a:pt x="121173" y="-626"/>
                          <a:pt x="155282" y="25356"/>
                          <a:pt x="151684" y="75842"/>
                        </a:cubicBezTo>
                        <a:cubicBezTo>
                          <a:pt x="142587" y="123805"/>
                          <a:pt x="116963" y="149024"/>
                          <a:pt x="75842" y="151684"/>
                        </a:cubicBezTo>
                        <a:cubicBezTo>
                          <a:pt x="39224" y="151508"/>
                          <a:pt x="4617" y="127834"/>
                          <a:pt x="0" y="75842"/>
                        </a:cubicBezTo>
                        <a:close/>
                      </a:path>
                      <a:path w="151683" h="151683" stroke="0" extrusionOk="0">
                        <a:moveTo>
                          <a:pt x="0" y="75842"/>
                        </a:moveTo>
                        <a:cubicBezTo>
                          <a:pt x="-4307" y="36626"/>
                          <a:pt x="30211" y="-2578"/>
                          <a:pt x="75842" y="0"/>
                        </a:cubicBezTo>
                        <a:cubicBezTo>
                          <a:pt x="116120" y="6136"/>
                          <a:pt x="150245" y="35367"/>
                          <a:pt x="151684" y="75842"/>
                        </a:cubicBezTo>
                        <a:cubicBezTo>
                          <a:pt x="151835" y="115854"/>
                          <a:pt x="119892" y="153545"/>
                          <a:pt x="75842" y="151684"/>
                        </a:cubicBezTo>
                        <a:cubicBezTo>
                          <a:pt x="31532" y="154239"/>
                          <a:pt x="-6557" y="127310"/>
                          <a:pt x="0" y="75842"/>
                        </a:cubicBezTo>
                        <a:close/>
                      </a:path>
                    </a:pathLst>
                  </a:custGeom>
                  <a:solidFill>
                    <a:srgbClr val="FFC000"/>
                  </a:solidFill>
                  <a:ln>
                    <a:extLst>
                      <a:ext uri="{C807C97D-BFC1-408E-A445-0C87EB9F89A2}">
                        <ask:lineSketchStyleProps xmlns:ask="http://schemas.microsoft.com/office/drawing/2018/sketchyshapes" sd="1614740503">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0" name="Rectangle 89">
                    <a:extLst>
                      <a:ext uri="{FF2B5EF4-FFF2-40B4-BE49-F238E27FC236}">
                        <a16:creationId xmlns:a16="http://schemas.microsoft.com/office/drawing/2014/main" id="{7F105014-3D08-02DE-D6DE-4687D0210D67}"/>
                      </a:ext>
                    </a:extLst>
                  </p:cNvPr>
                  <p:cNvSpPr/>
                  <p:nvPr/>
                </p:nvSpPr>
                <p:spPr>
                  <a:xfrm>
                    <a:off x="7717400" y="5611500"/>
                    <a:ext cx="108000" cy="72000"/>
                  </a:xfrm>
                  <a:custGeom>
                    <a:avLst/>
                    <a:gdLst>
                      <a:gd name="connsiteX0" fmla="*/ 0 w 154210"/>
                      <a:gd name="connsiteY0" fmla="*/ 0 h 102807"/>
                      <a:gd name="connsiteX1" fmla="*/ 154210 w 154210"/>
                      <a:gd name="connsiteY1" fmla="*/ 0 h 102807"/>
                      <a:gd name="connsiteX2" fmla="*/ 154210 w 154210"/>
                      <a:gd name="connsiteY2" fmla="*/ 102807 h 102807"/>
                      <a:gd name="connsiteX3" fmla="*/ 0 w 154210"/>
                      <a:gd name="connsiteY3" fmla="*/ 102807 h 102807"/>
                      <a:gd name="connsiteX4" fmla="*/ 0 w 154210"/>
                      <a:gd name="connsiteY4" fmla="*/ 0 h 102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210" h="102807" fill="none" extrusionOk="0">
                        <a:moveTo>
                          <a:pt x="0" y="0"/>
                        </a:moveTo>
                        <a:cubicBezTo>
                          <a:pt x="65169" y="-17397"/>
                          <a:pt x="117202" y="11402"/>
                          <a:pt x="154210" y="0"/>
                        </a:cubicBezTo>
                        <a:cubicBezTo>
                          <a:pt x="155355" y="51348"/>
                          <a:pt x="151000" y="60402"/>
                          <a:pt x="154210" y="102807"/>
                        </a:cubicBezTo>
                        <a:cubicBezTo>
                          <a:pt x="102018" y="103214"/>
                          <a:pt x="73111" y="86644"/>
                          <a:pt x="0" y="102807"/>
                        </a:cubicBezTo>
                        <a:cubicBezTo>
                          <a:pt x="-9696" y="62827"/>
                          <a:pt x="8433" y="43675"/>
                          <a:pt x="0" y="0"/>
                        </a:cubicBezTo>
                        <a:close/>
                      </a:path>
                      <a:path w="154210" h="102807" stroke="0" extrusionOk="0">
                        <a:moveTo>
                          <a:pt x="0" y="0"/>
                        </a:moveTo>
                        <a:cubicBezTo>
                          <a:pt x="46999" y="-12490"/>
                          <a:pt x="114478" y="8224"/>
                          <a:pt x="154210" y="0"/>
                        </a:cubicBezTo>
                        <a:cubicBezTo>
                          <a:pt x="158653" y="42397"/>
                          <a:pt x="148728" y="58535"/>
                          <a:pt x="154210" y="102807"/>
                        </a:cubicBezTo>
                        <a:cubicBezTo>
                          <a:pt x="94964" y="111884"/>
                          <a:pt x="67440" y="88333"/>
                          <a:pt x="0" y="102807"/>
                        </a:cubicBezTo>
                        <a:cubicBezTo>
                          <a:pt x="-11297" y="73114"/>
                          <a:pt x="1034" y="41328"/>
                          <a:pt x="0" y="0"/>
                        </a:cubicBezTo>
                        <a:close/>
                      </a:path>
                    </a:pathLst>
                  </a:custGeom>
                  <a:solidFill>
                    <a:srgbClr val="FFC000"/>
                  </a:solidFill>
                  <a:ln>
                    <a:solidFill>
                      <a:schemeClr val="tx1"/>
                    </a:solidFill>
                    <a:extLst>
                      <a:ext uri="{C807C97D-BFC1-408E-A445-0C87EB9F89A2}">
                        <ask:lineSketchStyleProps xmlns:ask="http://schemas.microsoft.com/office/drawing/2018/sketchyshapes" sd="180292668">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2" name="Connector: Curved 91">
                    <a:extLst>
                      <a:ext uri="{FF2B5EF4-FFF2-40B4-BE49-F238E27FC236}">
                        <a16:creationId xmlns:a16="http://schemas.microsoft.com/office/drawing/2014/main" id="{03AFCFD6-9A6A-B4CF-DEAB-1CA4B9A45AB0}"/>
                      </a:ext>
                    </a:extLst>
                  </p:cNvPr>
                  <p:cNvCxnSpPr>
                    <a:stCxn id="90" idx="3"/>
                  </p:cNvCxnSpPr>
                  <p:nvPr/>
                </p:nvCxnSpPr>
                <p:spPr>
                  <a:xfrm flipV="1">
                    <a:off x="7825400" y="5349662"/>
                    <a:ext cx="160360" cy="297838"/>
                  </a:xfrm>
                  <a:prstGeom prst="curved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9" name="Connector: Elbow 98">
                    <a:extLst>
                      <a:ext uri="{FF2B5EF4-FFF2-40B4-BE49-F238E27FC236}">
                        <a16:creationId xmlns:a16="http://schemas.microsoft.com/office/drawing/2014/main" id="{04AA5DD5-0EA3-1796-268E-4BB124AD8BBD}"/>
                      </a:ext>
                    </a:extLst>
                  </p:cNvPr>
                  <p:cNvCxnSpPr/>
                  <p:nvPr/>
                </p:nvCxnSpPr>
                <p:spPr>
                  <a:xfrm rot="16200000" flipH="1">
                    <a:off x="7876321" y="5618822"/>
                    <a:ext cx="295453" cy="236934"/>
                  </a:xfrm>
                  <a:prstGeom prst="bentConnector3">
                    <a:avLst>
                      <a:gd name="adj1" fmla="val 103056"/>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9" name="TextBox 108">
                    <a:extLst>
                      <a:ext uri="{FF2B5EF4-FFF2-40B4-BE49-F238E27FC236}">
                        <a16:creationId xmlns:a16="http://schemas.microsoft.com/office/drawing/2014/main" id="{858F15E5-8B3D-B87F-5D3A-54D8F808A306}"/>
                      </a:ext>
                    </a:extLst>
                  </p:cNvPr>
                  <p:cNvSpPr txBox="1"/>
                  <p:nvPr/>
                </p:nvSpPr>
                <p:spPr>
                  <a:xfrm>
                    <a:off x="6278127" y="4776017"/>
                    <a:ext cx="553357" cy="355225"/>
                  </a:xfrm>
                  <a:prstGeom prst="rect">
                    <a:avLst/>
                  </a:prstGeom>
                  <a:noFill/>
                </p:spPr>
                <p:txBody>
                  <a:bodyPr wrap="none" rtlCol="0">
                    <a:spAutoFit/>
                  </a:bodyPr>
                  <a:lstStyle/>
                  <a:p>
                    <a:pPr>
                      <a:lnSpc>
                        <a:spcPts val="1000"/>
                      </a:lnSpc>
                    </a:pPr>
                    <a:r>
                      <a:rPr lang="en-US" sz="1000" spc="100" dirty="0">
                        <a:latin typeface="Ballpoint" pitchFamily="50" charset="0"/>
                      </a:rPr>
                      <a:t>Liquid </a:t>
                    </a:r>
                  </a:p>
                  <a:p>
                    <a:pPr>
                      <a:lnSpc>
                        <a:spcPts val="1000"/>
                      </a:lnSpc>
                    </a:pPr>
                    <a:r>
                      <a:rPr lang="en-US" sz="1000" spc="100" dirty="0">
                        <a:latin typeface="Ballpoint" pitchFamily="50" charset="0"/>
                      </a:rPr>
                      <a:t>pump</a:t>
                    </a:r>
                    <a:endParaRPr lang="en-IN" sz="1000" spc="100" dirty="0">
                      <a:latin typeface="Ballpoint" pitchFamily="50" charset="0"/>
                    </a:endParaRPr>
                  </a:p>
                </p:txBody>
              </p:sp>
              <p:grpSp>
                <p:nvGrpSpPr>
                  <p:cNvPr id="118" name="Group 117">
                    <a:extLst>
                      <a:ext uri="{FF2B5EF4-FFF2-40B4-BE49-F238E27FC236}">
                        <a16:creationId xmlns:a16="http://schemas.microsoft.com/office/drawing/2014/main" id="{889C4398-204E-FBE4-1D15-599085762BA6}"/>
                      </a:ext>
                    </a:extLst>
                  </p:cNvPr>
                  <p:cNvGrpSpPr/>
                  <p:nvPr/>
                </p:nvGrpSpPr>
                <p:grpSpPr>
                  <a:xfrm>
                    <a:off x="6349548" y="4447013"/>
                    <a:ext cx="459734" cy="268722"/>
                    <a:chOff x="8343607" y="3681506"/>
                    <a:chExt cx="459734" cy="268722"/>
                  </a:xfrm>
                </p:grpSpPr>
                <p:sp>
                  <p:nvSpPr>
                    <p:cNvPr id="111" name="Isosceles Triangle 110">
                      <a:extLst>
                        <a:ext uri="{FF2B5EF4-FFF2-40B4-BE49-F238E27FC236}">
                          <a16:creationId xmlns:a16="http://schemas.microsoft.com/office/drawing/2014/main" id="{2355AC7A-8499-4B2B-0696-E5C998C94A55}"/>
                        </a:ext>
                      </a:extLst>
                    </p:cNvPr>
                    <p:cNvSpPr>
                      <a:spLocks noChangeAspect="1"/>
                    </p:cNvSpPr>
                    <p:nvPr/>
                  </p:nvSpPr>
                  <p:spPr>
                    <a:xfrm>
                      <a:off x="8485865" y="3824228"/>
                      <a:ext cx="126000" cy="126000"/>
                    </a:xfrm>
                    <a:custGeom>
                      <a:avLst/>
                      <a:gdLst>
                        <a:gd name="connsiteX0" fmla="*/ 0 w 179912"/>
                        <a:gd name="connsiteY0" fmla="*/ 179912 h 179912"/>
                        <a:gd name="connsiteX1" fmla="*/ 89956 w 179912"/>
                        <a:gd name="connsiteY1" fmla="*/ 0 h 179912"/>
                        <a:gd name="connsiteX2" fmla="*/ 179912 w 179912"/>
                        <a:gd name="connsiteY2" fmla="*/ 179912 h 179912"/>
                        <a:gd name="connsiteX3" fmla="*/ 0 w 179912"/>
                        <a:gd name="connsiteY3" fmla="*/ 179912 h 179912"/>
                      </a:gdLst>
                      <a:ahLst/>
                      <a:cxnLst>
                        <a:cxn ang="0">
                          <a:pos x="connsiteX0" y="connsiteY0"/>
                        </a:cxn>
                        <a:cxn ang="0">
                          <a:pos x="connsiteX1" y="connsiteY1"/>
                        </a:cxn>
                        <a:cxn ang="0">
                          <a:pos x="connsiteX2" y="connsiteY2"/>
                        </a:cxn>
                        <a:cxn ang="0">
                          <a:pos x="connsiteX3" y="connsiteY3"/>
                        </a:cxn>
                      </a:cxnLst>
                      <a:rect l="l" t="t" r="r" b="b"/>
                      <a:pathLst>
                        <a:path w="179912" h="179912" fill="none" extrusionOk="0">
                          <a:moveTo>
                            <a:pt x="0" y="179912"/>
                          </a:moveTo>
                          <a:cubicBezTo>
                            <a:pt x="20124" y="134372"/>
                            <a:pt x="70448" y="57593"/>
                            <a:pt x="89956" y="0"/>
                          </a:cubicBezTo>
                          <a:cubicBezTo>
                            <a:pt x="121151" y="58371"/>
                            <a:pt x="133531" y="139307"/>
                            <a:pt x="179912" y="179912"/>
                          </a:cubicBezTo>
                          <a:cubicBezTo>
                            <a:pt x="141605" y="189641"/>
                            <a:pt x="51667" y="179657"/>
                            <a:pt x="0" y="179912"/>
                          </a:cubicBezTo>
                          <a:close/>
                        </a:path>
                        <a:path w="179912" h="179912" stroke="0" extrusionOk="0">
                          <a:moveTo>
                            <a:pt x="0" y="179912"/>
                          </a:moveTo>
                          <a:cubicBezTo>
                            <a:pt x="16337" y="105476"/>
                            <a:pt x="68898" y="70424"/>
                            <a:pt x="89956" y="0"/>
                          </a:cubicBezTo>
                          <a:cubicBezTo>
                            <a:pt x="131395" y="49476"/>
                            <a:pt x="125058" y="112957"/>
                            <a:pt x="179912" y="179912"/>
                          </a:cubicBezTo>
                          <a:cubicBezTo>
                            <a:pt x="135456" y="195197"/>
                            <a:pt x="41501" y="164408"/>
                            <a:pt x="0" y="179912"/>
                          </a:cubicBezTo>
                          <a:close/>
                        </a:path>
                      </a:pathLst>
                    </a:custGeom>
                    <a:solidFill>
                      <a:srgbClr val="FFC000"/>
                    </a:solidFill>
                    <a:ln>
                      <a:solidFill>
                        <a:schemeClr val="tx1"/>
                      </a:solidFill>
                      <a:extLst>
                        <a:ext uri="{C807C97D-BFC1-408E-A445-0C87EB9F89A2}">
                          <ask:lineSketchStyleProps xmlns:ask="http://schemas.microsoft.com/office/drawing/2018/sketchyshapes" sd="3203893139">
                            <a:prstGeom prst="triangl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0" name="Oval 109">
                      <a:extLst>
                        <a:ext uri="{FF2B5EF4-FFF2-40B4-BE49-F238E27FC236}">
                          <a16:creationId xmlns:a16="http://schemas.microsoft.com/office/drawing/2014/main" id="{F84B887F-2E6F-21FF-29B2-6BFD8D8337C9}"/>
                        </a:ext>
                      </a:extLst>
                    </p:cNvPr>
                    <p:cNvSpPr/>
                    <p:nvPr/>
                  </p:nvSpPr>
                  <p:spPr>
                    <a:xfrm>
                      <a:off x="8473440" y="3751444"/>
                      <a:ext cx="156754" cy="156754"/>
                    </a:xfrm>
                    <a:custGeom>
                      <a:avLst/>
                      <a:gdLst>
                        <a:gd name="connsiteX0" fmla="*/ 0 w 223825"/>
                        <a:gd name="connsiteY0" fmla="*/ 111912 h 223824"/>
                        <a:gd name="connsiteX1" fmla="*/ 111913 w 223825"/>
                        <a:gd name="connsiteY1" fmla="*/ 0 h 223824"/>
                        <a:gd name="connsiteX2" fmla="*/ 223826 w 223825"/>
                        <a:gd name="connsiteY2" fmla="*/ 111912 h 223824"/>
                        <a:gd name="connsiteX3" fmla="*/ 111913 w 223825"/>
                        <a:gd name="connsiteY3" fmla="*/ 223824 h 223824"/>
                        <a:gd name="connsiteX4" fmla="*/ 0 w 223825"/>
                        <a:gd name="connsiteY4" fmla="*/ 111912 h 223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825" h="223824" fill="none" extrusionOk="0">
                          <a:moveTo>
                            <a:pt x="0" y="111912"/>
                          </a:moveTo>
                          <a:cubicBezTo>
                            <a:pt x="836" y="38211"/>
                            <a:pt x="45641" y="-14086"/>
                            <a:pt x="111913" y="0"/>
                          </a:cubicBezTo>
                          <a:cubicBezTo>
                            <a:pt x="165237" y="4332"/>
                            <a:pt x="223918" y="53684"/>
                            <a:pt x="223826" y="111912"/>
                          </a:cubicBezTo>
                          <a:cubicBezTo>
                            <a:pt x="226173" y="156958"/>
                            <a:pt x="184358" y="219604"/>
                            <a:pt x="111913" y="223824"/>
                          </a:cubicBezTo>
                          <a:cubicBezTo>
                            <a:pt x="47784" y="235905"/>
                            <a:pt x="-757" y="172037"/>
                            <a:pt x="0" y="111912"/>
                          </a:cubicBezTo>
                          <a:close/>
                        </a:path>
                        <a:path w="223825" h="223824" stroke="0" extrusionOk="0">
                          <a:moveTo>
                            <a:pt x="0" y="111912"/>
                          </a:moveTo>
                          <a:cubicBezTo>
                            <a:pt x="-2184" y="52449"/>
                            <a:pt x="40830" y="-3493"/>
                            <a:pt x="111913" y="0"/>
                          </a:cubicBezTo>
                          <a:cubicBezTo>
                            <a:pt x="182774" y="8789"/>
                            <a:pt x="224141" y="57769"/>
                            <a:pt x="223826" y="111912"/>
                          </a:cubicBezTo>
                          <a:cubicBezTo>
                            <a:pt x="210142" y="167643"/>
                            <a:pt x="161011" y="224923"/>
                            <a:pt x="111913" y="223824"/>
                          </a:cubicBezTo>
                          <a:cubicBezTo>
                            <a:pt x="45135" y="215102"/>
                            <a:pt x="-2895" y="171838"/>
                            <a:pt x="0" y="111912"/>
                          </a:cubicBezTo>
                          <a:close/>
                        </a:path>
                      </a:pathLst>
                    </a:custGeom>
                    <a:solidFill>
                      <a:srgbClr val="FFC000"/>
                    </a:solidFill>
                    <a:ln>
                      <a:extLst>
                        <a:ext uri="{C807C97D-BFC1-408E-A445-0C87EB9F89A2}">
                          <ask:lineSketchStyleProps xmlns:ask="http://schemas.microsoft.com/office/drawing/2018/sketchyshapes" sd="3173643173">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6" name="Connector: Curved 115">
                      <a:extLst>
                        <a:ext uri="{FF2B5EF4-FFF2-40B4-BE49-F238E27FC236}">
                          <a16:creationId xmlns:a16="http://schemas.microsoft.com/office/drawing/2014/main" id="{A290C4C3-992B-93DA-B29D-DBD007E4DF50}"/>
                        </a:ext>
                      </a:extLst>
                    </p:cNvPr>
                    <p:cNvCxnSpPr>
                      <a:stCxn id="110" idx="0"/>
                    </p:cNvCxnSpPr>
                    <p:nvPr/>
                  </p:nvCxnSpPr>
                  <p:spPr>
                    <a:xfrm rot="5400000" flipH="1" flipV="1">
                      <a:off x="8642610" y="3590713"/>
                      <a:ext cx="69938" cy="251524"/>
                    </a:xfrm>
                    <a:prstGeom prst="curvedConnector2">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7" name="Connector: Curved 116">
                      <a:extLst>
                        <a:ext uri="{FF2B5EF4-FFF2-40B4-BE49-F238E27FC236}">
                          <a16:creationId xmlns:a16="http://schemas.microsoft.com/office/drawing/2014/main" id="{116FB9C5-A27E-7FE4-FD1A-C53D86A9A517}"/>
                        </a:ext>
                      </a:extLst>
                    </p:cNvPr>
                    <p:cNvCxnSpPr/>
                    <p:nvPr/>
                  </p:nvCxnSpPr>
                  <p:spPr>
                    <a:xfrm rot="5400000" flipH="1" flipV="1">
                      <a:off x="8434400" y="3738313"/>
                      <a:ext cx="69938" cy="251524"/>
                    </a:xfrm>
                    <a:prstGeom prst="curvedConnector2">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19" name="TextBox 118">
                    <a:extLst>
                      <a:ext uri="{FF2B5EF4-FFF2-40B4-BE49-F238E27FC236}">
                        <a16:creationId xmlns:a16="http://schemas.microsoft.com/office/drawing/2014/main" id="{C5C8B0C8-B5B1-B045-2F85-F148E0177D05}"/>
                      </a:ext>
                    </a:extLst>
                  </p:cNvPr>
                  <p:cNvSpPr txBox="1"/>
                  <p:nvPr/>
                </p:nvSpPr>
                <p:spPr>
                  <a:xfrm>
                    <a:off x="7303337" y="5872809"/>
                    <a:ext cx="592986" cy="158967"/>
                  </a:xfrm>
                  <a:prstGeom prst="rect">
                    <a:avLst/>
                  </a:prstGeom>
                  <a:noFill/>
                </p:spPr>
                <p:txBody>
                  <a:bodyPr wrap="none" rtlCol="0">
                    <a:spAutoFit/>
                  </a:bodyPr>
                  <a:lstStyle/>
                  <a:p>
                    <a:pPr>
                      <a:lnSpc>
                        <a:spcPts val="1000"/>
                      </a:lnSpc>
                    </a:pPr>
                    <a:r>
                      <a:rPr lang="en-US" sz="1000" spc="100" dirty="0">
                        <a:latin typeface="Ballpoint" pitchFamily="50" charset="0"/>
                      </a:rPr>
                      <a:t>flash vessel</a:t>
                    </a:r>
                    <a:endParaRPr lang="en-IN" sz="1000" spc="100" dirty="0">
                      <a:latin typeface="Ballpoint" pitchFamily="50" charset="0"/>
                    </a:endParaRPr>
                  </a:p>
                </p:txBody>
              </p:sp>
              <p:sp>
                <p:nvSpPr>
                  <p:cNvPr id="120" name="TextBox 119">
                    <a:extLst>
                      <a:ext uri="{FF2B5EF4-FFF2-40B4-BE49-F238E27FC236}">
                        <a16:creationId xmlns:a16="http://schemas.microsoft.com/office/drawing/2014/main" id="{8C3FCC47-DA33-BFC5-7E0D-5C43ED174532}"/>
                      </a:ext>
                    </a:extLst>
                  </p:cNvPr>
                  <p:cNvSpPr txBox="1"/>
                  <p:nvPr/>
                </p:nvSpPr>
                <p:spPr>
                  <a:xfrm>
                    <a:off x="7653740" y="5691670"/>
                    <a:ext cx="349776" cy="226985"/>
                  </a:xfrm>
                  <a:prstGeom prst="rect">
                    <a:avLst/>
                  </a:prstGeom>
                  <a:noFill/>
                </p:spPr>
                <p:txBody>
                  <a:bodyPr wrap="none" rtlCol="0">
                    <a:spAutoFit/>
                  </a:bodyPr>
                  <a:lstStyle/>
                  <a:p>
                    <a:pPr>
                      <a:lnSpc>
                        <a:spcPts val="1000"/>
                      </a:lnSpc>
                    </a:pPr>
                    <a:r>
                      <a:rPr lang="en-US" sz="1000" spc="100" dirty="0">
                        <a:latin typeface="Ballpoint" pitchFamily="50" charset="0"/>
                      </a:rPr>
                      <a:t>FIC</a:t>
                    </a:r>
                    <a:endParaRPr lang="en-IN" sz="1000" spc="100" dirty="0">
                      <a:latin typeface="Ballpoint" pitchFamily="50" charset="0"/>
                    </a:endParaRPr>
                  </a:p>
                </p:txBody>
              </p:sp>
              <p:sp>
                <p:nvSpPr>
                  <p:cNvPr id="121" name="TextBox 120">
                    <a:extLst>
                      <a:ext uri="{FF2B5EF4-FFF2-40B4-BE49-F238E27FC236}">
                        <a16:creationId xmlns:a16="http://schemas.microsoft.com/office/drawing/2014/main" id="{684670D4-7D31-6305-7051-17BFC63C5F11}"/>
                      </a:ext>
                    </a:extLst>
                  </p:cNvPr>
                  <p:cNvSpPr txBox="1"/>
                  <p:nvPr/>
                </p:nvSpPr>
                <p:spPr>
                  <a:xfrm>
                    <a:off x="7374593" y="5694517"/>
                    <a:ext cx="401072" cy="226985"/>
                  </a:xfrm>
                  <a:prstGeom prst="rect">
                    <a:avLst/>
                  </a:prstGeom>
                  <a:noFill/>
                </p:spPr>
                <p:txBody>
                  <a:bodyPr wrap="none" rtlCol="0">
                    <a:spAutoFit/>
                  </a:bodyPr>
                  <a:lstStyle/>
                  <a:p>
                    <a:pPr>
                      <a:lnSpc>
                        <a:spcPts val="1000"/>
                      </a:lnSpc>
                    </a:pPr>
                    <a:r>
                      <a:rPr lang="en-US" sz="1000" spc="100" dirty="0">
                        <a:latin typeface="Ballpoint" pitchFamily="50" charset="0"/>
                      </a:rPr>
                      <a:t>PCV</a:t>
                    </a:r>
                    <a:endParaRPr lang="en-IN" sz="1000" spc="100" dirty="0">
                      <a:latin typeface="Ballpoint" pitchFamily="50" charset="0"/>
                    </a:endParaRPr>
                  </a:p>
                </p:txBody>
              </p:sp>
              <p:sp>
                <p:nvSpPr>
                  <p:cNvPr id="122" name="TextBox 121">
                    <a:extLst>
                      <a:ext uri="{FF2B5EF4-FFF2-40B4-BE49-F238E27FC236}">
                        <a16:creationId xmlns:a16="http://schemas.microsoft.com/office/drawing/2014/main" id="{EF0B4074-AC42-C509-C2E9-3302D7BF6551}"/>
                      </a:ext>
                    </a:extLst>
                  </p:cNvPr>
                  <p:cNvSpPr txBox="1"/>
                  <p:nvPr/>
                </p:nvSpPr>
                <p:spPr>
                  <a:xfrm>
                    <a:off x="8037868" y="5799603"/>
                    <a:ext cx="614271" cy="355225"/>
                  </a:xfrm>
                  <a:prstGeom prst="rect">
                    <a:avLst/>
                  </a:prstGeom>
                  <a:noFill/>
                </p:spPr>
                <p:txBody>
                  <a:bodyPr wrap="none" rtlCol="0">
                    <a:spAutoFit/>
                  </a:bodyPr>
                  <a:lstStyle/>
                  <a:p>
                    <a:pPr algn="ctr">
                      <a:lnSpc>
                        <a:spcPts val="1000"/>
                      </a:lnSpc>
                    </a:pPr>
                    <a:r>
                      <a:rPr lang="en-US" sz="1000" spc="100" dirty="0">
                        <a:latin typeface="Ballpoint" pitchFamily="50" charset="0"/>
                      </a:rPr>
                      <a:t>Process</a:t>
                    </a:r>
                  </a:p>
                  <a:p>
                    <a:pPr algn="ctr">
                      <a:lnSpc>
                        <a:spcPts val="1000"/>
                      </a:lnSpc>
                    </a:pPr>
                    <a:r>
                      <a:rPr lang="en-US" sz="1000" spc="100" dirty="0">
                        <a:latin typeface="Ballpoint" pitchFamily="50" charset="0"/>
                      </a:rPr>
                      <a:t>vent</a:t>
                    </a:r>
                    <a:endParaRPr lang="en-IN" sz="1000" spc="100" dirty="0">
                      <a:latin typeface="Ballpoint" pitchFamily="50" charset="0"/>
                    </a:endParaRPr>
                  </a:p>
                </p:txBody>
              </p:sp>
              <p:sp>
                <p:nvSpPr>
                  <p:cNvPr id="123" name="TextBox 122">
                    <a:extLst>
                      <a:ext uri="{FF2B5EF4-FFF2-40B4-BE49-F238E27FC236}">
                        <a16:creationId xmlns:a16="http://schemas.microsoft.com/office/drawing/2014/main" id="{FE682164-605E-2C77-A6B5-78FEC51D710A}"/>
                      </a:ext>
                    </a:extLst>
                  </p:cNvPr>
                  <p:cNvSpPr txBox="1"/>
                  <p:nvPr/>
                </p:nvSpPr>
                <p:spPr>
                  <a:xfrm>
                    <a:off x="7868814" y="5245475"/>
                    <a:ext cx="325731" cy="226985"/>
                  </a:xfrm>
                  <a:prstGeom prst="rect">
                    <a:avLst/>
                  </a:prstGeom>
                  <a:noFill/>
                </p:spPr>
                <p:txBody>
                  <a:bodyPr wrap="none" rtlCol="0">
                    <a:spAutoFit/>
                  </a:bodyPr>
                  <a:lstStyle/>
                  <a:p>
                    <a:pPr algn="ctr">
                      <a:lnSpc>
                        <a:spcPts val="1000"/>
                      </a:lnSpc>
                    </a:pPr>
                    <a:r>
                      <a:rPr lang="en-US" sz="1000" spc="100" dirty="0">
                        <a:latin typeface="Ballpoint" pitchFamily="50" charset="0"/>
                      </a:rPr>
                      <a:t>GC</a:t>
                    </a:r>
                    <a:endParaRPr lang="en-IN" sz="1000" spc="100" dirty="0">
                      <a:latin typeface="Ballpoint" pitchFamily="50" charset="0"/>
                    </a:endParaRPr>
                  </a:p>
                </p:txBody>
              </p:sp>
              <p:sp>
                <p:nvSpPr>
                  <p:cNvPr id="124" name="TextBox 123">
                    <a:extLst>
                      <a:ext uri="{FF2B5EF4-FFF2-40B4-BE49-F238E27FC236}">
                        <a16:creationId xmlns:a16="http://schemas.microsoft.com/office/drawing/2014/main" id="{C560B8A9-275E-1E81-DFA2-75FFE1032844}"/>
                      </a:ext>
                    </a:extLst>
                  </p:cNvPr>
                  <p:cNvSpPr txBox="1"/>
                  <p:nvPr/>
                </p:nvSpPr>
                <p:spPr>
                  <a:xfrm>
                    <a:off x="7335076" y="6013551"/>
                    <a:ext cx="479619" cy="355225"/>
                  </a:xfrm>
                  <a:prstGeom prst="rect">
                    <a:avLst/>
                  </a:prstGeom>
                  <a:noFill/>
                </p:spPr>
                <p:txBody>
                  <a:bodyPr wrap="none" rtlCol="0">
                    <a:spAutoFit/>
                  </a:bodyPr>
                  <a:lstStyle/>
                  <a:p>
                    <a:pPr algn="ctr">
                      <a:lnSpc>
                        <a:spcPts val="1000"/>
                      </a:lnSpc>
                    </a:pPr>
                    <a:r>
                      <a:rPr lang="en-US" sz="1000" spc="100" dirty="0">
                        <a:latin typeface="Ballpoint" pitchFamily="50" charset="0"/>
                      </a:rPr>
                      <a:t>Local</a:t>
                    </a:r>
                  </a:p>
                  <a:p>
                    <a:pPr algn="ctr">
                      <a:lnSpc>
                        <a:spcPts val="1000"/>
                      </a:lnSpc>
                    </a:pPr>
                    <a:r>
                      <a:rPr lang="en-US" sz="1000" spc="100" dirty="0">
                        <a:latin typeface="Ballpoint" pitchFamily="50" charset="0"/>
                      </a:rPr>
                      <a:t>vent</a:t>
                    </a:r>
                    <a:endParaRPr lang="en-IN" sz="1000" spc="100" dirty="0">
                      <a:latin typeface="Ballpoint" pitchFamily="50" charset="0"/>
                    </a:endParaRPr>
                  </a:p>
                </p:txBody>
              </p:sp>
              <p:sp>
                <p:nvSpPr>
                  <p:cNvPr id="126" name="Freeform: Shape 125">
                    <a:extLst>
                      <a:ext uri="{FF2B5EF4-FFF2-40B4-BE49-F238E27FC236}">
                        <a16:creationId xmlns:a16="http://schemas.microsoft.com/office/drawing/2014/main" id="{769FB768-376F-2EBF-44CD-A76317DF8ADA}"/>
                      </a:ext>
                    </a:extLst>
                  </p:cNvPr>
                  <p:cNvSpPr/>
                  <p:nvPr/>
                </p:nvSpPr>
                <p:spPr>
                  <a:xfrm>
                    <a:off x="7019813" y="5648326"/>
                    <a:ext cx="371587" cy="338554"/>
                  </a:xfrm>
                  <a:custGeom>
                    <a:avLst/>
                    <a:gdLst>
                      <a:gd name="connsiteX0" fmla="*/ 122564 w 530578"/>
                      <a:gd name="connsiteY0" fmla="*/ 51426 h 483411"/>
                      <a:gd name="connsiteX1" fmla="*/ 122564 w 530578"/>
                      <a:gd name="connsiteY1" fmla="*/ 51426 h 483411"/>
                      <a:gd name="connsiteX2" fmla="*/ 13760 w 530578"/>
                      <a:gd name="connsiteY2" fmla="*/ 164565 h 483411"/>
                      <a:gd name="connsiteX3" fmla="*/ 159 w 530578"/>
                      <a:gd name="connsiteY3" fmla="*/ 215992 h 483411"/>
                      <a:gd name="connsiteX4" fmla="*/ 27360 w 530578"/>
                      <a:gd name="connsiteY4" fmla="*/ 411413 h 483411"/>
                      <a:gd name="connsiteX5" fmla="*/ 54561 w 530578"/>
                      <a:gd name="connsiteY5" fmla="*/ 452554 h 483411"/>
                      <a:gd name="connsiteX6" fmla="*/ 217767 w 530578"/>
                      <a:gd name="connsiteY6" fmla="*/ 483410 h 483411"/>
                      <a:gd name="connsiteX7" fmla="*/ 353771 w 530578"/>
                      <a:gd name="connsiteY7" fmla="*/ 473125 h 483411"/>
                      <a:gd name="connsiteX8" fmla="*/ 435374 w 530578"/>
                      <a:gd name="connsiteY8" fmla="*/ 411413 h 483411"/>
                      <a:gd name="connsiteX9" fmla="*/ 476176 w 530578"/>
                      <a:gd name="connsiteY9" fmla="*/ 401128 h 483411"/>
                      <a:gd name="connsiteX10" fmla="*/ 503377 w 530578"/>
                      <a:gd name="connsiteY10" fmla="*/ 370272 h 483411"/>
                      <a:gd name="connsiteX11" fmla="*/ 530578 w 530578"/>
                      <a:gd name="connsiteY11" fmla="*/ 298274 h 483411"/>
                      <a:gd name="connsiteX12" fmla="*/ 516977 w 530578"/>
                      <a:gd name="connsiteY12" fmla="*/ 71997 h 483411"/>
                      <a:gd name="connsiteX13" fmla="*/ 476176 w 530578"/>
                      <a:gd name="connsiteY13" fmla="*/ 51426 h 483411"/>
                      <a:gd name="connsiteX14" fmla="*/ 312970 w 530578"/>
                      <a:gd name="connsiteY14" fmla="*/ 0 h 483411"/>
                      <a:gd name="connsiteX15" fmla="*/ 217767 w 530578"/>
                      <a:gd name="connsiteY15" fmla="*/ 20570 h 483411"/>
                      <a:gd name="connsiteX16" fmla="*/ 122564 w 530578"/>
                      <a:gd name="connsiteY16" fmla="*/ 51426 h 483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578" h="483411" extrusionOk="0">
                        <a:moveTo>
                          <a:pt x="122564" y="51426"/>
                        </a:moveTo>
                        <a:lnTo>
                          <a:pt x="122564" y="51426"/>
                        </a:lnTo>
                        <a:cubicBezTo>
                          <a:pt x="93468" y="89054"/>
                          <a:pt x="40941" y="135940"/>
                          <a:pt x="13760" y="164565"/>
                        </a:cubicBezTo>
                        <a:cubicBezTo>
                          <a:pt x="2295" y="184473"/>
                          <a:pt x="-3259" y="195827"/>
                          <a:pt x="159" y="215992"/>
                        </a:cubicBezTo>
                        <a:cubicBezTo>
                          <a:pt x="4518" y="284625"/>
                          <a:pt x="4586" y="363791"/>
                          <a:pt x="27360" y="411413"/>
                        </a:cubicBezTo>
                        <a:cubicBezTo>
                          <a:pt x="31921" y="428479"/>
                          <a:pt x="40675" y="437410"/>
                          <a:pt x="54561" y="452554"/>
                        </a:cubicBezTo>
                        <a:cubicBezTo>
                          <a:pt x="93599" y="477772"/>
                          <a:pt x="182247" y="478793"/>
                          <a:pt x="217767" y="483410"/>
                        </a:cubicBezTo>
                        <a:cubicBezTo>
                          <a:pt x="257755" y="483594"/>
                          <a:pt x="301691" y="478485"/>
                          <a:pt x="353771" y="473125"/>
                        </a:cubicBezTo>
                        <a:cubicBezTo>
                          <a:pt x="434611" y="460389"/>
                          <a:pt x="374639" y="443281"/>
                          <a:pt x="435374" y="411413"/>
                        </a:cubicBezTo>
                        <a:cubicBezTo>
                          <a:pt x="444932" y="404334"/>
                          <a:pt x="463957" y="403709"/>
                          <a:pt x="476176" y="401128"/>
                        </a:cubicBezTo>
                        <a:cubicBezTo>
                          <a:pt x="485777" y="391245"/>
                          <a:pt x="497760" y="380855"/>
                          <a:pt x="503377" y="370272"/>
                        </a:cubicBezTo>
                        <a:cubicBezTo>
                          <a:pt x="515666" y="356687"/>
                          <a:pt x="526413" y="310109"/>
                          <a:pt x="530578" y="298274"/>
                        </a:cubicBezTo>
                        <a:cubicBezTo>
                          <a:pt x="546154" y="215531"/>
                          <a:pt x="544354" y="163019"/>
                          <a:pt x="516977" y="71997"/>
                        </a:cubicBezTo>
                        <a:cubicBezTo>
                          <a:pt x="517412" y="61019"/>
                          <a:pt x="493241" y="55583"/>
                          <a:pt x="476176" y="51426"/>
                        </a:cubicBezTo>
                        <a:cubicBezTo>
                          <a:pt x="419010" y="16911"/>
                          <a:pt x="367739" y="25218"/>
                          <a:pt x="312970" y="0"/>
                        </a:cubicBezTo>
                        <a:cubicBezTo>
                          <a:pt x="291326" y="9365"/>
                          <a:pt x="237387" y="5262"/>
                          <a:pt x="217767" y="20570"/>
                        </a:cubicBezTo>
                        <a:cubicBezTo>
                          <a:pt x="106751" y="41089"/>
                          <a:pt x="141753" y="48567"/>
                          <a:pt x="122564" y="51426"/>
                        </a:cubicBezTo>
                        <a:close/>
                      </a:path>
                    </a:pathLst>
                  </a:custGeom>
                  <a:noFill/>
                  <a:ln w="12700">
                    <a:solidFill>
                      <a:srgbClr val="FF0000"/>
                    </a:solidFill>
                    <a:prstDash val="dash"/>
                    <a:extLst>
                      <a:ext uri="{C807C97D-BFC1-408E-A445-0C87EB9F89A2}">
                        <ask:lineSketchStyleProps xmlns:ask="http://schemas.microsoft.com/office/drawing/2018/sketchyshapes" sd="4127548830">
                          <a:custGeom>
                            <a:avLst/>
                            <a:gdLst>
                              <a:gd name="connsiteX0" fmla="*/ 85837 w 371587"/>
                              <a:gd name="connsiteY0" fmla="*/ 47625 h 447675"/>
                              <a:gd name="connsiteX1" fmla="*/ 85837 w 371587"/>
                              <a:gd name="connsiteY1" fmla="*/ 47625 h 447675"/>
                              <a:gd name="connsiteX2" fmla="*/ 9637 w 371587"/>
                              <a:gd name="connsiteY2" fmla="*/ 152400 h 447675"/>
                              <a:gd name="connsiteX3" fmla="*/ 112 w 371587"/>
                              <a:gd name="connsiteY3" fmla="*/ 200025 h 447675"/>
                              <a:gd name="connsiteX4" fmla="*/ 19162 w 371587"/>
                              <a:gd name="connsiteY4" fmla="*/ 381000 h 447675"/>
                              <a:gd name="connsiteX5" fmla="*/ 38212 w 371587"/>
                              <a:gd name="connsiteY5" fmla="*/ 419100 h 447675"/>
                              <a:gd name="connsiteX6" fmla="*/ 152512 w 371587"/>
                              <a:gd name="connsiteY6" fmla="*/ 447675 h 447675"/>
                              <a:gd name="connsiteX7" fmla="*/ 247762 w 371587"/>
                              <a:gd name="connsiteY7" fmla="*/ 438150 h 447675"/>
                              <a:gd name="connsiteX8" fmla="*/ 304912 w 371587"/>
                              <a:gd name="connsiteY8" fmla="*/ 381000 h 447675"/>
                              <a:gd name="connsiteX9" fmla="*/ 333487 w 371587"/>
                              <a:gd name="connsiteY9" fmla="*/ 371475 h 447675"/>
                              <a:gd name="connsiteX10" fmla="*/ 352537 w 371587"/>
                              <a:gd name="connsiteY10" fmla="*/ 342900 h 447675"/>
                              <a:gd name="connsiteX11" fmla="*/ 371587 w 371587"/>
                              <a:gd name="connsiteY11" fmla="*/ 276225 h 447675"/>
                              <a:gd name="connsiteX12" fmla="*/ 362062 w 371587"/>
                              <a:gd name="connsiteY12" fmla="*/ 66675 h 447675"/>
                              <a:gd name="connsiteX13" fmla="*/ 333487 w 371587"/>
                              <a:gd name="connsiteY13" fmla="*/ 47625 h 447675"/>
                              <a:gd name="connsiteX14" fmla="*/ 219187 w 371587"/>
                              <a:gd name="connsiteY14" fmla="*/ 0 h 447675"/>
                              <a:gd name="connsiteX15" fmla="*/ 152512 w 371587"/>
                              <a:gd name="connsiteY15" fmla="*/ 19050 h 447675"/>
                              <a:gd name="connsiteX16" fmla="*/ 85837 w 371587"/>
                              <a:gd name="connsiteY16" fmla="*/ 47625 h 447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1587" h="447675">
                                <a:moveTo>
                                  <a:pt x="85837" y="47625"/>
                                </a:moveTo>
                                <a:lnTo>
                                  <a:pt x="85837" y="47625"/>
                                </a:lnTo>
                                <a:cubicBezTo>
                                  <a:pt x="60437" y="82550"/>
                                  <a:pt x="30809" y="114761"/>
                                  <a:pt x="9637" y="152400"/>
                                </a:cubicBezTo>
                                <a:cubicBezTo>
                                  <a:pt x="1700" y="166510"/>
                                  <a:pt x="-562" y="183850"/>
                                  <a:pt x="112" y="200025"/>
                                </a:cubicBezTo>
                                <a:cubicBezTo>
                                  <a:pt x="2637" y="260631"/>
                                  <a:pt x="8769" y="321239"/>
                                  <a:pt x="19162" y="381000"/>
                                </a:cubicBezTo>
                                <a:cubicBezTo>
                                  <a:pt x="21595" y="394989"/>
                                  <a:pt x="27431" y="409859"/>
                                  <a:pt x="38212" y="419100"/>
                                </a:cubicBezTo>
                                <a:cubicBezTo>
                                  <a:pt x="62861" y="440228"/>
                                  <a:pt x="126450" y="443952"/>
                                  <a:pt x="152512" y="447675"/>
                                </a:cubicBezTo>
                                <a:cubicBezTo>
                                  <a:pt x="184262" y="444500"/>
                                  <a:pt x="217081" y="446916"/>
                                  <a:pt x="247762" y="438150"/>
                                </a:cubicBezTo>
                                <a:cubicBezTo>
                                  <a:pt x="304935" y="421815"/>
                                  <a:pt x="269906" y="409005"/>
                                  <a:pt x="304912" y="381000"/>
                                </a:cubicBezTo>
                                <a:cubicBezTo>
                                  <a:pt x="312752" y="374728"/>
                                  <a:pt x="323962" y="374650"/>
                                  <a:pt x="333487" y="371475"/>
                                </a:cubicBezTo>
                                <a:cubicBezTo>
                                  <a:pt x="339837" y="361950"/>
                                  <a:pt x="347417" y="353139"/>
                                  <a:pt x="352537" y="342900"/>
                                </a:cubicBezTo>
                                <a:cubicBezTo>
                                  <a:pt x="359369" y="329235"/>
                                  <a:pt x="368535" y="288432"/>
                                  <a:pt x="371587" y="276225"/>
                                </a:cubicBezTo>
                                <a:cubicBezTo>
                                  <a:pt x="368412" y="206375"/>
                                  <a:pt x="373557" y="135646"/>
                                  <a:pt x="362062" y="66675"/>
                                </a:cubicBezTo>
                                <a:cubicBezTo>
                                  <a:pt x="360180" y="55383"/>
                                  <a:pt x="343426" y="53305"/>
                                  <a:pt x="333487" y="47625"/>
                                </a:cubicBezTo>
                                <a:cubicBezTo>
                                  <a:pt x="297395" y="27001"/>
                                  <a:pt x="258439" y="13084"/>
                                  <a:pt x="219187" y="0"/>
                                </a:cubicBezTo>
                                <a:lnTo>
                                  <a:pt x="152512" y="19050"/>
                                </a:lnTo>
                                <a:cubicBezTo>
                                  <a:pt x="78187" y="38870"/>
                                  <a:pt x="96949" y="42863"/>
                                  <a:pt x="85837" y="47625"/>
                                </a:cubicBezTo>
                                <a:close/>
                              </a:path>
                            </a:pathLst>
                          </a:cu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7" name="TextBox 126">
                    <a:extLst>
                      <a:ext uri="{FF2B5EF4-FFF2-40B4-BE49-F238E27FC236}">
                        <a16:creationId xmlns:a16="http://schemas.microsoft.com/office/drawing/2014/main" id="{16E7A747-6841-E19D-DD40-982289AE6CAD}"/>
                      </a:ext>
                    </a:extLst>
                  </p:cNvPr>
                  <p:cNvSpPr txBox="1"/>
                  <p:nvPr/>
                </p:nvSpPr>
                <p:spPr>
                  <a:xfrm>
                    <a:off x="6601072" y="5767546"/>
                    <a:ext cx="538929" cy="351378"/>
                  </a:xfrm>
                  <a:prstGeom prst="rect">
                    <a:avLst/>
                  </a:prstGeom>
                  <a:noFill/>
                </p:spPr>
                <p:txBody>
                  <a:bodyPr wrap="none" rtlCol="0">
                    <a:spAutoFit/>
                  </a:bodyPr>
                  <a:lstStyle/>
                  <a:p>
                    <a:pPr algn="ctr">
                      <a:lnSpc>
                        <a:spcPts val="1000"/>
                      </a:lnSpc>
                    </a:pPr>
                    <a:r>
                      <a:rPr lang="en-US" sz="900" spc="100" dirty="0">
                        <a:solidFill>
                          <a:srgbClr val="FF0000"/>
                        </a:solidFill>
                        <a:latin typeface="Ballpoint" pitchFamily="50" charset="0"/>
                      </a:rPr>
                      <a:t>Chilled</a:t>
                    </a:r>
                  </a:p>
                  <a:p>
                    <a:pPr algn="ctr">
                      <a:lnSpc>
                        <a:spcPts val="1000"/>
                      </a:lnSpc>
                    </a:pPr>
                    <a:r>
                      <a:rPr lang="en-US" sz="900" spc="100" dirty="0">
                        <a:solidFill>
                          <a:srgbClr val="FF0000"/>
                        </a:solidFill>
                        <a:latin typeface="Ballpoint" pitchFamily="50" charset="0"/>
                      </a:rPr>
                      <a:t>@5</a:t>
                    </a:r>
                    <a:r>
                      <a:rPr lang="en-US" sz="900" spc="100" baseline="30000" dirty="0">
                        <a:solidFill>
                          <a:srgbClr val="FF0000"/>
                        </a:solidFill>
                        <a:latin typeface="Ballpoint" pitchFamily="50" charset="0"/>
                      </a:rPr>
                      <a:t>o</a:t>
                    </a:r>
                    <a:r>
                      <a:rPr lang="en-US" sz="900" spc="100" dirty="0">
                        <a:solidFill>
                          <a:srgbClr val="FF0000"/>
                        </a:solidFill>
                        <a:latin typeface="Ballpoint" pitchFamily="50" charset="0"/>
                      </a:rPr>
                      <a:t>C</a:t>
                    </a:r>
                    <a:endParaRPr lang="en-IN" sz="900" spc="100" dirty="0">
                      <a:solidFill>
                        <a:srgbClr val="FF0000"/>
                      </a:solidFill>
                      <a:latin typeface="Ballpoint" pitchFamily="50" charset="0"/>
                    </a:endParaRPr>
                  </a:p>
                </p:txBody>
              </p:sp>
              <p:sp>
                <p:nvSpPr>
                  <p:cNvPr id="184" name="TextBox 183">
                    <a:extLst>
                      <a:ext uri="{FF2B5EF4-FFF2-40B4-BE49-F238E27FC236}">
                        <a16:creationId xmlns:a16="http://schemas.microsoft.com/office/drawing/2014/main" id="{F77E02AC-6FBB-FDD7-254F-F78D130C44C7}"/>
                      </a:ext>
                    </a:extLst>
                  </p:cNvPr>
                  <p:cNvSpPr txBox="1"/>
                  <p:nvPr/>
                </p:nvSpPr>
                <p:spPr>
                  <a:xfrm>
                    <a:off x="6937020" y="6293413"/>
                    <a:ext cx="661467" cy="158967"/>
                  </a:xfrm>
                  <a:prstGeom prst="rect">
                    <a:avLst/>
                  </a:prstGeom>
                  <a:noFill/>
                </p:spPr>
                <p:txBody>
                  <a:bodyPr wrap="none" rtlCol="0">
                    <a:spAutoFit/>
                  </a:bodyPr>
                  <a:lstStyle/>
                  <a:p>
                    <a:pPr algn="ctr">
                      <a:lnSpc>
                        <a:spcPts val="1000"/>
                      </a:lnSpc>
                    </a:pPr>
                    <a:r>
                      <a:rPr lang="en-US" sz="1000" spc="100" dirty="0">
                        <a:latin typeface="Ballpoint" pitchFamily="50" charset="0"/>
                      </a:rPr>
                      <a:t>Liq. collection</a:t>
                    </a:r>
                    <a:endParaRPr lang="en-IN" sz="1000" spc="100" dirty="0">
                      <a:latin typeface="Ballpoint" pitchFamily="50" charset="0"/>
                    </a:endParaRPr>
                  </a:p>
                </p:txBody>
              </p:sp>
            </p:grpSp>
            <p:cxnSp>
              <p:nvCxnSpPr>
                <p:cNvPr id="153" name="Connector: Curved 152">
                  <a:extLst>
                    <a:ext uri="{FF2B5EF4-FFF2-40B4-BE49-F238E27FC236}">
                      <a16:creationId xmlns:a16="http://schemas.microsoft.com/office/drawing/2014/main" id="{21CD528A-E245-C362-ED4B-91949238F3BB}"/>
                    </a:ext>
                  </a:extLst>
                </p:cNvPr>
                <p:cNvCxnSpPr>
                  <a:stCxn id="76" idx="2"/>
                </p:cNvCxnSpPr>
                <p:nvPr/>
              </p:nvCxnSpPr>
              <p:spPr>
                <a:xfrm rot="5400000">
                  <a:off x="7196567" y="2793645"/>
                  <a:ext cx="319331" cy="42093"/>
                </a:xfrm>
                <a:prstGeom prst="curvedConnector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156" name="Google Shape;506;p23">
                  <a:extLst>
                    <a:ext uri="{FF2B5EF4-FFF2-40B4-BE49-F238E27FC236}">
                      <a16:creationId xmlns:a16="http://schemas.microsoft.com/office/drawing/2014/main" id="{78BA536A-6464-467E-DD09-B67FA450F505}"/>
                    </a:ext>
                  </a:extLst>
                </p:cNvPr>
                <p:cNvGrpSpPr/>
                <p:nvPr/>
              </p:nvGrpSpPr>
              <p:grpSpPr>
                <a:xfrm rot="20196377">
                  <a:off x="7200486" y="2895374"/>
                  <a:ext cx="269399" cy="350782"/>
                  <a:chOff x="6151764" y="3887194"/>
                  <a:chExt cx="1009123" cy="1313971"/>
                </a:xfrm>
              </p:grpSpPr>
              <p:grpSp>
                <p:nvGrpSpPr>
                  <p:cNvPr id="157" name="Google Shape;507;p23">
                    <a:extLst>
                      <a:ext uri="{FF2B5EF4-FFF2-40B4-BE49-F238E27FC236}">
                        <a16:creationId xmlns:a16="http://schemas.microsoft.com/office/drawing/2014/main" id="{394ED2A5-8879-587A-A058-71C95F99A9D8}"/>
                      </a:ext>
                    </a:extLst>
                  </p:cNvPr>
                  <p:cNvGrpSpPr/>
                  <p:nvPr/>
                </p:nvGrpSpPr>
                <p:grpSpPr>
                  <a:xfrm>
                    <a:off x="6151764" y="3887194"/>
                    <a:ext cx="1009123" cy="1235674"/>
                    <a:chOff x="6151764" y="3887194"/>
                    <a:chExt cx="1009123" cy="1235674"/>
                  </a:xfrm>
                </p:grpSpPr>
                <p:sp>
                  <p:nvSpPr>
                    <p:cNvPr id="161" name="Google Shape;508;p23">
                      <a:extLst>
                        <a:ext uri="{FF2B5EF4-FFF2-40B4-BE49-F238E27FC236}">
                          <a16:creationId xmlns:a16="http://schemas.microsoft.com/office/drawing/2014/main" id="{358478A9-1E72-DA5A-7E82-240DCE90BD83}"/>
                        </a:ext>
                      </a:extLst>
                    </p:cNvPr>
                    <p:cNvSpPr/>
                    <p:nvPr/>
                  </p:nvSpPr>
                  <p:spPr>
                    <a:xfrm>
                      <a:off x="6268944" y="4616950"/>
                      <a:ext cx="769136" cy="427754"/>
                    </a:xfrm>
                    <a:custGeom>
                      <a:avLst/>
                      <a:gdLst/>
                      <a:ahLst/>
                      <a:cxnLst/>
                      <a:rect l="l" t="t" r="r" b="b"/>
                      <a:pathLst>
                        <a:path w="23242" h="12926" extrusionOk="0">
                          <a:moveTo>
                            <a:pt x="5836" y="1"/>
                          </a:moveTo>
                          <a:cubicBezTo>
                            <a:pt x="5564" y="1"/>
                            <a:pt x="5291" y="80"/>
                            <a:pt x="5020" y="261"/>
                          </a:cubicBezTo>
                          <a:cubicBezTo>
                            <a:pt x="3508" y="584"/>
                            <a:pt x="2128" y="1170"/>
                            <a:pt x="823" y="2111"/>
                          </a:cubicBezTo>
                          <a:cubicBezTo>
                            <a:pt x="248" y="2526"/>
                            <a:pt x="1" y="3626"/>
                            <a:pt x="823" y="3979"/>
                          </a:cubicBezTo>
                          <a:cubicBezTo>
                            <a:pt x="1047" y="4076"/>
                            <a:pt x="1248" y="4171"/>
                            <a:pt x="1439" y="4272"/>
                          </a:cubicBezTo>
                          <a:cubicBezTo>
                            <a:pt x="1511" y="4473"/>
                            <a:pt x="1647" y="4662"/>
                            <a:pt x="1862" y="4816"/>
                          </a:cubicBezTo>
                          <a:cubicBezTo>
                            <a:pt x="2156" y="5025"/>
                            <a:pt x="2312" y="5122"/>
                            <a:pt x="2528" y="5194"/>
                          </a:cubicBezTo>
                          <a:lnTo>
                            <a:pt x="4132" y="6102"/>
                          </a:lnTo>
                          <a:cubicBezTo>
                            <a:pt x="4139" y="6117"/>
                            <a:pt x="4145" y="6133"/>
                            <a:pt x="4153" y="6148"/>
                          </a:cubicBezTo>
                          <a:cubicBezTo>
                            <a:pt x="4701" y="7067"/>
                            <a:pt x="6029" y="7311"/>
                            <a:pt x="6954" y="7692"/>
                          </a:cubicBezTo>
                          <a:lnTo>
                            <a:pt x="11909" y="9743"/>
                          </a:lnTo>
                          <a:cubicBezTo>
                            <a:pt x="15066" y="11051"/>
                            <a:pt x="18201" y="12411"/>
                            <a:pt x="21606" y="12913"/>
                          </a:cubicBezTo>
                          <a:cubicBezTo>
                            <a:pt x="21663" y="12921"/>
                            <a:pt x="21721" y="12926"/>
                            <a:pt x="21781" y="12926"/>
                          </a:cubicBezTo>
                          <a:cubicBezTo>
                            <a:pt x="22468" y="12926"/>
                            <a:pt x="23241" y="12375"/>
                            <a:pt x="22938" y="11582"/>
                          </a:cubicBezTo>
                          <a:cubicBezTo>
                            <a:pt x="22396" y="10164"/>
                            <a:pt x="21993" y="8095"/>
                            <a:pt x="21024" y="6850"/>
                          </a:cubicBezTo>
                          <a:cubicBezTo>
                            <a:pt x="20993" y="6713"/>
                            <a:pt x="20952" y="6578"/>
                            <a:pt x="20899" y="6450"/>
                          </a:cubicBezTo>
                          <a:cubicBezTo>
                            <a:pt x="20695" y="5950"/>
                            <a:pt x="20248" y="5734"/>
                            <a:pt x="19812" y="5734"/>
                          </a:cubicBezTo>
                          <a:cubicBezTo>
                            <a:pt x="19659" y="5734"/>
                            <a:pt x="19507" y="5761"/>
                            <a:pt x="19368" y="5811"/>
                          </a:cubicBezTo>
                          <a:cubicBezTo>
                            <a:pt x="19238" y="5791"/>
                            <a:pt x="19103" y="5781"/>
                            <a:pt x="18962" y="5781"/>
                          </a:cubicBezTo>
                          <a:cubicBezTo>
                            <a:pt x="18729" y="5781"/>
                            <a:pt x="18480" y="5809"/>
                            <a:pt x="18212" y="5869"/>
                          </a:cubicBezTo>
                          <a:cubicBezTo>
                            <a:pt x="17343" y="6070"/>
                            <a:pt x="16458" y="6180"/>
                            <a:pt x="15566" y="6203"/>
                          </a:cubicBezTo>
                          <a:cubicBezTo>
                            <a:pt x="15242" y="6024"/>
                            <a:pt x="14954" y="5897"/>
                            <a:pt x="14828" y="5852"/>
                          </a:cubicBezTo>
                          <a:cubicBezTo>
                            <a:pt x="13246" y="5313"/>
                            <a:pt x="11770" y="5353"/>
                            <a:pt x="10399" y="4240"/>
                          </a:cubicBezTo>
                          <a:cubicBezTo>
                            <a:pt x="9653" y="3633"/>
                            <a:pt x="8558" y="1743"/>
                            <a:pt x="7348" y="702"/>
                          </a:cubicBezTo>
                          <a:cubicBezTo>
                            <a:pt x="7250" y="329"/>
                            <a:pt x="6969" y="34"/>
                            <a:pt x="6495" y="34"/>
                          </a:cubicBezTo>
                          <a:cubicBezTo>
                            <a:pt x="6451" y="34"/>
                            <a:pt x="6405" y="36"/>
                            <a:pt x="6357" y="42"/>
                          </a:cubicBezTo>
                          <a:cubicBezTo>
                            <a:pt x="6317" y="46"/>
                            <a:pt x="6279" y="52"/>
                            <a:pt x="6241" y="57"/>
                          </a:cubicBezTo>
                          <a:cubicBezTo>
                            <a:pt x="6106" y="20"/>
                            <a:pt x="5971" y="1"/>
                            <a:pt x="5836" y="1"/>
                          </a:cubicBez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509;p23">
                      <a:extLst>
                        <a:ext uri="{FF2B5EF4-FFF2-40B4-BE49-F238E27FC236}">
                          <a16:creationId xmlns:a16="http://schemas.microsoft.com/office/drawing/2014/main" id="{BAA8D733-A66F-8EB9-BC53-552DDDF5997D}"/>
                        </a:ext>
                      </a:extLst>
                    </p:cNvPr>
                    <p:cNvSpPr/>
                    <p:nvPr/>
                  </p:nvSpPr>
                  <p:spPr>
                    <a:xfrm>
                      <a:off x="6842073" y="4193896"/>
                      <a:ext cx="185550" cy="96994"/>
                    </a:xfrm>
                    <a:custGeom>
                      <a:avLst/>
                      <a:gdLst/>
                      <a:ahLst/>
                      <a:cxnLst/>
                      <a:rect l="l" t="t" r="r" b="b"/>
                      <a:pathLst>
                        <a:path w="5607" h="2931" extrusionOk="0">
                          <a:moveTo>
                            <a:pt x="293" y="0"/>
                          </a:moveTo>
                          <a:cubicBezTo>
                            <a:pt x="148" y="0"/>
                            <a:pt x="0" y="161"/>
                            <a:pt x="105" y="302"/>
                          </a:cubicBezTo>
                          <a:cubicBezTo>
                            <a:pt x="1312" y="1913"/>
                            <a:pt x="3179" y="2912"/>
                            <a:pt x="5207" y="2930"/>
                          </a:cubicBezTo>
                          <a:cubicBezTo>
                            <a:pt x="5209" y="2930"/>
                            <a:pt x="5210" y="2930"/>
                            <a:pt x="5212" y="2930"/>
                          </a:cubicBezTo>
                          <a:cubicBezTo>
                            <a:pt x="5607" y="2930"/>
                            <a:pt x="5596" y="2345"/>
                            <a:pt x="5207" y="2316"/>
                          </a:cubicBezTo>
                          <a:cubicBezTo>
                            <a:pt x="3332" y="2173"/>
                            <a:pt x="1720" y="1431"/>
                            <a:pt x="424" y="57"/>
                          </a:cubicBezTo>
                          <a:cubicBezTo>
                            <a:pt x="386" y="17"/>
                            <a:pt x="340" y="0"/>
                            <a:pt x="29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510;p23">
                      <a:extLst>
                        <a:ext uri="{FF2B5EF4-FFF2-40B4-BE49-F238E27FC236}">
                          <a16:creationId xmlns:a16="http://schemas.microsoft.com/office/drawing/2014/main" id="{B10052C3-3BE6-BD74-77FD-E3082C8CFD54}"/>
                        </a:ext>
                      </a:extLst>
                    </p:cNvPr>
                    <p:cNvSpPr/>
                    <p:nvPr/>
                  </p:nvSpPr>
                  <p:spPr>
                    <a:xfrm>
                      <a:off x="6151764" y="4124236"/>
                      <a:ext cx="1009123" cy="998632"/>
                    </a:xfrm>
                    <a:custGeom>
                      <a:avLst/>
                      <a:gdLst/>
                      <a:ahLst/>
                      <a:cxnLst/>
                      <a:rect l="l" t="t" r="r" b="b"/>
                      <a:pathLst>
                        <a:path w="30494" h="30177" extrusionOk="0">
                          <a:moveTo>
                            <a:pt x="20913" y="661"/>
                          </a:moveTo>
                          <a:cubicBezTo>
                            <a:pt x="23466" y="1350"/>
                            <a:pt x="30493" y="3243"/>
                            <a:pt x="27949" y="5730"/>
                          </a:cubicBezTo>
                          <a:cubicBezTo>
                            <a:pt x="27373" y="5991"/>
                            <a:pt x="26834" y="6082"/>
                            <a:pt x="26185" y="6082"/>
                          </a:cubicBezTo>
                          <a:cubicBezTo>
                            <a:pt x="26158" y="6082"/>
                            <a:pt x="26131" y="6081"/>
                            <a:pt x="26104" y="6081"/>
                          </a:cubicBezTo>
                          <a:cubicBezTo>
                            <a:pt x="26103" y="6081"/>
                            <a:pt x="26102" y="6081"/>
                            <a:pt x="26101" y="6081"/>
                          </a:cubicBezTo>
                          <a:cubicBezTo>
                            <a:pt x="25968" y="6081"/>
                            <a:pt x="25825" y="6182"/>
                            <a:pt x="25796" y="6315"/>
                          </a:cubicBezTo>
                          <a:cubicBezTo>
                            <a:pt x="25791" y="6335"/>
                            <a:pt x="25788" y="6354"/>
                            <a:pt x="25787" y="6374"/>
                          </a:cubicBezTo>
                          <a:cubicBezTo>
                            <a:pt x="25729" y="6378"/>
                            <a:pt x="25676" y="6404"/>
                            <a:pt x="25638" y="6447"/>
                          </a:cubicBezTo>
                          <a:cubicBezTo>
                            <a:pt x="23831" y="8467"/>
                            <a:pt x="22717" y="11105"/>
                            <a:pt x="22230" y="13753"/>
                          </a:cubicBezTo>
                          <a:cubicBezTo>
                            <a:pt x="22184" y="14001"/>
                            <a:pt x="22379" y="14165"/>
                            <a:pt x="22572" y="14182"/>
                          </a:cubicBezTo>
                          <a:cubicBezTo>
                            <a:pt x="23518" y="16375"/>
                            <a:pt x="24601" y="18508"/>
                            <a:pt x="25606" y="20674"/>
                          </a:cubicBezTo>
                          <a:cubicBezTo>
                            <a:pt x="26692" y="23017"/>
                            <a:pt x="28188" y="25508"/>
                            <a:pt x="28271" y="28136"/>
                          </a:cubicBezTo>
                          <a:cubicBezTo>
                            <a:pt x="28256" y="28159"/>
                            <a:pt x="28245" y="28183"/>
                            <a:pt x="28237" y="28209"/>
                          </a:cubicBezTo>
                          <a:cubicBezTo>
                            <a:pt x="28054" y="29117"/>
                            <a:pt x="27316" y="29418"/>
                            <a:pt x="26393" y="29418"/>
                          </a:cubicBezTo>
                          <a:cubicBezTo>
                            <a:pt x="24843" y="29418"/>
                            <a:pt x="22773" y="28568"/>
                            <a:pt x="21949" y="28324"/>
                          </a:cubicBezTo>
                          <a:cubicBezTo>
                            <a:pt x="20247" y="27819"/>
                            <a:pt x="18559" y="27266"/>
                            <a:pt x="16888" y="26664"/>
                          </a:cubicBezTo>
                          <a:cubicBezTo>
                            <a:pt x="13370" y="25404"/>
                            <a:pt x="9903" y="23955"/>
                            <a:pt x="6570" y="22258"/>
                          </a:cubicBezTo>
                          <a:cubicBezTo>
                            <a:pt x="4873" y="21392"/>
                            <a:pt x="1805" y="19839"/>
                            <a:pt x="2406" y="17406"/>
                          </a:cubicBezTo>
                          <a:cubicBezTo>
                            <a:pt x="2851" y="15598"/>
                            <a:pt x="5097" y="14839"/>
                            <a:pt x="6640" y="14316"/>
                          </a:cubicBezTo>
                          <a:cubicBezTo>
                            <a:pt x="10082" y="13152"/>
                            <a:pt x="13591" y="12596"/>
                            <a:pt x="17142" y="11913"/>
                          </a:cubicBezTo>
                          <a:cubicBezTo>
                            <a:pt x="17277" y="11887"/>
                            <a:pt x="17342" y="11782"/>
                            <a:pt x="17351" y="11668"/>
                          </a:cubicBezTo>
                          <a:cubicBezTo>
                            <a:pt x="17360" y="11658"/>
                            <a:pt x="17369" y="11645"/>
                            <a:pt x="17377" y="11633"/>
                          </a:cubicBezTo>
                          <a:cubicBezTo>
                            <a:pt x="18470" y="9343"/>
                            <a:pt x="19709" y="7064"/>
                            <a:pt x="20572" y="4675"/>
                          </a:cubicBezTo>
                          <a:cubicBezTo>
                            <a:pt x="20616" y="4553"/>
                            <a:pt x="20553" y="4458"/>
                            <a:pt x="20460" y="4410"/>
                          </a:cubicBezTo>
                          <a:cubicBezTo>
                            <a:pt x="20569" y="4323"/>
                            <a:pt x="20615" y="4168"/>
                            <a:pt x="20480" y="4053"/>
                          </a:cubicBezTo>
                          <a:cubicBezTo>
                            <a:pt x="19901" y="3560"/>
                            <a:pt x="19247" y="2978"/>
                            <a:pt x="19186" y="2159"/>
                          </a:cubicBezTo>
                          <a:cubicBezTo>
                            <a:pt x="19121" y="1278"/>
                            <a:pt x="19809" y="697"/>
                            <a:pt x="20617" y="697"/>
                          </a:cubicBezTo>
                          <a:cubicBezTo>
                            <a:pt x="20666" y="697"/>
                            <a:pt x="20716" y="699"/>
                            <a:pt x="20766" y="704"/>
                          </a:cubicBezTo>
                          <a:cubicBezTo>
                            <a:pt x="20772" y="704"/>
                            <a:pt x="20778" y="705"/>
                            <a:pt x="20784" y="705"/>
                          </a:cubicBezTo>
                          <a:cubicBezTo>
                            <a:pt x="20830" y="705"/>
                            <a:pt x="20875" y="689"/>
                            <a:pt x="20913" y="661"/>
                          </a:cubicBezTo>
                          <a:close/>
                          <a:moveTo>
                            <a:pt x="20320" y="0"/>
                          </a:moveTo>
                          <a:cubicBezTo>
                            <a:pt x="20248" y="0"/>
                            <a:pt x="20179" y="31"/>
                            <a:pt x="20132" y="88"/>
                          </a:cubicBezTo>
                          <a:cubicBezTo>
                            <a:pt x="19409" y="180"/>
                            <a:pt x="18771" y="832"/>
                            <a:pt x="18590" y="1557"/>
                          </a:cubicBezTo>
                          <a:cubicBezTo>
                            <a:pt x="18294" y="2736"/>
                            <a:pt x="19156" y="3934"/>
                            <a:pt x="20169" y="4448"/>
                          </a:cubicBezTo>
                          <a:cubicBezTo>
                            <a:pt x="20154" y="4461"/>
                            <a:pt x="20141" y="4474"/>
                            <a:pt x="20131" y="4490"/>
                          </a:cubicBezTo>
                          <a:cubicBezTo>
                            <a:pt x="18824" y="6637"/>
                            <a:pt x="17838" y="9006"/>
                            <a:pt x="16752" y="11269"/>
                          </a:cubicBezTo>
                          <a:cubicBezTo>
                            <a:pt x="16741" y="11295"/>
                            <a:pt x="16735" y="11322"/>
                            <a:pt x="16730" y="11351"/>
                          </a:cubicBezTo>
                          <a:cubicBezTo>
                            <a:pt x="14237" y="11498"/>
                            <a:pt x="11747" y="12050"/>
                            <a:pt x="9344" y="12698"/>
                          </a:cubicBezTo>
                          <a:cubicBezTo>
                            <a:pt x="7327" y="13240"/>
                            <a:pt x="5038" y="13770"/>
                            <a:pt x="3315" y="15018"/>
                          </a:cubicBezTo>
                          <a:cubicBezTo>
                            <a:pt x="1" y="17416"/>
                            <a:pt x="2407" y="20740"/>
                            <a:pt x="5162" y="22288"/>
                          </a:cubicBezTo>
                          <a:cubicBezTo>
                            <a:pt x="9564" y="24763"/>
                            <a:pt x="14424" y="26664"/>
                            <a:pt x="19213" y="28237"/>
                          </a:cubicBezTo>
                          <a:cubicBezTo>
                            <a:pt x="21383" y="28949"/>
                            <a:pt x="23835" y="29978"/>
                            <a:pt x="26124" y="30162"/>
                          </a:cubicBezTo>
                          <a:cubicBezTo>
                            <a:pt x="26240" y="30172"/>
                            <a:pt x="26355" y="30176"/>
                            <a:pt x="26468" y="30176"/>
                          </a:cubicBezTo>
                          <a:cubicBezTo>
                            <a:pt x="27690" y="30176"/>
                            <a:pt x="28701" y="29620"/>
                            <a:pt x="28874" y="28298"/>
                          </a:cubicBezTo>
                          <a:cubicBezTo>
                            <a:pt x="28874" y="28283"/>
                            <a:pt x="28873" y="28268"/>
                            <a:pt x="28870" y="28252"/>
                          </a:cubicBezTo>
                          <a:cubicBezTo>
                            <a:pt x="29211" y="26036"/>
                            <a:pt x="27842" y="23835"/>
                            <a:pt x="26958" y="21881"/>
                          </a:cubicBezTo>
                          <a:cubicBezTo>
                            <a:pt x="25729" y="19153"/>
                            <a:pt x="24499" y="16393"/>
                            <a:pt x="22993" y="13805"/>
                          </a:cubicBezTo>
                          <a:cubicBezTo>
                            <a:pt x="22979" y="13785"/>
                            <a:pt x="22964" y="13768"/>
                            <a:pt x="22947" y="13751"/>
                          </a:cubicBezTo>
                          <a:cubicBezTo>
                            <a:pt x="23514" y="11172"/>
                            <a:pt x="24604" y="8970"/>
                            <a:pt x="26046" y="6761"/>
                          </a:cubicBezTo>
                          <a:cubicBezTo>
                            <a:pt x="26052" y="6747"/>
                            <a:pt x="26058" y="6732"/>
                            <a:pt x="26062" y="6717"/>
                          </a:cubicBezTo>
                          <a:cubicBezTo>
                            <a:pt x="26247" y="6752"/>
                            <a:pt x="26437" y="6769"/>
                            <a:pt x="26630" y="6769"/>
                          </a:cubicBezTo>
                          <a:cubicBezTo>
                            <a:pt x="27296" y="6769"/>
                            <a:pt x="27985" y="6564"/>
                            <a:pt x="28516" y="6196"/>
                          </a:cubicBezTo>
                          <a:cubicBezTo>
                            <a:pt x="28648" y="6104"/>
                            <a:pt x="28688" y="5972"/>
                            <a:pt x="28665" y="5853"/>
                          </a:cubicBezTo>
                          <a:cubicBezTo>
                            <a:pt x="29501" y="4984"/>
                            <a:pt x="29098" y="3537"/>
                            <a:pt x="28199" y="2744"/>
                          </a:cubicBezTo>
                          <a:cubicBezTo>
                            <a:pt x="26234" y="1010"/>
                            <a:pt x="22845" y="472"/>
                            <a:pt x="20371" y="5"/>
                          </a:cubicBezTo>
                          <a:cubicBezTo>
                            <a:pt x="20354" y="2"/>
                            <a:pt x="20337" y="0"/>
                            <a:pt x="2032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511;p23">
                      <a:extLst>
                        <a:ext uri="{FF2B5EF4-FFF2-40B4-BE49-F238E27FC236}">
                          <a16:creationId xmlns:a16="http://schemas.microsoft.com/office/drawing/2014/main" id="{720B0B5C-E76E-3FB0-CDDB-1E221DB6BC81}"/>
                        </a:ext>
                      </a:extLst>
                    </p:cNvPr>
                    <p:cNvSpPr/>
                    <p:nvPr/>
                  </p:nvSpPr>
                  <p:spPr>
                    <a:xfrm>
                      <a:off x="6248791" y="4604540"/>
                      <a:ext cx="800077" cy="458497"/>
                    </a:xfrm>
                    <a:custGeom>
                      <a:avLst/>
                      <a:gdLst/>
                      <a:ahLst/>
                      <a:cxnLst/>
                      <a:rect l="l" t="t" r="r" b="b"/>
                      <a:pathLst>
                        <a:path w="24177" h="13855" extrusionOk="0">
                          <a:moveTo>
                            <a:pt x="6688" y="1"/>
                          </a:moveTo>
                          <a:cubicBezTo>
                            <a:pt x="6683" y="1"/>
                            <a:pt x="6678" y="1"/>
                            <a:pt x="6672" y="2"/>
                          </a:cubicBezTo>
                          <a:cubicBezTo>
                            <a:pt x="4874" y="130"/>
                            <a:pt x="2805" y="671"/>
                            <a:pt x="1348" y="1786"/>
                          </a:cubicBezTo>
                          <a:cubicBezTo>
                            <a:pt x="501" y="2432"/>
                            <a:pt x="0" y="3801"/>
                            <a:pt x="1118" y="4446"/>
                          </a:cubicBezTo>
                          <a:cubicBezTo>
                            <a:pt x="2284" y="6008"/>
                            <a:pt x="4182" y="6874"/>
                            <a:pt x="5900" y="7733"/>
                          </a:cubicBezTo>
                          <a:cubicBezTo>
                            <a:pt x="8234" y="8902"/>
                            <a:pt x="10616" y="9969"/>
                            <a:pt x="13045" y="10937"/>
                          </a:cubicBezTo>
                          <a:cubicBezTo>
                            <a:pt x="15616" y="11959"/>
                            <a:pt x="18297" y="13040"/>
                            <a:pt x="20995" y="13677"/>
                          </a:cubicBezTo>
                          <a:cubicBezTo>
                            <a:pt x="21416" y="13776"/>
                            <a:pt x="21860" y="13855"/>
                            <a:pt x="22280" y="13855"/>
                          </a:cubicBezTo>
                          <a:cubicBezTo>
                            <a:pt x="23022" y="13855"/>
                            <a:pt x="23687" y="13609"/>
                            <a:pt x="24010" y="12789"/>
                          </a:cubicBezTo>
                          <a:cubicBezTo>
                            <a:pt x="24062" y="12656"/>
                            <a:pt x="24013" y="12551"/>
                            <a:pt x="23924" y="12489"/>
                          </a:cubicBezTo>
                          <a:cubicBezTo>
                            <a:pt x="24177" y="11833"/>
                            <a:pt x="24031" y="11158"/>
                            <a:pt x="23699" y="10479"/>
                          </a:cubicBezTo>
                          <a:cubicBezTo>
                            <a:pt x="22976" y="9001"/>
                            <a:pt x="22207" y="7627"/>
                            <a:pt x="21674" y="6056"/>
                          </a:cubicBezTo>
                          <a:cubicBezTo>
                            <a:pt x="21614" y="5877"/>
                            <a:pt x="21466" y="5803"/>
                            <a:pt x="21318" y="5803"/>
                          </a:cubicBezTo>
                          <a:cubicBezTo>
                            <a:pt x="21293" y="5803"/>
                            <a:pt x="21267" y="5805"/>
                            <a:pt x="21242" y="5809"/>
                          </a:cubicBezTo>
                          <a:cubicBezTo>
                            <a:pt x="21182" y="5694"/>
                            <a:pt x="21069" y="5602"/>
                            <a:pt x="20917" y="5602"/>
                          </a:cubicBezTo>
                          <a:cubicBezTo>
                            <a:pt x="20894" y="5602"/>
                            <a:pt x="20870" y="5604"/>
                            <a:pt x="20845" y="5609"/>
                          </a:cubicBezTo>
                          <a:cubicBezTo>
                            <a:pt x="19366" y="5876"/>
                            <a:pt x="17814" y="6136"/>
                            <a:pt x="16286" y="6136"/>
                          </a:cubicBezTo>
                          <a:cubicBezTo>
                            <a:pt x="14713" y="6136"/>
                            <a:pt x="13167" y="5860"/>
                            <a:pt x="11755" y="5034"/>
                          </a:cubicBezTo>
                          <a:cubicBezTo>
                            <a:pt x="10527" y="4318"/>
                            <a:pt x="9738" y="3339"/>
                            <a:pt x="9024" y="2127"/>
                          </a:cubicBezTo>
                          <a:cubicBezTo>
                            <a:pt x="8525" y="1277"/>
                            <a:pt x="8106" y="608"/>
                            <a:pt x="7282" y="55"/>
                          </a:cubicBezTo>
                          <a:cubicBezTo>
                            <a:pt x="7243" y="29"/>
                            <a:pt x="7202" y="18"/>
                            <a:pt x="7163" y="18"/>
                          </a:cubicBezTo>
                          <a:cubicBezTo>
                            <a:pt x="6971" y="18"/>
                            <a:pt x="6809" y="289"/>
                            <a:pt x="6984" y="441"/>
                          </a:cubicBezTo>
                          <a:cubicBezTo>
                            <a:pt x="8078" y="1392"/>
                            <a:pt x="8438" y="2789"/>
                            <a:pt x="9311" y="3906"/>
                          </a:cubicBezTo>
                          <a:cubicBezTo>
                            <a:pt x="10107" y="4926"/>
                            <a:pt x="11199" y="5668"/>
                            <a:pt x="12388" y="6159"/>
                          </a:cubicBezTo>
                          <a:cubicBezTo>
                            <a:pt x="13685" y="6692"/>
                            <a:pt x="15062" y="6899"/>
                            <a:pt x="16451" y="6899"/>
                          </a:cubicBezTo>
                          <a:cubicBezTo>
                            <a:pt x="17975" y="6899"/>
                            <a:pt x="19514" y="6650"/>
                            <a:pt x="20979" y="6312"/>
                          </a:cubicBezTo>
                          <a:cubicBezTo>
                            <a:pt x="21296" y="7287"/>
                            <a:pt x="21686" y="8237"/>
                            <a:pt x="22146" y="9154"/>
                          </a:cubicBezTo>
                          <a:cubicBezTo>
                            <a:pt x="22703" y="10259"/>
                            <a:pt x="23757" y="11438"/>
                            <a:pt x="23271" y="12741"/>
                          </a:cubicBezTo>
                          <a:cubicBezTo>
                            <a:pt x="23268" y="12749"/>
                            <a:pt x="23270" y="12754"/>
                            <a:pt x="23268" y="12760"/>
                          </a:cubicBezTo>
                          <a:cubicBezTo>
                            <a:pt x="22975" y="13021"/>
                            <a:pt x="22555" y="13125"/>
                            <a:pt x="22069" y="13125"/>
                          </a:cubicBezTo>
                          <a:cubicBezTo>
                            <a:pt x="20505" y="13125"/>
                            <a:pt x="18255" y="12056"/>
                            <a:pt x="17343" y="11744"/>
                          </a:cubicBezTo>
                          <a:cubicBezTo>
                            <a:pt x="15433" y="11089"/>
                            <a:pt x="13546" y="10373"/>
                            <a:pt x="11680" y="9597"/>
                          </a:cubicBezTo>
                          <a:cubicBezTo>
                            <a:pt x="8102" y="8111"/>
                            <a:pt x="3898" y="6584"/>
                            <a:pt x="1146" y="3752"/>
                          </a:cubicBezTo>
                          <a:cubicBezTo>
                            <a:pt x="248" y="2049"/>
                            <a:pt x="5802" y="625"/>
                            <a:pt x="6732" y="437"/>
                          </a:cubicBezTo>
                          <a:cubicBezTo>
                            <a:pt x="6968" y="389"/>
                            <a:pt x="6925" y="1"/>
                            <a:pt x="668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512;p23">
                      <a:extLst>
                        <a:ext uri="{FF2B5EF4-FFF2-40B4-BE49-F238E27FC236}">
                          <a16:creationId xmlns:a16="http://schemas.microsoft.com/office/drawing/2014/main" id="{97055006-F468-89CB-198E-1A21BDD5220C}"/>
                        </a:ext>
                      </a:extLst>
                    </p:cNvPr>
                    <p:cNvSpPr/>
                    <p:nvPr/>
                  </p:nvSpPr>
                  <p:spPr>
                    <a:xfrm>
                      <a:off x="6738990" y="4680091"/>
                      <a:ext cx="94777" cy="84254"/>
                    </a:xfrm>
                    <a:custGeom>
                      <a:avLst/>
                      <a:gdLst/>
                      <a:ahLst/>
                      <a:cxnLst/>
                      <a:rect l="l" t="t" r="r" b="b"/>
                      <a:pathLst>
                        <a:path w="2864" h="2546" extrusionOk="0">
                          <a:moveTo>
                            <a:pt x="1280" y="572"/>
                          </a:moveTo>
                          <a:cubicBezTo>
                            <a:pt x="1669" y="635"/>
                            <a:pt x="2090" y="753"/>
                            <a:pt x="2216" y="1166"/>
                          </a:cubicBezTo>
                          <a:cubicBezTo>
                            <a:pt x="2364" y="1661"/>
                            <a:pt x="1814" y="1955"/>
                            <a:pt x="1398" y="1964"/>
                          </a:cubicBezTo>
                          <a:cubicBezTo>
                            <a:pt x="1389" y="1964"/>
                            <a:pt x="1380" y="1964"/>
                            <a:pt x="1371" y="1964"/>
                          </a:cubicBezTo>
                          <a:cubicBezTo>
                            <a:pt x="1032" y="1964"/>
                            <a:pt x="630" y="1794"/>
                            <a:pt x="569" y="1425"/>
                          </a:cubicBezTo>
                          <a:cubicBezTo>
                            <a:pt x="502" y="1019"/>
                            <a:pt x="785" y="756"/>
                            <a:pt x="1148" y="681"/>
                          </a:cubicBezTo>
                          <a:cubicBezTo>
                            <a:pt x="1208" y="668"/>
                            <a:pt x="1257" y="629"/>
                            <a:pt x="1280" y="572"/>
                          </a:cubicBezTo>
                          <a:close/>
                          <a:moveTo>
                            <a:pt x="1176" y="1"/>
                          </a:moveTo>
                          <a:cubicBezTo>
                            <a:pt x="1152" y="1"/>
                            <a:pt x="1129" y="1"/>
                            <a:pt x="1105" y="2"/>
                          </a:cubicBezTo>
                          <a:cubicBezTo>
                            <a:pt x="961" y="8"/>
                            <a:pt x="865" y="132"/>
                            <a:pt x="843" y="259"/>
                          </a:cubicBezTo>
                          <a:cubicBezTo>
                            <a:pt x="358" y="336"/>
                            <a:pt x="1" y="883"/>
                            <a:pt x="1" y="1365"/>
                          </a:cubicBezTo>
                          <a:cubicBezTo>
                            <a:pt x="2" y="2082"/>
                            <a:pt x="684" y="2528"/>
                            <a:pt x="1343" y="2545"/>
                          </a:cubicBezTo>
                          <a:cubicBezTo>
                            <a:pt x="1355" y="2545"/>
                            <a:pt x="1367" y="2545"/>
                            <a:pt x="1379" y="2545"/>
                          </a:cubicBezTo>
                          <a:cubicBezTo>
                            <a:pt x="2039" y="2545"/>
                            <a:pt x="2794" y="2104"/>
                            <a:pt x="2825" y="1387"/>
                          </a:cubicBezTo>
                          <a:cubicBezTo>
                            <a:pt x="2864" y="496"/>
                            <a:pt x="1967" y="1"/>
                            <a:pt x="117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513;p23">
                      <a:extLst>
                        <a:ext uri="{FF2B5EF4-FFF2-40B4-BE49-F238E27FC236}">
                          <a16:creationId xmlns:a16="http://schemas.microsoft.com/office/drawing/2014/main" id="{F0CF01CC-8EAA-020C-B37D-1FC89829AEE3}"/>
                        </a:ext>
                      </a:extLst>
                    </p:cNvPr>
                    <p:cNvSpPr/>
                    <p:nvPr/>
                  </p:nvSpPr>
                  <p:spPr>
                    <a:xfrm>
                      <a:off x="6721815" y="4540804"/>
                      <a:ext cx="93817" cy="77999"/>
                    </a:xfrm>
                    <a:custGeom>
                      <a:avLst/>
                      <a:gdLst/>
                      <a:ahLst/>
                      <a:cxnLst/>
                      <a:rect l="l" t="t" r="r" b="b"/>
                      <a:pathLst>
                        <a:path w="2835" h="2357" extrusionOk="0">
                          <a:moveTo>
                            <a:pt x="1503" y="510"/>
                          </a:moveTo>
                          <a:cubicBezTo>
                            <a:pt x="1749" y="510"/>
                            <a:pt x="1990" y="652"/>
                            <a:pt x="2061" y="920"/>
                          </a:cubicBezTo>
                          <a:cubicBezTo>
                            <a:pt x="2176" y="1353"/>
                            <a:pt x="1810" y="1804"/>
                            <a:pt x="1382" y="1854"/>
                          </a:cubicBezTo>
                          <a:cubicBezTo>
                            <a:pt x="1354" y="1857"/>
                            <a:pt x="1324" y="1859"/>
                            <a:pt x="1295" y="1859"/>
                          </a:cubicBezTo>
                          <a:cubicBezTo>
                            <a:pt x="967" y="1859"/>
                            <a:pt x="603" y="1659"/>
                            <a:pt x="520" y="1329"/>
                          </a:cubicBezTo>
                          <a:cubicBezTo>
                            <a:pt x="448" y="1039"/>
                            <a:pt x="578" y="785"/>
                            <a:pt x="788" y="621"/>
                          </a:cubicBezTo>
                          <a:cubicBezTo>
                            <a:pt x="833" y="667"/>
                            <a:pt x="895" y="696"/>
                            <a:pt x="963" y="696"/>
                          </a:cubicBezTo>
                          <a:cubicBezTo>
                            <a:pt x="1016" y="696"/>
                            <a:pt x="1073" y="678"/>
                            <a:pt x="1126" y="636"/>
                          </a:cubicBezTo>
                          <a:cubicBezTo>
                            <a:pt x="1236" y="552"/>
                            <a:pt x="1371" y="510"/>
                            <a:pt x="1503" y="510"/>
                          </a:cubicBezTo>
                          <a:close/>
                          <a:moveTo>
                            <a:pt x="1482" y="1"/>
                          </a:moveTo>
                          <a:cubicBezTo>
                            <a:pt x="1298" y="1"/>
                            <a:pt x="1117" y="48"/>
                            <a:pt x="964" y="151"/>
                          </a:cubicBezTo>
                          <a:cubicBezTo>
                            <a:pt x="407" y="209"/>
                            <a:pt x="1" y="797"/>
                            <a:pt x="67" y="1358"/>
                          </a:cubicBezTo>
                          <a:cubicBezTo>
                            <a:pt x="139" y="1971"/>
                            <a:pt x="743" y="2356"/>
                            <a:pt x="1330" y="2356"/>
                          </a:cubicBezTo>
                          <a:cubicBezTo>
                            <a:pt x="1434" y="2356"/>
                            <a:pt x="1537" y="2344"/>
                            <a:pt x="1636" y="2320"/>
                          </a:cubicBezTo>
                          <a:cubicBezTo>
                            <a:pt x="2349" y="2142"/>
                            <a:pt x="2834" y="1254"/>
                            <a:pt x="2479" y="575"/>
                          </a:cubicBezTo>
                          <a:cubicBezTo>
                            <a:pt x="2295" y="222"/>
                            <a:pt x="1881" y="1"/>
                            <a:pt x="148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514;p23">
                      <a:extLst>
                        <a:ext uri="{FF2B5EF4-FFF2-40B4-BE49-F238E27FC236}">
                          <a16:creationId xmlns:a16="http://schemas.microsoft.com/office/drawing/2014/main" id="{571F6AF2-4544-301C-3430-7AFA93742D6B}"/>
                        </a:ext>
                      </a:extLst>
                    </p:cNvPr>
                    <p:cNvSpPr/>
                    <p:nvPr/>
                  </p:nvSpPr>
                  <p:spPr>
                    <a:xfrm>
                      <a:off x="6838367" y="4387487"/>
                      <a:ext cx="70652" cy="67211"/>
                    </a:xfrm>
                    <a:custGeom>
                      <a:avLst/>
                      <a:gdLst/>
                      <a:ahLst/>
                      <a:cxnLst/>
                      <a:rect l="l" t="t" r="r" b="b"/>
                      <a:pathLst>
                        <a:path w="2135" h="2031" extrusionOk="0">
                          <a:moveTo>
                            <a:pt x="807" y="423"/>
                          </a:moveTo>
                          <a:cubicBezTo>
                            <a:pt x="831" y="453"/>
                            <a:pt x="864" y="476"/>
                            <a:pt x="899" y="488"/>
                          </a:cubicBezTo>
                          <a:cubicBezTo>
                            <a:pt x="1050" y="543"/>
                            <a:pt x="1196" y="520"/>
                            <a:pt x="1332" y="626"/>
                          </a:cubicBezTo>
                          <a:cubicBezTo>
                            <a:pt x="1459" y="727"/>
                            <a:pt x="1547" y="869"/>
                            <a:pt x="1574" y="1030"/>
                          </a:cubicBezTo>
                          <a:cubicBezTo>
                            <a:pt x="1625" y="1357"/>
                            <a:pt x="1336" y="1556"/>
                            <a:pt x="1040" y="1556"/>
                          </a:cubicBezTo>
                          <a:cubicBezTo>
                            <a:pt x="1031" y="1556"/>
                            <a:pt x="1023" y="1556"/>
                            <a:pt x="1014" y="1555"/>
                          </a:cubicBezTo>
                          <a:cubicBezTo>
                            <a:pt x="687" y="1542"/>
                            <a:pt x="427" y="1315"/>
                            <a:pt x="462" y="972"/>
                          </a:cubicBezTo>
                          <a:cubicBezTo>
                            <a:pt x="490" y="710"/>
                            <a:pt x="625" y="549"/>
                            <a:pt x="807" y="423"/>
                          </a:cubicBezTo>
                          <a:close/>
                          <a:moveTo>
                            <a:pt x="924" y="1"/>
                          </a:moveTo>
                          <a:cubicBezTo>
                            <a:pt x="422" y="1"/>
                            <a:pt x="28" y="572"/>
                            <a:pt x="15" y="1039"/>
                          </a:cubicBezTo>
                          <a:cubicBezTo>
                            <a:pt x="0" y="1612"/>
                            <a:pt x="489" y="2031"/>
                            <a:pt x="1041" y="2031"/>
                          </a:cubicBezTo>
                          <a:cubicBezTo>
                            <a:pt x="1053" y="2031"/>
                            <a:pt x="1065" y="2031"/>
                            <a:pt x="1077" y="2030"/>
                          </a:cubicBezTo>
                          <a:cubicBezTo>
                            <a:pt x="1649" y="2012"/>
                            <a:pt x="2135" y="1563"/>
                            <a:pt x="2049" y="967"/>
                          </a:cubicBezTo>
                          <a:cubicBezTo>
                            <a:pt x="1995" y="585"/>
                            <a:pt x="1573" y="25"/>
                            <a:pt x="1134" y="25"/>
                          </a:cubicBezTo>
                          <a:cubicBezTo>
                            <a:pt x="1113" y="25"/>
                            <a:pt x="1093" y="26"/>
                            <a:pt x="1072" y="28"/>
                          </a:cubicBezTo>
                          <a:cubicBezTo>
                            <a:pt x="1061" y="24"/>
                            <a:pt x="1055" y="15"/>
                            <a:pt x="1043" y="11"/>
                          </a:cubicBezTo>
                          <a:cubicBezTo>
                            <a:pt x="1003" y="4"/>
                            <a:pt x="963" y="1"/>
                            <a:pt x="92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515;p23">
                      <a:extLst>
                        <a:ext uri="{FF2B5EF4-FFF2-40B4-BE49-F238E27FC236}">
                          <a16:creationId xmlns:a16="http://schemas.microsoft.com/office/drawing/2014/main" id="{DBF1ECF7-6758-30F1-DD3D-05CB88ED3596}"/>
                        </a:ext>
                      </a:extLst>
                    </p:cNvPr>
                    <p:cNvSpPr/>
                    <p:nvPr/>
                  </p:nvSpPr>
                  <p:spPr>
                    <a:xfrm>
                      <a:off x="7021633" y="4067482"/>
                      <a:ext cx="85842" cy="78231"/>
                    </a:xfrm>
                    <a:custGeom>
                      <a:avLst/>
                      <a:gdLst/>
                      <a:ahLst/>
                      <a:cxnLst/>
                      <a:rect l="l" t="t" r="r" b="b"/>
                      <a:pathLst>
                        <a:path w="2594" h="2364" extrusionOk="0">
                          <a:moveTo>
                            <a:pt x="1571" y="478"/>
                          </a:moveTo>
                          <a:cubicBezTo>
                            <a:pt x="1827" y="639"/>
                            <a:pt x="2011" y="901"/>
                            <a:pt x="2017" y="1219"/>
                          </a:cubicBezTo>
                          <a:cubicBezTo>
                            <a:pt x="2024" y="1592"/>
                            <a:pt x="1737" y="1832"/>
                            <a:pt x="1385" y="1832"/>
                          </a:cubicBezTo>
                          <a:cubicBezTo>
                            <a:pt x="1369" y="1832"/>
                            <a:pt x="1353" y="1832"/>
                            <a:pt x="1337" y="1831"/>
                          </a:cubicBezTo>
                          <a:cubicBezTo>
                            <a:pt x="976" y="1809"/>
                            <a:pt x="610" y="1550"/>
                            <a:pt x="685" y="1147"/>
                          </a:cubicBezTo>
                          <a:cubicBezTo>
                            <a:pt x="764" y="729"/>
                            <a:pt x="1181" y="518"/>
                            <a:pt x="1571" y="478"/>
                          </a:cubicBezTo>
                          <a:close/>
                          <a:moveTo>
                            <a:pt x="1469" y="0"/>
                          </a:moveTo>
                          <a:cubicBezTo>
                            <a:pt x="1461" y="0"/>
                            <a:pt x="1453" y="0"/>
                            <a:pt x="1446" y="0"/>
                          </a:cubicBezTo>
                          <a:cubicBezTo>
                            <a:pt x="1444" y="0"/>
                            <a:pt x="1443" y="0"/>
                            <a:pt x="1441" y="0"/>
                          </a:cubicBezTo>
                          <a:cubicBezTo>
                            <a:pt x="1380" y="0"/>
                            <a:pt x="1324" y="31"/>
                            <a:pt x="1290" y="82"/>
                          </a:cubicBezTo>
                          <a:cubicBezTo>
                            <a:pt x="1278" y="81"/>
                            <a:pt x="1267" y="81"/>
                            <a:pt x="1255" y="81"/>
                          </a:cubicBezTo>
                          <a:cubicBezTo>
                            <a:pt x="772" y="81"/>
                            <a:pt x="293" y="519"/>
                            <a:pt x="170" y="1007"/>
                          </a:cubicBezTo>
                          <a:cubicBezTo>
                            <a:pt x="0" y="1688"/>
                            <a:pt x="544" y="2262"/>
                            <a:pt x="1193" y="2351"/>
                          </a:cubicBezTo>
                          <a:cubicBezTo>
                            <a:pt x="1253" y="2360"/>
                            <a:pt x="1313" y="2364"/>
                            <a:pt x="1373" y="2364"/>
                          </a:cubicBezTo>
                          <a:cubicBezTo>
                            <a:pt x="1951" y="2364"/>
                            <a:pt x="2472" y="1979"/>
                            <a:pt x="2533" y="1367"/>
                          </a:cubicBezTo>
                          <a:cubicBezTo>
                            <a:pt x="2594" y="744"/>
                            <a:pt x="2148" y="0"/>
                            <a:pt x="146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516;p23">
                      <a:extLst>
                        <a:ext uri="{FF2B5EF4-FFF2-40B4-BE49-F238E27FC236}">
                          <a16:creationId xmlns:a16="http://schemas.microsoft.com/office/drawing/2014/main" id="{89F047FF-7C6A-CD8C-FBF5-DF64D9EB6A06}"/>
                        </a:ext>
                      </a:extLst>
                    </p:cNvPr>
                    <p:cNvSpPr/>
                    <p:nvPr/>
                  </p:nvSpPr>
                  <p:spPr>
                    <a:xfrm>
                      <a:off x="6945686" y="3887194"/>
                      <a:ext cx="132767" cy="126149"/>
                    </a:xfrm>
                    <a:custGeom>
                      <a:avLst/>
                      <a:gdLst/>
                      <a:ahLst/>
                      <a:cxnLst/>
                      <a:rect l="l" t="t" r="r" b="b"/>
                      <a:pathLst>
                        <a:path w="4012" h="3812" extrusionOk="0">
                          <a:moveTo>
                            <a:pt x="2176" y="547"/>
                          </a:moveTo>
                          <a:cubicBezTo>
                            <a:pt x="2764" y="658"/>
                            <a:pt x="3265" y="1073"/>
                            <a:pt x="3333" y="1736"/>
                          </a:cubicBezTo>
                          <a:cubicBezTo>
                            <a:pt x="3409" y="2471"/>
                            <a:pt x="2931" y="3168"/>
                            <a:pt x="2189" y="3277"/>
                          </a:cubicBezTo>
                          <a:cubicBezTo>
                            <a:pt x="2115" y="3287"/>
                            <a:pt x="2041" y="3293"/>
                            <a:pt x="1969" y="3293"/>
                          </a:cubicBezTo>
                          <a:cubicBezTo>
                            <a:pt x="1316" y="3293"/>
                            <a:pt x="728" y="2871"/>
                            <a:pt x="589" y="2203"/>
                          </a:cubicBezTo>
                          <a:cubicBezTo>
                            <a:pt x="434" y="1448"/>
                            <a:pt x="945" y="551"/>
                            <a:pt x="1729" y="551"/>
                          </a:cubicBezTo>
                          <a:cubicBezTo>
                            <a:pt x="1827" y="551"/>
                            <a:pt x="1928" y="565"/>
                            <a:pt x="2033" y="595"/>
                          </a:cubicBezTo>
                          <a:cubicBezTo>
                            <a:pt x="2046" y="599"/>
                            <a:pt x="2059" y="601"/>
                            <a:pt x="2072" y="601"/>
                          </a:cubicBezTo>
                          <a:cubicBezTo>
                            <a:pt x="2112" y="601"/>
                            <a:pt x="2151" y="582"/>
                            <a:pt x="2176" y="547"/>
                          </a:cubicBezTo>
                          <a:close/>
                          <a:moveTo>
                            <a:pt x="1956" y="0"/>
                          </a:moveTo>
                          <a:cubicBezTo>
                            <a:pt x="1773" y="0"/>
                            <a:pt x="1587" y="27"/>
                            <a:pt x="1405" y="83"/>
                          </a:cubicBezTo>
                          <a:cubicBezTo>
                            <a:pt x="1349" y="98"/>
                            <a:pt x="1301" y="134"/>
                            <a:pt x="1270" y="183"/>
                          </a:cubicBezTo>
                          <a:cubicBezTo>
                            <a:pt x="627" y="359"/>
                            <a:pt x="116" y="1132"/>
                            <a:pt x="73" y="1800"/>
                          </a:cubicBezTo>
                          <a:cubicBezTo>
                            <a:pt x="1" y="2923"/>
                            <a:pt x="883" y="3811"/>
                            <a:pt x="1988" y="3811"/>
                          </a:cubicBezTo>
                          <a:cubicBezTo>
                            <a:pt x="2014" y="3811"/>
                            <a:pt x="2041" y="3811"/>
                            <a:pt x="2068" y="3810"/>
                          </a:cubicBezTo>
                          <a:cubicBezTo>
                            <a:pt x="3214" y="3765"/>
                            <a:pt x="4012" y="2695"/>
                            <a:pt x="3843" y="1581"/>
                          </a:cubicBezTo>
                          <a:cubicBezTo>
                            <a:pt x="3702" y="644"/>
                            <a:pt x="2856" y="0"/>
                            <a:pt x="195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 name="Google Shape;517;p23">
                    <a:extLst>
                      <a:ext uri="{FF2B5EF4-FFF2-40B4-BE49-F238E27FC236}">
                        <a16:creationId xmlns:a16="http://schemas.microsoft.com/office/drawing/2014/main" id="{2F9D6212-F54B-E8BE-5C54-A9398C37558D}"/>
                      </a:ext>
                    </a:extLst>
                  </p:cNvPr>
                  <p:cNvGrpSpPr/>
                  <p:nvPr/>
                </p:nvGrpSpPr>
                <p:grpSpPr>
                  <a:xfrm>
                    <a:off x="6648515" y="5156391"/>
                    <a:ext cx="174596" cy="44774"/>
                    <a:chOff x="6648515" y="5156391"/>
                    <a:chExt cx="174596" cy="44774"/>
                  </a:xfrm>
                </p:grpSpPr>
                <p:sp>
                  <p:nvSpPr>
                    <p:cNvPr id="159" name="Google Shape;518;p23">
                      <a:extLst>
                        <a:ext uri="{FF2B5EF4-FFF2-40B4-BE49-F238E27FC236}">
                          <a16:creationId xmlns:a16="http://schemas.microsoft.com/office/drawing/2014/main" id="{56562948-9F1A-1F08-AE9F-D28BE85F9169}"/>
                        </a:ext>
                      </a:extLst>
                    </p:cNvPr>
                    <p:cNvSpPr/>
                    <p:nvPr/>
                  </p:nvSpPr>
                  <p:spPr>
                    <a:xfrm>
                      <a:off x="6648515" y="5156556"/>
                      <a:ext cx="117875" cy="44609"/>
                    </a:xfrm>
                    <a:custGeom>
                      <a:avLst/>
                      <a:gdLst/>
                      <a:ahLst/>
                      <a:cxnLst/>
                      <a:rect l="l" t="t" r="r" b="b"/>
                      <a:pathLst>
                        <a:path w="3562" h="1348" extrusionOk="0">
                          <a:moveTo>
                            <a:pt x="178" y="1"/>
                          </a:moveTo>
                          <a:cubicBezTo>
                            <a:pt x="70" y="1"/>
                            <a:pt x="1" y="168"/>
                            <a:pt x="114" y="245"/>
                          </a:cubicBezTo>
                          <a:cubicBezTo>
                            <a:pt x="1087" y="909"/>
                            <a:pt x="2176" y="1275"/>
                            <a:pt x="3351" y="1347"/>
                          </a:cubicBezTo>
                          <a:cubicBezTo>
                            <a:pt x="3354" y="1348"/>
                            <a:pt x="3358" y="1348"/>
                            <a:pt x="3362" y="1348"/>
                          </a:cubicBezTo>
                          <a:cubicBezTo>
                            <a:pt x="3562" y="1348"/>
                            <a:pt x="3560" y="1024"/>
                            <a:pt x="3349" y="1015"/>
                          </a:cubicBezTo>
                          <a:cubicBezTo>
                            <a:pt x="2223" y="971"/>
                            <a:pt x="1190" y="637"/>
                            <a:pt x="246" y="23"/>
                          </a:cubicBezTo>
                          <a:cubicBezTo>
                            <a:pt x="223" y="7"/>
                            <a:pt x="200" y="1"/>
                            <a:pt x="17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519;p23">
                      <a:extLst>
                        <a:ext uri="{FF2B5EF4-FFF2-40B4-BE49-F238E27FC236}">
                          <a16:creationId xmlns:a16="http://schemas.microsoft.com/office/drawing/2014/main" id="{C8B5491B-ED50-E583-E088-38D99CA48EFD}"/>
                        </a:ext>
                      </a:extLst>
                    </p:cNvPr>
                    <p:cNvSpPr/>
                    <p:nvPr/>
                  </p:nvSpPr>
                  <p:spPr>
                    <a:xfrm>
                      <a:off x="6713178" y="5156391"/>
                      <a:ext cx="109933" cy="37262"/>
                    </a:xfrm>
                    <a:custGeom>
                      <a:avLst/>
                      <a:gdLst/>
                      <a:ahLst/>
                      <a:cxnLst/>
                      <a:rect l="l" t="t" r="r" b="b"/>
                      <a:pathLst>
                        <a:path w="3322" h="1126" extrusionOk="0">
                          <a:moveTo>
                            <a:pt x="173" y="1"/>
                          </a:moveTo>
                          <a:cubicBezTo>
                            <a:pt x="43" y="1"/>
                            <a:pt x="0" y="207"/>
                            <a:pt x="142" y="250"/>
                          </a:cubicBezTo>
                          <a:cubicBezTo>
                            <a:pt x="1113" y="541"/>
                            <a:pt x="2087" y="821"/>
                            <a:pt x="3055" y="1118"/>
                          </a:cubicBezTo>
                          <a:cubicBezTo>
                            <a:pt x="3073" y="1123"/>
                            <a:pt x="3089" y="1126"/>
                            <a:pt x="3104" y="1126"/>
                          </a:cubicBezTo>
                          <a:cubicBezTo>
                            <a:pt x="3264" y="1126"/>
                            <a:pt x="3321" y="859"/>
                            <a:pt x="3140" y="810"/>
                          </a:cubicBezTo>
                          <a:cubicBezTo>
                            <a:pt x="2161" y="550"/>
                            <a:pt x="1187" y="273"/>
                            <a:pt x="210" y="6"/>
                          </a:cubicBezTo>
                          <a:cubicBezTo>
                            <a:pt x="197" y="3"/>
                            <a:pt x="185" y="1"/>
                            <a:pt x="17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mc:AlternateContent xmlns:mc="http://schemas.openxmlformats.org/markup-compatibility/2006">
              <mc:Choice xmlns:p14="http://schemas.microsoft.com/office/powerpoint/2010/main" Requires="p14">
                <p:contentPart p14:bwMode="auto" r:id="rId51">
                  <p14:nvContentPartPr>
                    <p14:cNvPr id="180" name="Ink 179">
                      <a:extLst>
                        <a:ext uri="{FF2B5EF4-FFF2-40B4-BE49-F238E27FC236}">
                          <a16:creationId xmlns:a16="http://schemas.microsoft.com/office/drawing/2014/main" id="{908BF345-92ED-61E9-9172-B1C3EA197FE6}"/>
                        </a:ext>
                      </a:extLst>
                    </p14:cNvPr>
                    <p14:cNvContentPartPr/>
                    <p14:nvPr/>
                  </p14:nvContentPartPr>
                  <p14:xfrm>
                    <a:off x="7381448" y="2884185"/>
                    <a:ext cx="252000" cy="54720"/>
                  </p14:xfrm>
                </p:contentPart>
              </mc:Choice>
              <mc:Fallback>
                <p:pic>
                  <p:nvPicPr>
                    <p:cNvPr id="180" name="Ink 179">
                      <a:extLst>
                        <a:ext uri="{FF2B5EF4-FFF2-40B4-BE49-F238E27FC236}">
                          <a16:creationId xmlns:a16="http://schemas.microsoft.com/office/drawing/2014/main" id="{908BF345-92ED-61E9-9172-B1C3EA197FE6}"/>
                        </a:ext>
                      </a:extLst>
                    </p:cNvPr>
                    <p:cNvPicPr/>
                    <p:nvPr/>
                  </p:nvPicPr>
                  <p:blipFill>
                    <a:blip r:embed="rId52"/>
                    <a:stretch>
                      <a:fillRect/>
                    </a:stretch>
                  </p:blipFill>
                  <p:spPr>
                    <a:xfrm>
                      <a:off x="7375328" y="2878065"/>
                      <a:ext cx="264240" cy="6696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183" name="Ink 182">
                      <a:extLst>
                        <a:ext uri="{FF2B5EF4-FFF2-40B4-BE49-F238E27FC236}">
                          <a16:creationId xmlns:a16="http://schemas.microsoft.com/office/drawing/2014/main" id="{FE1787CE-18FB-C8F0-011B-1AE95AD1E08A}"/>
                        </a:ext>
                      </a:extLst>
                    </p14:cNvPr>
                    <p14:cNvContentPartPr/>
                    <p14:nvPr/>
                  </p14:nvContentPartPr>
                  <p14:xfrm>
                    <a:off x="7600688" y="2857185"/>
                    <a:ext cx="40320" cy="79560"/>
                  </p14:xfrm>
                </p:contentPart>
              </mc:Choice>
              <mc:Fallback>
                <p:pic>
                  <p:nvPicPr>
                    <p:cNvPr id="183" name="Ink 182">
                      <a:extLst>
                        <a:ext uri="{FF2B5EF4-FFF2-40B4-BE49-F238E27FC236}">
                          <a16:creationId xmlns:a16="http://schemas.microsoft.com/office/drawing/2014/main" id="{FE1787CE-18FB-C8F0-011B-1AE95AD1E08A}"/>
                        </a:ext>
                      </a:extLst>
                    </p:cNvPr>
                    <p:cNvPicPr/>
                    <p:nvPr/>
                  </p:nvPicPr>
                  <p:blipFill>
                    <a:blip r:embed="rId54"/>
                    <a:stretch>
                      <a:fillRect/>
                    </a:stretch>
                  </p:blipFill>
                  <p:spPr>
                    <a:xfrm>
                      <a:off x="7594568" y="2851065"/>
                      <a:ext cx="52560" cy="918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5">
                <p14:nvContentPartPr>
                  <p14:cNvPr id="186" name="Ink 185">
                    <a:extLst>
                      <a:ext uri="{FF2B5EF4-FFF2-40B4-BE49-F238E27FC236}">
                        <a16:creationId xmlns:a16="http://schemas.microsoft.com/office/drawing/2014/main" id="{E4408628-2013-9B14-A750-508CBC14D8C7}"/>
                      </a:ext>
                    </a:extLst>
                  </p14:cNvPr>
                  <p14:cNvContentPartPr/>
                  <p14:nvPr/>
                </p14:nvContentPartPr>
                <p14:xfrm>
                  <a:off x="7667460" y="2171340"/>
                  <a:ext cx="40680" cy="66960"/>
                </p14:xfrm>
              </p:contentPart>
            </mc:Choice>
            <mc:Fallback>
              <p:pic>
                <p:nvPicPr>
                  <p:cNvPr id="186" name="Ink 185">
                    <a:extLst>
                      <a:ext uri="{FF2B5EF4-FFF2-40B4-BE49-F238E27FC236}">
                        <a16:creationId xmlns:a16="http://schemas.microsoft.com/office/drawing/2014/main" id="{E4408628-2013-9B14-A750-508CBC14D8C7}"/>
                      </a:ext>
                    </a:extLst>
                  </p:cNvPr>
                  <p:cNvPicPr/>
                  <p:nvPr/>
                </p:nvPicPr>
                <p:blipFill>
                  <a:blip r:embed="rId56"/>
                  <a:stretch>
                    <a:fillRect/>
                  </a:stretch>
                </p:blipFill>
                <p:spPr>
                  <a:xfrm>
                    <a:off x="7661340" y="2165220"/>
                    <a:ext cx="52920" cy="79200"/>
                  </a:xfrm>
                  <a:prstGeom prst="rect">
                    <a:avLst/>
                  </a:prstGeom>
                </p:spPr>
              </p:pic>
            </mc:Fallback>
          </mc:AlternateContent>
          <p:grpSp>
            <p:nvGrpSpPr>
              <p:cNvPr id="191" name="Group 190">
                <a:extLst>
                  <a:ext uri="{FF2B5EF4-FFF2-40B4-BE49-F238E27FC236}">
                    <a16:creationId xmlns:a16="http://schemas.microsoft.com/office/drawing/2014/main" id="{4095AEC8-5DFC-ADD5-E27B-867C0C5D4902}"/>
                  </a:ext>
                </a:extLst>
              </p:cNvPr>
              <p:cNvGrpSpPr/>
              <p:nvPr/>
            </p:nvGrpSpPr>
            <p:grpSpPr>
              <a:xfrm>
                <a:off x="7628220" y="2145420"/>
                <a:ext cx="163440" cy="92880"/>
                <a:chOff x="7628220" y="2145420"/>
                <a:chExt cx="163440" cy="92880"/>
              </a:xfrm>
            </p:grpSpPr>
            <mc:AlternateContent xmlns:mc="http://schemas.openxmlformats.org/markup-compatibility/2006">
              <mc:Choice xmlns:p14="http://schemas.microsoft.com/office/powerpoint/2010/main" Requires="p14">
                <p:contentPart p14:bwMode="auto" r:id="rId57">
                  <p14:nvContentPartPr>
                    <p14:cNvPr id="187" name="Ink 186">
                      <a:extLst>
                        <a:ext uri="{FF2B5EF4-FFF2-40B4-BE49-F238E27FC236}">
                          <a16:creationId xmlns:a16="http://schemas.microsoft.com/office/drawing/2014/main" id="{3B4966F3-5562-2D0A-C0BB-AD4DA368194B}"/>
                        </a:ext>
                      </a:extLst>
                    </p14:cNvPr>
                    <p14:cNvContentPartPr/>
                    <p14:nvPr/>
                  </p14:nvContentPartPr>
                  <p14:xfrm>
                    <a:off x="7743420" y="2173860"/>
                    <a:ext cx="38520" cy="55080"/>
                  </p14:xfrm>
                </p:contentPart>
              </mc:Choice>
              <mc:Fallback>
                <p:pic>
                  <p:nvPicPr>
                    <p:cNvPr id="187" name="Ink 186">
                      <a:extLst>
                        <a:ext uri="{FF2B5EF4-FFF2-40B4-BE49-F238E27FC236}">
                          <a16:creationId xmlns:a16="http://schemas.microsoft.com/office/drawing/2014/main" id="{3B4966F3-5562-2D0A-C0BB-AD4DA368194B}"/>
                        </a:ext>
                      </a:extLst>
                    </p:cNvPr>
                    <p:cNvPicPr/>
                    <p:nvPr/>
                  </p:nvPicPr>
                  <p:blipFill>
                    <a:blip r:embed="rId58"/>
                    <a:stretch>
                      <a:fillRect/>
                    </a:stretch>
                  </p:blipFill>
                  <p:spPr>
                    <a:xfrm>
                      <a:off x="7737300" y="2167740"/>
                      <a:ext cx="50760" cy="6732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188" name="Ink 187">
                      <a:extLst>
                        <a:ext uri="{FF2B5EF4-FFF2-40B4-BE49-F238E27FC236}">
                          <a16:creationId xmlns:a16="http://schemas.microsoft.com/office/drawing/2014/main" id="{3C4E7CB8-D9D4-A289-84CA-08F6A580F79F}"/>
                        </a:ext>
                      </a:extLst>
                    </p14:cNvPr>
                    <p14:cNvContentPartPr/>
                    <p14:nvPr/>
                  </p14:nvContentPartPr>
                  <p14:xfrm>
                    <a:off x="7774020" y="2181060"/>
                    <a:ext cx="17640" cy="360"/>
                  </p14:xfrm>
                </p:contentPart>
              </mc:Choice>
              <mc:Fallback>
                <p:pic>
                  <p:nvPicPr>
                    <p:cNvPr id="188" name="Ink 187">
                      <a:extLst>
                        <a:ext uri="{FF2B5EF4-FFF2-40B4-BE49-F238E27FC236}">
                          <a16:creationId xmlns:a16="http://schemas.microsoft.com/office/drawing/2014/main" id="{3C4E7CB8-D9D4-A289-84CA-08F6A580F79F}"/>
                        </a:ext>
                      </a:extLst>
                    </p:cNvPr>
                    <p:cNvPicPr/>
                    <p:nvPr/>
                  </p:nvPicPr>
                  <p:blipFill>
                    <a:blip r:embed="rId60"/>
                    <a:stretch>
                      <a:fillRect/>
                    </a:stretch>
                  </p:blipFill>
                  <p:spPr>
                    <a:xfrm>
                      <a:off x="7767900" y="2174940"/>
                      <a:ext cx="2988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190" name="Ink 189">
                      <a:extLst>
                        <a:ext uri="{FF2B5EF4-FFF2-40B4-BE49-F238E27FC236}">
                          <a16:creationId xmlns:a16="http://schemas.microsoft.com/office/drawing/2014/main" id="{74D9BB58-C881-ACD1-A2AC-AB207DA98136}"/>
                        </a:ext>
                      </a:extLst>
                    </p14:cNvPr>
                    <p14:cNvContentPartPr/>
                    <p14:nvPr/>
                  </p14:nvContentPartPr>
                  <p14:xfrm>
                    <a:off x="7628220" y="2145420"/>
                    <a:ext cx="77400" cy="92880"/>
                  </p14:xfrm>
                </p:contentPart>
              </mc:Choice>
              <mc:Fallback>
                <p:pic>
                  <p:nvPicPr>
                    <p:cNvPr id="190" name="Ink 189">
                      <a:extLst>
                        <a:ext uri="{FF2B5EF4-FFF2-40B4-BE49-F238E27FC236}">
                          <a16:creationId xmlns:a16="http://schemas.microsoft.com/office/drawing/2014/main" id="{74D9BB58-C881-ACD1-A2AC-AB207DA98136}"/>
                        </a:ext>
                      </a:extLst>
                    </p:cNvPr>
                    <p:cNvPicPr/>
                    <p:nvPr/>
                  </p:nvPicPr>
                  <p:blipFill>
                    <a:blip r:embed="rId62"/>
                    <a:stretch>
                      <a:fillRect/>
                    </a:stretch>
                  </p:blipFill>
                  <p:spPr>
                    <a:xfrm>
                      <a:off x="7622100" y="2139300"/>
                      <a:ext cx="89640" cy="105120"/>
                    </a:xfrm>
                    <a:prstGeom prst="rect">
                      <a:avLst/>
                    </a:prstGeom>
                  </p:spPr>
                </p:pic>
              </mc:Fallback>
            </mc:AlternateContent>
          </p:grpSp>
        </p:grpSp>
        <p:grpSp>
          <p:nvGrpSpPr>
            <p:cNvPr id="1206" name="Group 1205">
              <a:extLst>
                <a:ext uri="{FF2B5EF4-FFF2-40B4-BE49-F238E27FC236}">
                  <a16:creationId xmlns:a16="http://schemas.microsoft.com/office/drawing/2014/main" id="{2BB938EE-6075-22FB-B507-3A83C1742385}"/>
                </a:ext>
              </a:extLst>
            </p:cNvPr>
            <p:cNvGrpSpPr/>
            <p:nvPr/>
          </p:nvGrpSpPr>
          <p:grpSpPr>
            <a:xfrm>
              <a:off x="6606422" y="2627411"/>
              <a:ext cx="1386918" cy="246221"/>
              <a:chOff x="7993340" y="3008364"/>
              <a:chExt cx="1386918" cy="246221"/>
            </a:xfrm>
          </p:grpSpPr>
          <mc:AlternateContent xmlns:mc="http://schemas.openxmlformats.org/markup-compatibility/2006">
            <mc:Choice xmlns:p14="http://schemas.microsoft.com/office/powerpoint/2010/main" Requires="p14">
              <p:contentPart p14:bwMode="auto" r:id="rId63">
                <p14:nvContentPartPr>
                  <p14:cNvPr id="241" name="Ink 240">
                    <a:extLst>
                      <a:ext uri="{FF2B5EF4-FFF2-40B4-BE49-F238E27FC236}">
                        <a16:creationId xmlns:a16="http://schemas.microsoft.com/office/drawing/2014/main" id="{F01306C0-763F-8F44-7721-962EF7EE54D4}"/>
                      </a:ext>
                    </a:extLst>
                  </p14:cNvPr>
                  <p14:cNvContentPartPr/>
                  <p14:nvPr/>
                </p14:nvContentPartPr>
                <p14:xfrm>
                  <a:off x="8057340" y="3038235"/>
                  <a:ext cx="27360" cy="170640"/>
                </p14:xfrm>
              </p:contentPart>
            </mc:Choice>
            <mc:Fallback>
              <p:pic>
                <p:nvPicPr>
                  <p:cNvPr id="241" name="Ink 240">
                    <a:extLst>
                      <a:ext uri="{FF2B5EF4-FFF2-40B4-BE49-F238E27FC236}">
                        <a16:creationId xmlns:a16="http://schemas.microsoft.com/office/drawing/2014/main" id="{F01306C0-763F-8F44-7721-962EF7EE54D4}"/>
                      </a:ext>
                    </a:extLst>
                  </p:cNvPr>
                  <p:cNvPicPr/>
                  <p:nvPr/>
                </p:nvPicPr>
                <p:blipFill>
                  <a:blip r:embed="rId64"/>
                  <a:stretch>
                    <a:fillRect/>
                  </a:stretch>
                </p:blipFill>
                <p:spPr>
                  <a:xfrm>
                    <a:off x="8053020" y="3033915"/>
                    <a:ext cx="36000" cy="179280"/>
                  </a:xfrm>
                  <a:prstGeom prst="rect">
                    <a:avLst/>
                  </a:prstGeom>
                </p:spPr>
              </p:pic>
            </mc:Fallback>
          </mc:AlternateContent>
          <p:sp>
            <p:nvSpPr>
              <p:cNvPr id="242" name="TextBox 241">
                <a:extLst>
                  <a:ext uri="{FF2B5EF4-FFF2-40B4-BE49-F238E27FC236}">
                    <a16:creationId xmlns:a16="http://schemas.microsoft.com/office/drawing/2014/main" id="{49A6C361-1A00-07DC-B50E-F732BAAD23AF}"/>
                  </a:ext>
                </a:extLst>
              </p:cNvPr>
              <p:cNvSpPr txBox="1"/>
              <p:nvPr/>
            </p:nvSpPr>
            <p:spPr>
              <a:xfrm>
                <a:off x="7993340" y="3008364"/>
                <a:ext cx="1386918" cy="246221"/>
              </a:xfrm>
              <a:prstGeom prst="rect">
                <a:avLst/>
              </a:prstGeom>
              <a:noFill/>
            </p:spPr>
            <p:txBody>
              <a:bodyPr wrap="none" rtlCol="0">
                <a:spAutoFit/>
              </a:bodyPr>
              <a:lstStyle/>
              <a:p>
                <a:r>
                  <a:rPr lang="en-US" sz="1000" dirty="0">
                    <a:solidFill>
                      <a:srgbClr val="FF0000"/>
                    </a:solidFill>
                    <a:latin typeface="Dreaming Outloud Pro" panose="020F0502020204030204" pitchFamily="66" charset="0"/>
                    <a:cs typeface="Dreaming Outloud Pro" panose="020F0502020204030204" pitchFamily="66" charset="0"/>
                  </a:rPr>
                  <a:t>Blower suction applied</a:t>
                </a:r>
                <a:endParaRPr lang="en-IN" sz="1000" dirty="0">
                  <a:solidFill>
                    <a:srgbClr val="FF0000"/>
                  </a:solidFill>
                  <a:latin typeface="Dreaming Outloud Pro" panose="020F0502020204030204" pitchFamily="66" charset="0"/>
                  <a:cs typeface="Dreaming Outloud Pro" panose="020F0502020204030204" pitchFamily="66" charset="0"/>
                </a:endParaRPr>
              </a:p>
            </p:txBody>
          </p:sp>
          <mc:AlternateContent xmlns:mc="http://schemas.openxmlformats.org/markup-compatibility/2006">
            <mc:Choice xmlns:p14="http://schemas.microsoft.com/office/powerpoint/2010/main" Requires="p14">
              <p:contentPart p14:bwMode="auto" r:id="rId65">
                <p14:nvContentPartPr>
                  <p14:cNvPr id="245" name="Ink 244">
                    <a:extLst>
                      <a:ext uri="{FF2B5EF4-FFF2-40B4-BE49-F238E27FC236}">
                        <a16:creationId xmlns:a16="http://schemas.microsoft.com/office/drawing/2014/main" id="{16E42858-19CC-ACEE-B2F9-FE1DEC6F04AA}"/>
                      </a:ext>
                    </a:extLst>
                  </p14:cNvPr>
                  <p14:cNvContentPartPr/>
                  <p14:nvPr/>
                </p14:nvContentPartPr>
                <p14:xfrm>
                  <a:off x="9296100" y="3028500"/>
                  <a:ext cx="19800" cy="207000"/>
                </p14:xfrm>
              </p:contentPart>
            </mc:Choice>
            <mc:Fallback>
              <p:pic>
                <p:nvPicPr>
                  <p:cNvPr id="245" name="Ink 244">
                    <a:extLst>
                      <a:ext uri="{FF2B5EF4-FFF2-40B4-BE49-F238E27FC236}">
                        <a16:creationId xmlns:a16="http://schemas.microsoft.com/office/drawing/2014/main" id="{16E42858-19CC-ACEE-B2F9-FE1DEC6F04AA}"/>
                      </a:ext>
                    </a:extLst>
                  </p:cNvPr>
                  <p:cNvPicPr/>
                  <p:nvPr/>
                </p:nvPicPr>
                <p:blipFill>
                  <a:blip r:embed="rId66"/>
                  <a:stretch>
                    <a:fillRect/>
                  </a:stretch>
                </p:blipFill>
                <p:spPr>
                  <a:xfrm>
                    <a:off x="9291780" y="3024180"/>
                    <a:ext cx="28440" cy="215640"/>
                  </a:xfrm>
                  <a:prstGeom prst="rect">
                    <a:avLst/>
                  </a:prstGeom>
                </p:spPr>
              </p:pic>
            </mc:Fallback>
          </mc:AlternateContent>
        </p:grpSp>
      </p:grpSp>
      <p:sp>
        <p:nvSpPr>
          <p:cNvPr id="249" name="TextBox 248">
            <a:extLst>
              <a:ext uri="{FF2B5EF4-FFF2-40B4-BE49-F238E27FC236}">
                <a16:creationId xmlns:a16="http://schemas.microsoft.com/office/drawing/2014/main" id="{9C6EDE59-AC0E-C355-F1E6-A8D8532EDE67}"/>
              </a:ext>
            </a:extLst>
          </p:cNvPr>
          <p:cNvSpPr txBox="1"/>
          <p:nvPr/>
        </p:nvSpPr>
        <p:spPr>
          <a:xfrm>
            <a:off x="6342247" y="4194700"/>
            <a:ext cx="3677820" cy="800219"/>
          </a:xfrm>
          <a:prstGeom prst="rect">
            <a:avLst/>
          </a:prstGeom>
          <a:noFill/>
        </p:spPr>
        <p:txBody>
          <a:bodyPr wrap="square">
            <a:spAutoFit/>
          </a:bodyPr>
          <a:lstStyle/>
          <a:p>
            <a:r>
              <a:rPr lang="en-US" dirty="0"/>
              <a:t> </a:t>
            </a:r>
            <a:r>
              <a:rPr lang="en-US" sz="1400" dirty="0">
                <a:latin typeface="Dreaming Outloud Pro" panose="020F0502020204030204" pitchFamily="66" charset="0"/>
                <a:cs typeface="Dreaming Outloud Pro" panose="020F0502020204030204" pitchFamily="66" charset="0"/>
              </a:rPr>
              <a:t>Isoprene (Boiling Point 34</a:t>
            </a:r>
            <a:r>
              <a:rPr lang="en-US" sz="1400" baseline="30000" dirty="0">
                <a:latin typeface="Dreaming Outloud Pro" panose="020F0502020204030204" pitchFamily="66" charset="0"/>
                <a:cs typeface="Dreaming Outloud Pro" panose="020F0502020204030204" pitchFamily="66" charset="0"/>
              </a:rPr>
              <a:t>o</a:t>
            </a:r>
            <a:r>
              <a:rPr lang="en-US" sz="1400" dirty="0">
                <a:latin typeface="Dreaming Outloud Pro" panose="020F0502020204030204" pitchFamily="66" charset="0"/>
                <a:cs typeface="Dreaming Outloud Pro" panose="020F0502020204030204" pitchFamily="66" charset="0"/>
              </a:rPr>
              <a:t>C) will flash-boil violently when transferred from the cold separator into the warm collection vessel.</a:t>
            </a:r>
            <a:endParaRPr lang="en-IN" sz="1000" dirty="0">
              <a:latin typeface="Dreaming Outloud Pro" panose="020F0502020204030204" pitchFamily="66" charset="0"/>
              <a:cs typeface="Dreaming Outloud Pro" panose="020F0502020204030204" pitchFamily="66" charset="0"/>
            </a:endParaRPr>
          </a:p>
        </p:txBody>
      </p:sp>
      <p:sp>
        <p:nvSpPr>
          <p:cNvPr id="251" name="TextBox 250">
            <a:extLst>
              <a:ext uri="{FF2B5EF4-FFF2-40B4-BE49-F238E27FC236}">
                <a16:creationId xmlns:a16="http://schemas.microsoft.com/office/drawing/2014/main" id="{A7758124-82BE-11C4-0458-609278BD4E13}"/>
              </a:ext>
            </a:extLst>
          </p:cNvPr>
          <p:cNvSpPr txBox="1"/>
          <p:nvPr/>
        </p:nvSpPr>
        <p:spPr>
          <a:xfrm>
            <a:off x="6342247" y="4977343"/>
            <a:ext cx="3576686" cy="1877437"/>
          </a:xfrm>
          <a:prstGeom prst="rect">
            <a:avLst/>
          </a:prstGeom>
          <a:noFill/>
        </p:spPr>
        <p:txBody>
          <a:bodyPr wrap="square">
            <a:spAutoFit/>
          </a:bodyPr>
          <a:lstStyle/>
          <a:p>
            <a:r>
              <a:rPr lang="en-IN" sz="1400" dirty="0">
                <a:latin typeface="Dreaming Outloud Pro" panose="020F0502020204030204" pitchFamily="66" charset="0"/>
                <a:cs typeface="Dreaming Outloud Pro" panose="020F0502020204030204" pitchFamily="66" charset="0"/>
              </a:rPr>
              <a:t>draining</a:t>
            </a:r>
            <a:r>
              <a:rPr lang="en-IN" dirty="0"/>
              <a:t> </a:t>
            </a:r>
            <a:r>
              <a:rPr lang="en-IN" sz="1400" dirty="0">
                <a:latin typeface="Dreaming Outloud Pro" panose="020F0502020204030204" pitchFamily="66" charset="0"/>
                <a:cs typeface="Dreaming Outloud Pro" panose="020F0502020204030204" pitchFamily="66" charset="0"/>
              </a:rPr>
              <a:t>vessel is connected to a local vent with suction. This means the pressure inside the collection vessel is likely below atmospheric pressure (a partial vacuum). Lower pressure drastically lowers the boiling point of the isoprene, causing even faster vaporization and loss directly to the vent as saturated vapour</a:t>
            </a:r>
          </a:p>
        </p:txBody>
      </p:sp>
      <p:sp>
        <p:nvSpPr>
          <p:cNvPr id="1024" name="Left Brace 1023">
            <a:extLst>
              <a:ext uri="{FF2B5EF4-FFF2-40B4-BE49-F238E27FC236}">
                <a16:creationId xmlns:a16="http://schemas.microsoft.com/office/drawing/2014/main" id="{41A52741-BB90-C3B5-7566-DC7428624CFE}"/>
              </a:ext>
            </a:extLst>
          </p:cNvPr>
          <p:cNvSpPr/>
          <p:nvPr/>
        </p:nvSpPr>
        <p:spPr>
          <a:xfrm>
            <a:off x="5973685" y="4312752"/>
            <a:ext cx="521516" cy="2558456"/>
          </a:xfrm>
          <a:custGeom>
            <a:avLst/>
            <a:gdLst>
              <a:gd name="connsiteX0" fmla="*/ 521516 w 521516"/>
              <a:gd name="connsiteY0" fmla="*/ 2558456 h 2558456"/>
              <a:gd name="connsiteX1" fmla="*/ 260758 w 521516"/>
              <a:gd name="connsiteY1" fmla="*/ 2514998 h 2558456"/>
              <a:gd name="connsiteX2" fmla="*/ 260758 w 521516"/>
              <a:gd name="connsiteY2" fmla="*/ 1906919 h 2558456"/>
              <a:gd name="connsiteX3" fmla="*/ 260758 w 521516"/>
              <a:gd name="connsiteY3" fmla="*/ 1322686 h 2558456"/>
              <a:gd name="connsiteX4" fmla="*/ 0 w 521516"/>
              <a:gd name="connsiteY4" fmla="*/ 1279228 h 2558456"/>
              <a:gd name="connsiteX5" fmla="*/ 260758 w 521516"/>
              <a:gd name="connsiteY5" fmla="*/ 1235770 h 2558456"/>
              <a:gd name="connsiteX6" fmla="*/ 260758 w 521516"/>
              <a:gd name="connsiteY6" fmla="*/ 663460 h 2558456"/>
              <a:gd name="connsiteX7" fmla="*/ 260758 w 521516"/>
              <a:gd name="connsiteY7" fmla="*/ 43458 h 2558456"/>
              <a:gd name="connsiteX8" fmla="*/ 521516 w 521516"/>
              <a:gd name="connsiteY8" fmla="*/ 0 h 2558456"/>
              <a:gd name="connsiteX9" fmla="*/ 521516 w 521516"/>
              <a:gd name="connsiteY9" fmla="*/ 434938 h 2558456"/>
              <a:gd name="connsiteX10" fmla="*/ 521516 w 521516"/>
              <a:gd name="connsiteY10" fmla="*/ 869875 h 2558456"/>
              <a:gd name="connsiteX11" fmla="*/ 521516 w 521516"/>
              <a:gd name="connsiteY11" fmla="*/ 1355982 h 2558456"/>
              <a:gd name="connsiteX12" fmla="*/ 521516 w 521516"/>
              <a:gd name="connsiteY12" fmla="*/ 1816504 h 2558456"/>
              <a:gd name="connsiteX13" fmla="*/ 521516 w 521516"/>
              <a:gd name="connsiteY13" fmla="*/ 2558456 h 2558456"/>
              <a:gd name="connsiteX0" fmla="*/ 521516 w 521516"/>
              <a:gd name="connsiteY0" fmla="*/ 2558456 h 2558456"/>
              <a:gd name="connsiteX1" fmla="*/ 260758 w 521516"/>
              <a:gd name="connsiteY1" fmla="*/ 2514998 h 2558456"/>
              <a:gd name="connsiteX2" fmla="*/ 260758 w 521516"/>
              <a:gd name="connsiteY2" fmla="*/ 1930765 h 2558456"/>
              <a:gd name="connsiteX3" fmla="*/ 260758 w 521516"/>
              <a:gd name="connsiteY3" fmla="*/ 1322686 h 2558456"/>
              <a:gd name="connsiteX4" fmla="*/ 0 w 521516"/>
              <a:gd name="connsiteY4" fmla="*/ 1279228 h 2558456"/>
              <a:gd name="connsiteX5" fmla="*/ 260758 w 521516"/>
              <a:gd name="connsiteY5" fmla="*/ 1235770 h 2558456"/>
              <a:gd name="connsiteX6" fmla="*/ 260758 w 521516"/>
              <a:gd name="connsiteY6" fmla="*/ 627691 h 2558456"/>
              <a:gd name="connsiteX7" fmla="*/ 260758 w 521516"/>
              <a:gd name="connsiteY7" fmla="*/ 43458 h 2558456"/>
              <a:gd name="connsiteX8" fmla="*/ 521516 w 521516"/>
              <a:gd name="connsiteY8" fmla="*/ 0 h 255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1516" h="2558456" stroke="0" extrusionOk="0">
                <a:moveTo>
                  <a:pt x="521516" y="2558456"/>
                </a:moveTo>
                <a:cubicBezTo>
                  <a:pt x="373068" y="2555103"/>
                  <a:pt x="260088" y="2539212"/>
                  <a:pt x="260758" y="2514998"/>
                </a:cubicBezTo>
                <a:cubicBezTo>
                  <a:pt x="192534" y="2324184"/>
                  <a:pt x="291191" y="2060602"/>
                  <a:pt x="260758" y="1906919"/>
                </a:cubicBezTo>
                <a:cubicBezTo>
                  <a:pt x="230325" y="1753236"/>
                  <a:pt x="264760" y="1487952"/>
                  <a:pt x="260758" y="1322686"/>
                </a:cubicBezTo>
                <a:cubicBezTo>
                  <a:pt x="249141" y="1297000"/>
                  <a:pt x="162632" y="1290403"/>
                  <a:pt x="0" y="1279228"/>
                </a:cubicBezTo>
                <a:cubicBezTo>
                  <a:pt x="141994" y="1284322"/>
                  <a:pt x="256100" y="1263561"/>
                  <a:pt x="260758" y="1235770"/>
                </a:cubicBezTo>
                <a:cubicBezTo>
                  <a:pt x="231257" y="968616"/>
                  <a:pt x="324639" y="864339"/>
                  <a:pt x="260758" y="663460"/>
                </a:cubicBezTo>
                <a:cubicBezTo>
                  <a:pt x="196877" y="462581"/>
                  <a:pt x="304047" y="239215"/>
                  <a:pt x="260758" y="43458"/>
                </a:cubicBezTo>
                <a:cubicBezTo>
                  <a:pt x="260524" y="16651"/>
                  <a:pt x="374074" y="-16336"/>
                  <a:pt x="521516" y="0"/>
                </a:cubicBezTo>
                <a:cubicBezTo>
                  <a:pt x="529613" y="207001"/>
                  <a:pt x="476654" y="336840"/>
                  <a:pt x="521516" y="434938"/>
                </a:cubicBezTo>
                <a:cubicBezTo>
                  <a:pt x="566378" y="533036"/>
                  <a:pt x="471886" y="680824"/>
                  <a:pt x="521516" y="869875"/>
                </a:cubicBezTo>
                <a:cubicBezTo>
                  <a:pt x="571146" y="1058926"/>
                  <a:pt x="472796" y="1118758"/>
                  <a:pt x="521516" y="1355982"/>
                </a:cubicBezTo>
                <a:cubicBezTo>
                  <a:pt x="570236" y="1593206"/>
                  <a:pt x="498415" y="1623397"/>
                  <a:pt x="521516" y="1816504"/>
                </a:cubicBezTo>
                <a:cubicBezTo>
                  <a:pt x="544617" y="2009611"/>
                  <a:pt x="512253" y="2361840"/>
                  <a:pt x="521516" y="2558456"/>
                </a:cubicBezTo>
                <a:close/>
              </a:path>
              <a:path w="521516" h="2558456" fill="none" extrusionOk="0">
                <a:moveTo>
                  <a:pt x="521516" y="2558456"/>
                </a:moveTo>
                <a:cubicBezTo>
                  <a:pt x="379960" y="2560872"/>
                  <a:pt x="262051" y="2542309"/>
                  <a:pt x="260758" y="2514998"/>
                </a:cubicBezTo>
                <a:cubicBezTo>
                  <a:pt x="199040" y="2299898"/>
                  <a:pt x="271402" y="2128453"/>
                  <a:pt x="260758" y="1930765"/>
                </a:cubicBezTo>
                <a:cubicBezTo>
                  <a:pt x="250114" y="1733077"/>
                  <a:pt x="320489" y="1624096"/>
                  <a:pt x="260758" y="1322686"/>
                </a:cubicBezTo>
                <a:cubicBezTo>
                  <a:pt x="261142" y="1332146"/>
                  <a:pt x="169211" y="1264472"/>
                  <a:pt x="0" y="1279228"/>
                </a:cubicBezTo>
                <a:cubicBezTo>
                  <a:pt x="146704" y="1280899"/>
                  <a:pt x="259817" y="1259670"/>
                  <a:pt x="260758" y="1235770"/>
                </a:cubicBezTo>
                <a:cubicBezTo>
                  <a:pt x="243727" y="1088656"/>
                  <a:pt x="315454" y="864129"/>
                  <a:pt x="260758" y="627691"/>
                </a:cubicBezTo>
                <a:cubicBezTo>
                  <a:pt x="206062" y="391253"/>
                  <a:pt x="286902" y="193350"/>
                  <a:pt x="260758" y="43458"/>
                </a:cubicBezTo>
                <a:cubicBezTo>
                  <a:pt x="233330" y="20699"/>
                  <a:pt x="397250" y="1203"/>
                  <a:pt x="521516" y="0"/>
                </a:cubicBezTo>
              </a:path>
            </a:pathLst>
          </a:custGeom>
          <a:ln w="28575">
            <a:solidFill>
              <a:schemeClr val="tx1"/>
            </a:solidFill>
            <a:extLst>
              <a:ext uri="{C807C97D-BFC1-408E-A445-0C87EB9F89A2}">
                <ask:lineSketchStyleProps xmlns:ask="http://schemas.microsoft.com/office/drawing/2018/sketchyshapes" sd="2035704394">
                  <a:prstGeom prst="leftBrace">
                    <a:avLst/>
                  </a:prstGeom>
                  <ask:type>
                    <ask:lineSketchScribble/>
                  </ask:type>
                </ask:lineSketchStyleProps>
              </a:ext>
            </a:extLst>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grpSp>
        <p:nvGrpSpPr>
          <p:cNvPr id="1030" name="Group 1029">
            <a:extLst>
              <a:ext uri="{FF2B5EF4-FFF2-40B4-BE49-F238E27FC236}">
                <a16:creationId xmlns:a16="http://schemas.microsoft.com/office/drawing/2014/main" id="{CBE92B71-FA1F-ADE9-EB7D-B85064B5EAFB}"/>
              </a:ext>
            </a:extLst>
          </p:cNvPr>
          <p:cNvGrpSpPr/>
          <p:nvPr/>
        </p:nvGrpSpPr>
        <p:grpSpPr>
          <a:xfrm>
            <a:off x="3409791" y="3407441"/>
            <a:ext cx="408647" cy="362886"/>
            <a:chOff x="5082253" y="7077075"/>
            <a:chExt cx="408647" cy="362886"/>
          </a:xfrm>
        </p:grpSpPr>
        <mc:AlternateContent xmlns:mc="http://schemas.openxmlformats.org/markup-compatibility/2006">
          <mc:Choice xmlns:p14="http://schemas.microsoft.com/office/powerpoint/2010/main" Requires="p14">
            <p:contentPart p14:bwMode="auto" r:id="rId67">
              <p14:nvContentPartPr>
                <p14:cNvPr id="1029" name="Ink 1028">
                  <a:extLst>
                    <a:ext uri="{FF2B5EF4-FFF2-40B4-BE49-F238E27FC236}">
                      <a16:creationId xmlns:a16="http://schemas.microsoft.com/office/drawing/2014/main" id="{3FC54670-F09C-AE2C-D31A-79DDCFE5DF1B}"/>
                    </a:ext>
                  </a:extLst>
                </p14:cNvPr>
                <p14:cNvContentPartPr/>
                <p14:nvPr/>
              </p14:nvContentPartPr>
              <p14:xfrm>
                <a:off x="5125140" y="7170930"/>
                <a:ext cx="365760" cy="71280"/>
              </p14:xfrm>
            </p:contentPart>
          </mc:Choice>
          <mc:Fallback>
            <p:pic>
              <p:nvPicPr>
                <p:cNvPr id="1029" name="Ink 1028">
                  <a:extLst>
                    <a:ext uri="{FF2B5EF4-FFF2-40B4-BE49-F238E27FC236}">
                      <a16:creationId xmlns:a16="http://schemas.microsoft.com/office/drawing/2014/main" id="{3FC54670-F09C-AE2C-D31A-79DDCFE5DF1B}"/>
                    </a:ext>
                  </a:extLst>
                </p:cNvPr>
                <p:cNvPicPr/>
                <p:nvPr/>
              </p:nvPicPr>
              <p:blipFill>
                <a:blip r:embed="rId68"/>
                <a:stretch>
                  <a:fillRect/>
                </a:stretch>
              </p:blipFill>
              <p:spPr>
                <a:xfrm>
                  <a:off x="5107500" y="7152930"/>
                  <a:ext cx="401400" cy="106920"/>
                </a:xfrm>
                <a:prstGeom prst="rect">
                  <a:avLst/>
                </a:prstGeom>
              </p:spPr>
            </p:pic>
          </mc:Fallback>
        </mc:AlternateContent>
        <p:pic>
          <p:nvPicPr>
            <p:cNvPr id="1028" name="Picture 1027" descr="A cartoon of a person pointing&#10;&#10;AI-generated content may be incorrect.">
              <a:extLst>
                <a:ext uri="{FF2B5EF4-FFF2-40B4-BE49-F238E27FC236}">
                  <a16:creationId xmlns:a16="http://schemas.microsoft.com/office/drawing/2014/main" id="{E00B48EE-1BB6-7A41-797C-50C7F4A7EC97}"/>
                </a:ext>
              </a:extLst>
            </p:cNvPr>
            <p:cNvPicPr>
              <a:picLocks noChangeAspect="1"/>
            </p:cNvPicPr>
            <p:nvPr/>
          </p:nvPicPr>
          <p:blipFill>
            <a:blip r:embed="rId69">
              <a:clrChange>
                <a:clrFrom>
                  <a:srgbClr val="FFFFFF"/>
                </a:clrFrom>
                <a:clrTo>
                  <a:srgbClr val="FFFFFF">
                    <a:alpha val="0"/>
                  </a:srgbClr>
                </a:clrTo>
              </a:clrChange>
              <a:extLst>
                <a:ext uri="{28A0092B-C50C-407E-A947-70E740481C1C}">
                  <a14:useLocalDpi xmlns:a14="http://schemas.microsoft.com/office/drawing/2010/main" val="0"/>
                </a:ext>
              </a:extLst>
            </a:blip>
            <a:srcRect l="78249" t="43071" b="38575"/>
            <a:stretch>
              <a:fillRect/>
            </a:stretch>
          </p:blipFill>
          <p:spPr>
            <a:xfrm flipH="1">
              <a:off x="5082253" y="7077075"/>
              <a:ext cx="393720" cy="362886"/>
            </a:xfrm>
            <a:prstGeom prst="rect">
              <a:avLst/>
            </a:prstGeom>
          </p:spPr>
        </p:pic>
      </p:grpSp>
      <p:sp>
        <p:nvSpPr>
          <p:cNvPr id="1031" name="TextBox 1030">
            <a:extLst>
              <a:ext uri="{FF2B5EF4-FFF2-40B4-BE49-F238E27FC236}">
                <a16:creationId xmlns:a16="http://schemas.microsoft.com/office/drawing/2014/main" id="{32DCE071-DCCB-D9B3-0ECA-1FB6CEFF8B81}"/>
              </a:ext>
            </a:extLst>
          </p:cNvPr>
          <p:cNvSpPr txBox="1"/>
          <p:nvPr/>
        </p:nvSpPr>
        <p:spPr>
          <a:xfrm>
            <a:off x="3864006" y="3434995"/>
            <a:ext cx="1722972" cy="307777"/>
          </a:xfrm>
          <a:prstGeom prst="rect">
            <a:avLst/>
          </a:prstGeom>
          <a:noFill/>
        </p:spPr>
        <p:txBody>
          <a:bodyPr wrap="none" rtlCol="0">
            <a:spAutoFit/>
          </a:bodyPr>
          <a:lstStyle/>
          <a:p>
            <a:r>
              <a:rPr lang="en-US" sz="1400" dirty="0">
                <a:latin typeface="Dreaming Outloud Pro" panose="020F0502020204030204" pitchFamily="66" charset="0"/>
                <a:cs typeface="Dreaming Outloud Pro" panose="020F0502020204030204" pitchFamily="66" charset="0"/>
              </a:rPr>
              <a:t>Liquid flow is steady</a:t>
            </a:r>
            <a:endParaRPr lang="en-IN" sz="1400" dirty="0">
              <a:latin typeface="Dreaming Outloud Pro" panose="020F0502020204030204" pitchFamily="66" charset="0"/>
              <a:cs typeface="Dreaming Outloud Pro" panose="020F0502020204030204" pitchFamily="66" charset="0"/>
            </a:endParaRPr>
          </a:p>
        </p:txBody>
      </p:sp>
      <p:grpSp>
        <p:nvGrpSpPr>
          <p:cNvPr id="1032" name="Group 1031">
            <a:extLst>
              <a:ext uri="{FF2B5EF4-FFF2-40B4-BE49-F238E27FC236}">
                <a16:creationId xmlns:a16="http://schemas.microsoft.com/office/drawing/2014/main" id="{3CD41481-9543-DFE1-00C9-17DA714692A1}"/>
              </a:ext>
            </a:extLst>
          </p:cNvPr>
          <p:cNvGrpSpPr/>
          <p:nvPr/>
        </p:nvGrpSpPr>
        <p:grpSpPr>
          <a:xfrm>
            <a:off x="3461396" y="4662314"/>
            <a:ext cx="408647" cy="362886"/>
            <a:chOff x="5082253" y="7077075"/>
            <a:chExt cx="408647" cy="362886"/>
          </a:xfrm>
        </p:grpSpPr>
        <mc:AlternateContent xmlns:mc="http://schemas.openxmlformats.org/markup-compatibility/2006">
          <mc:Choice xmlns:p14="http://schemas.microsoft.com/office/powerpoint/2010/main" Requires="p14">
            <p:contentPart p14:bwMode="auto" r:id="rId70">
              <p14:nvContentPartPr>
                <p14:cNvPr id="1033" name="Ink 1032">
                  <a:extLst>
                    <a:ext uri="{FF2B5EF4-FFF2-40B4-BE49-F238E27FC236}">
                      <a16:creationId xmlns:a16="http://schemas.microsoft.com/office/drawing/2014/main" id="{AE56EE3E-D9CE-F7FF-CA82-71AAEE468937}"/>
                    </a:ext>
                  </a:extLst>
                </p14:cNvPr>
                <p14:cNvContentPartPr/>
                <p14:nvPr/>
              </p14:nvContentPartPr>
              <p14:xfrm>
                <a:off x="5125140" y="7170930"/>
                <a:ext cx="365760" cy="71280"/>
              </p14:xfrm>
            </p:contentPart>
          </mc:Choice>
          <mc:Fallback>
            <p:pic>
              <p:nvPicPr>
                <p:cNvPr id="1033" name="Ink 1032">
                  <a:extLst>
                    <a:ext uri="{FF2B5EF4-FFF2-40B4-BE49-F238E27FC236}">
                      <a16:creationId xmlns:a16="http://schemas.microsoft.com/office/drawing/2014/main" id="{AE56EE3E-D9CE-F7FF-CA82-71AAEE468937}"/>
                    </a:ext>
                  </a:extLst>
                </p:cNvPr>
                <p:cNvPicPr/>
                <p:nvPr/>
              </p:nvPicPr>
              <p:blipFill>
                <a:blip r:embed="rId68"/>
                <a:stretch>
                  <a:fillRect/>
                </a:stretch>
              </p:blipFill>
              <p:spPr>
                <a:xfrm>
                  <a:off x="5107500" y="7152930"/>
                  <a:ext cx="401400" cy="106920"/>
                </a:xfrm>
                <a:prstGeom prst="rect">
                  <a:avLst/>
                </a:prstGeom>
              </p:spPr>
            </p:pic>
          </mc:Fallback>
        </mc:AlternateContent>
        <p:pic>
          <p:nvPicPr>
            <p:cNvPr id="1034" name="Picture 1033" descr="A cartoon of a person pointing&#10;&#10;AI-generated content may be incorrect.">
              <a:extLst>
                <a:ext uri="{FF2B5EF4-FFF2-40B4-BE49-F238E27FC236}">
                  <a16:creationId xmlns:a16="http://schemas.microsoft.com/office/drawing/2014/main" id="{F45AFA26-4A3B-8AD8-E7A7-C3FDA4B9082B}"/>
                </a:ext>
              </a:extLst>
            </p:cNvPr>
            <p:cNvPicPr>
              <a:picLocks noChangeAspect="1"/>
            </p:cNvPicPr>
            <p:nvPr/>
          </p:nvPicPr>
          <p:blipFill>
            <a:blip r:embed="rId69">
              <a:clrChange>
                <a:clrFrom>
                  <a:srgbClr val="FFFFFF"/>
                </a:clrFrom>
                <a:clrTo>
                  <a:srgbClr val="FFFFFF">
                    <a:alpha val="0"/>
                  </a:srgbClr>
                </a:clrTo>
              </a:clrChange>
              <a:extLst>
                <a:ext uri="{28A0092B-C50C-407E-A947-70E740481C1C}">
                  <a14:useLocalDpi xmlns:a14="http://schemas.microsoft.com/office/drawing/2010/main" val="0"/>
                </a:ext>
              </a:extLst>
            </a:blip>
            <a:srcRect l="78249" t="43071" b="38575"/>
            <a:stretch>
              <a:fillRect/>
            </a:stretch>
          </p:blipFill>
          <p:spPr>
            <a:xfrm flipH="1">
              <a:off x="5082253" y="7077075"/>
              <a:ext cx="393720" cy="362886"/>
            </a:xfrm>
            <a:prstGeom prst="rect">
              <a:avLst/>
            </a:prstGeom>
          </p:spPr>
        </p:pic>
      </p:grpSp>
      <p:grpSp>
        <p:nvGrpSpPr>
          <p:cNvPr id="1162" name="Group 1161">
            <a:extLst>
              <a:ext uri="{FF2B5EF4-FFF2-40B4-BE49-F238E27FC236}">
                <a16:creationId xmlns:a16="http://schemas.microsoft.com/office/drawing/2014/main" id="{C905F3D2-83E0-7256-7D66-C1F7F71BAF9E}"/>
              </a:ext>
            </a:extLst>
          </p:cNvPr>
          <p:cNvGrpSpPr/>
          <p:nvPr/>
        </p:nvGrpSpPr>
        <p:grpSpPr>
          <a:xfrm>
            <a:off x="3915611" y="4689868"/>
            <a:ext cx="1018227" cy="307777"/>
            <a:chOff x="3915611" y="4689868"/>
            <a:chExt cx="1018227" cy="307777"/>
          </a:xfrm>
        </p:grpSpPr>
        <p:sp>
          <p:nvSpPr>
            <p:cNvPr id="1035" name="TextBox 1034">
              <a:extLst>
                <a:ext uri="{FF2B5EF4-FFF2-40B4-BE49-F238E27FC236}">
                  <a16:creationId xmlns:a16="http://schemas.microsoft.com/office/drawing/2014/main" id="{E2560419-2862-A03F-2419-6139657D109B}"/>
                </a:ext>
              </a:extLst>
            </p:cNvPr>
            <p:cNvSpPr txBox="1"/>
            <p:nvPr/>
          </p:nvSpPr>
          <p:spPr>
            <a:xfrm>
              <a:off x="3915611" y="4689868"/>
              <a:ext cx="1018227" cy="307777"/>
            </a:xfrm>
            <a:prstGeom prst="rect">
              <a:avLst/>
            </a:prstGeom>
            <a:noFill/>
          </p:spPr>
          <p:txBody>
            <a:bodyPr wrap="none" rtlCol="0">
              <a:spAutoFit/>
            </a:bodyPr>
            <a:lstStyle/>
            <a:p>
              <a:r>
                <a:rPr lang="en-US" sz="1400" dirty="0">
                  <a:latin typeface="Dreaming Outloud Pro" panose="020F0502020204030204" pitchFamily="66" charset="0"/>
                  <a:cs typeface="Dreaming Outloud Pro" panose="020F0502020204030204" pitchFamily="66" charset="0"/>
                </a:rPr>
                <a:t>No hold up</a:t>
              </a:r>
              <a:endParaRPr lang="en-IN" sz="1400" dirty="0">
                <a:latin typeface="Dreaming Outloud Pro" panose="020F0502020204030204" pitchFamily="66" charset="0"/>
                <a:cs typeface="Dreaming Outloud Pro" panose="020F0502020204030204" pitchFamily="66" charset="0"/>
              </a:endParaRPr>
            </a:p>
          </p:txBody>
        </p:sp>
        <mc:AlternateContent xmlns:mc="http://schemas.openxmlformats.org/markup-compatibility/2006">
          <mc:Choice xmlns:p14="http://schemas.microsoft.com/office/powerpoint/2010/main" Requires="p14">
            <p:contentPart p14:bwMode="auto" r:id="rId71">
              <p14:nvContentPartPr>
                <p14:cNvPr id="1036" name="Ink 1035">
                  <a:extLst>
                    <a:ext uri="{FF2B5EF4-FFF2-40B4-BE49-F238E27FC236}">
                      <a16:creationId xmlns:a16="http://schemas.microsoft.com/office/drawing/2014/main" id="{54C67430-346F-8F83-F6AF-DE679671E2B8}"/>
                    </a:ext>
                  </a:extLst>
                </p14:cNvPr>
                <p14:cNvContentPartPr/>
                <p14:nvPr/>
              </p14:nvContentPartPr>
              <p14:xfrm>
                <a:off x="4045142" y="4931164"/>
                <a:ext cx="800280" cy="360"/>
              </p14:xfrm>
            </p:contentPart>
          </mc:Choice>
          <mc:Fallback>
            <p:pic>
              <p:nvPicPr>
                <p:cNvPr id="1036" name="Ink 1035">
                  <a:extLst>
                    <a:ext uri="{FF2B5EF4-FFF2-40B4-BE49-F238E27FC236}">
                      <a16:creationId xmlns:a16="http://schemas.microsoft.com/office/drawing/2014/main" id="{54C67430-346F-8F83-F6AF-DE679671E2B8}"/>
                    </a:ext>
                  </a:extLst>
                </p:cNvPr>
                <p:cNvPicPr/>
                <p:nvPr/>
              </p:nvPicPr>
              <p:blipFill>
                <a:blip r:embed="rId72"/>
                <a:stretch>
                  <a:fillRect/>
                </a:stretch>
              </p:blipFill>
              <p:spPr>
                <a:xfrm>
                  <a:off x="4036142" y="4922164"/>
                  <a:ext cx="817920" cy="18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3">
            <p14:nvContentPartPr>
              <p14:cNvPr id="1039" name="Ink 1038">
                <a:extLst>
                  <a:ext uri="{FF2B5EF4-FFF2-40B4-BE49-F238E27FC236}">
                    <a16:creationId xmlns:a16="http://schemas.microsoft.com/office/drawing/2014/main" id="{9ED87429-DA75-E230-3F23-F58E9549909C}"/>
                  </a:ext>
                </a:extLst>
              </p14:cNvPr>
              <p14:cNvContentPartPr/>
              <p14:nvPr/>
            </p14:nvContentPartPr>
            <p14:xfrm>
              <a:off x="3997262" y="3682684"/>
              <a:ext cx="1555560" cy="29520"/>
            </p14:xfrm>
          </p:contentPart>
        </mc:Choice>
        <mc:Fallback>
          <p:pic>
            <p:nvPicPr>
              <p:cNvPr id="1039" name="Ink 1038">
                <a:extLst>
                  <a:ext uri="{FF2B5EF4-FFF2-40B4-BE49-F238E27FC236}">
                    <a16:creationId xmlns:a16="http://schemas.microsoft.com/office/drawing/2014/main" id="{9ED87429-DA75-E230-3F23-F58E9549909C}"/>
                  </a:ext>
                </a:extLst>
              </p:cNvPr>
              <p:cNvPicPr/>
              <p:nvPr/>
            </p:nvPicPr>
            <p:blipFill>
              <a:blip r:embed="rId74"/>
              <a:stretch>
                <a:fillRect/>
              </a:stretch>
            </p:blipFill>
            <p:spPr>
              <a:xfrm>
                <a:off x="3988262" y="3673684"/>
                <a:ext cx="1573200" cy="47160"/>
              </a:xfrm>
              <a:prstGeom prst="rect">
                <a:avLst/>
              </a:prstGeom>
            </p:spPr>
          </p:pic>
        </mc:Fallback>
      </mc:AlternateContent>
      <p:grpSp>
        <p:nvGrpSpPr>
          <p:cNvPr id="1068" name="Group 1067">
            <a:extLst>
              <a:ext uri="{FF2B5EF4-FFF2-40B4-BE49-F238E27FC236}">
                <a16:creationId xmlns:a16="http://schemas.microsoft.com/office/drawing/2014/main" id="{7377E22B-F80A-BA2B-5359-BF71D6EEDF59}"/>
              </a:ext>
            </a:extLst>
          </p:cNvPr>
          <p:cNvGrpSpPr/>
          <p:nvPr/>
        </p:nvGrpSpPr>
        <p:grpSpPr>
          <a:xfrm>
            <a:off x="5238715" y="4064578"/>
            <a:ext cx="853717" cy="420120"/>
            <a:chOff x="3991705" y="7778816"/>
            <a:chExt cx="853717" cy="420120"/>
          </a:xfrm>
        </p:grpSpPr>
        <p:grpSp>
          <p:nvGrpSpPr>
            <p:cNvPr id="1048" name="Group 1047">
              <a:extLst>
                <a:ext uri="{FF2B5EF4-FFF2-40B4-BE49-F238E27FC236}">
                  <a16:creationId xmlns:a16="http://schemas.microsoft.com/office/drawing/2014/main" id="{10CF8EA4-BBEA-0B90-A354-9684D35A5048}"/>
                </a:ext>
              </a:extLst>
            </p:cNvPr>
            <p:cNvGrpSpPr/>
            <p:nvPr/>
          </p:nvGrpSpPr>
          <p:grpSpPr>
            <a:xfrm rot="2038370">
              <a:off x="3991705" y="7820167"/>
              <a:ext cx="853717" cy="365850"/>
              <a:chOff x="3991705" y="7820167"/>
              <a:chExt cx="853717" cy="365850"/>
            </a:xfrm>
          </p:grpSpPr>
          <p:sp>
            <p:nvSpPr>
              <p:cNvPr id="1047" name="Arrow: Right 1046">
                <a:extLst>
                  <a:ext uri="{FF2B5EF4-FFF2-40B4-BE49-F238E27FC236}">
                    <a16:creationId xmlns:a16="http://schemas.microsoft.com/office/drawing/2014/main" id="{1DB7DFF3-0013-31D9-52FD-C950540C0816}"/>
                  </a:ext>
                </a:extLst>
              </p:cNvPr>
              <p:cNvSpPr/>
              <p:nvPr/>
            </p:nvSpPr>
            <p:spPr>
              <a:xfrm>
                <a:off x="3991705" y="7820167"/>
                <a:ext cx="853717" cy="338554"/>
              </a:xfrm>
              <a:custGeom>
                <a:avLst/>
                <a:gdLst>
                  <a:gd name="connsiteX0" fmla="*/ 0 w 853717"/>
                  <a:gd name="connsiteY0" fmla="*/ 84639 h 338554"/>
                  <a:gd name="connsiteX1" fmla="*/ 328531 w 853717"/>
                  <a:gd name="connsiteY1" fmla="*/ 84639 h 338554"/>
                  <a:gd name="connsiteX2" fmla="*/ 684440 w 853717"/>
                  <a:gd name="connsiteY2" fmla="*/ 84639 h 338554"/>
                  <a:gd name="connsiteX3" fmla="*/ 684440 w 853717"/>
                  <a:gd name="connsiteY3" fmla="*/ 0 h 338554"/>
                  <a:gd name="connsiteX4" fmla="*/ 853717 w 853717"/>
                  <a:gd name="connsiteY4" fmla="*/ 169277 h 338554"/>
                  <a:gd name="connsiteX5" fmla="*/ 684440 w 853717"/>
                  <a:gd name="connsiteY5" fmla="*/ 338554 h 338554"/>
                  <a:gd name="connsiteX6" fmla="*/ 684440 w 853717"/>
                  <a:gd name="connsiteY6" fmla="*/ 253916 h 338554"/>
                  <a:gd name="connsiteX7" fmla="*/ 335376 w 853717"/>
                  <a:gd name="connsiteY7" fmla="*/ 253916 h 338554"/>
                  <a:gd name="connsiteX8" fmla="*/ 0 w 853717"/>
                  <a:gd name="connsiteY8" fmla="*/ 253916 h 338554"/>
                  <a:gd name="connsiteX9" fmla="*/ 0 w 853717"/>
                  <a:gd name="connsiteY9" fmla="*/ 84639 h 338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3717" h="338554" fill="none" extrusionOk="0">
                    <a:moveTo>
                      <a:pt x="0" y="84639"/>
                    </a:moveTo>
                    <a:cubicBezTo>
                      <a:pt x="158440" y="55557"/>
                      <a:pt x="255461" y="94097"/>
                      <a:pt x="328531" y="84639"/>
                    </a:cubicBezTo>
                    <a:cubicBezTo>
                      <a:pt x="401601" y="75181"/>
                      <a:pt x="516831" y="114739"/>
                      <a:pt x="684440" y="84639"/>
                    </a:cubicBezTo>
                    <a:cubicBezTo>
                      <a:pt x="683667" y="51477"/>
                      <a:pt x="687555" y="22399"/>
                      <a:pt x="684440" y="0"/>
                    </a:cubicBezTo>
                    <a:cubicBezTo>
                      <a:pt x="760802" y="47030"/>
                      <a:pt x="808838" y="138664"/>
                      <a:pt x="853717" y="169277"/>
                    </a:cubicBezTo>
                    <a:cubicBezTo>
                      <a:pt x="788192" y="261170"/>
                      <a:pt x="741694" y="253725"/>
                      <a:pt x="684440" y="338554"/>
                    </a:cubicBezTo>
                    <a:cubicBezTo>
                      <a:pt x="679946" y="319244"/>
                      <a:pt x="693524" y="291491"/>
                      <a:pt x="684440" y="253916"/>
                    </a:cubicBezTo>
                    <a:cubicBezTo>
                      <a:pt x="581207" y="294970"/>
                      <a:pt x="441140" y="232534"/>
                      <a:pt x="335376" y="253916"/>
                    </a:cubicBezTo>
                    <a:cubicBezTo>
                      <a:pt x="229612" y="275298"/>
                      <a:pt x="141691" y="231473"/>
                      <a:pt x="0" y="253916"/>
                    </a:cubicBezTo>
                    <a:cubicBezTo>
                      <a:pt x="-1447" y="187889"/>
                      <a:pt x="9408" y="164476"/>
                      <a:pt x="0" y="84639"/>
                    </a:cubicBezTo>
                    <a:close/>
                  </a:path>
                  <a:path w="853717" h="338554" stroke="0" extrusionOk="0">
                    <a:moveTo>
                      <a:pt x="0" y="84639"/>
                    </a:moveTo>
                    <a:cubicBezTo>
                      <a:pt x="113961" y="61981"/>
                      <a:pt x="213577" y="101617"/>
                      <a:pt x="355909" y="84639"/>
                    </a:cubicBezTo>
                    <a:cubicBezTo>
                      <a:pt x="498241" y="67661"/>
                      <a:pt x="613662" y="117162"/>
                      <a:pt x="684440" y="84639"/>
                    </a:cubicBezTo>
                    <a:cubicBezTo>
                      <a:pt x="681529" y="64849"/>
                      <a:pt x="690654" y="24017"/>
                      <a:pt x="684440" y="0"/>
                    </a:cubicBezTo>
                    <a:cubicBezTo>
                      <a:pt x="732358" y="27281"/>
                      <a:pt x="806834" y="131598"/>
                      <a:pt x="853717" y="169277"/>
                    </a:cubicBezTo>
                    <a:cubicBezTo>
                      <a:pt x="815752" y="226118"/>
                      <a:pt x="751556" y="269438"/>
                      <a:pt x="684440" y="338554"/>
                    </a:cubicBezTo>
                    <a:cubicBezTo>
                      <a:pt x="676189" y="303967"/>
                      <a:pt x="688290" y="289293"/>
                      <a:pt x="684440" y="253916"/>
                    </a:cubicBezTo>
                    <a:cubicBezTo>
                      <a:pt x="541901" y="260138"/>
                      <a:pt x="462611" y="241062"/>
                      <a:pt x="355909" y="253916"/>
                    </a:cubicBezTo>
                    <a:cubicBezTo>
                      <a:pt x="249207" y="266770"/>
                      <a:pt x="93765" y="215628"/>
                      <a:pt x="0" y="253916"/>
                    </a:cubicBezTo>
                    <a:cubicBezTo>
                      <a:pt x="-15649" y="180183"/>
                      <a:pt x="1803" y="166882"/>
                      <a:pt x="0" y="84639"/>
                    </a:cubicBezTo>
                    <a:close/>
                  </a:path>
                </a:pathLst>
              </a:custGeom>
              <a:solidFill>
                <a:srgbClr val="FFC000"/>
              </a:solidFill>
              <a:ln>
                <a:solidFill>
                  <a:schemeClr val="bg1"/>
                </a:solidFill>
                <a:extLst>
                  <a:ext uri="{C807C97D-BFC1-408E-A445-0C87EB9F89A2}">
                    <ask:lineSketchStyleProps xmlns:ask="http://schemas.microsoft.com/office/drawing/2018/sketchyshapes" sd="2909351710">
                      <a:prstGeom prst="right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6" name="Arrow: Right 1045">
                <a:extLst>
                  <a:ext uri="{FF2B5EF4-FFF2-40B4-BE49-F238E27FC236}">
                    <a16:creationId xmlns:a16="http://schemas.microsoft.com/office/drawing/2014/main" id="{1194FA0B-3FBB-6B79-986A-EC02D0DD06A9}"/>
                  </a:ext>
                </a:extLst>
              </p:cNvPr>
              <p:cNvSpPr/>
              <p:nvPr/>
            </p:nvSpPr>
            <p:spPr>
              <a:xfrm>
                <a:off x="3991705" y="7847463"/>
                <a:ext cx="853717" cy="338554"/>
              </a:xfrm>
              <a:custGeom>
                <a:avLst/>
                <a:gdLst>
                  <a:gd name="connsiteX0" fmla="*/ 0 w 853717"/>
                  <a:gd name="connsiteY0" fmla="*/ 84639 h 338554"/>
                  <a:gd name="connsiteX1" fmla="*/ 328531 w 853717"/>
                  <a:gd name="connsiteY1" fmla="*/ 84639 h 338554"/>
                  <a:gd name="connsiteX2" fmla="*/ 684440 w 853717"/>
                  <a:gd name="connsiteY2" fmla="*/ 84639 h 338554"/>
                  <a:gd name="connsiteX3" fmla="*/ 684440 w 853717"/>
                  <a:gd name="connsiteY3" fmla="*/ 0 h 338554"/>
                  <a:gd name="connsiteX4" fmla="*/ 853717 w 853717"/>
                  <a:gd name="connsiteY4" fmla="*/ 169277 h 338554"/>
                  <a:gd name="connsiteX5" fmla="*/ 684440 w 853717"/>
                  <a:gd name="connsiteY5" fmla="*/ 338554 h 338554"/>
                  <a:gd name="connsiteX6" fmla="*/ 684440 w 853717"/>
                  <a:gd name="connsiteY6" fmla="*/ 253916 h 338554"/>
                  <a:gd name="connsiteX7" fmla="*/ 335376 w 853717"/>
                  <a:gd name="connsiteY7" fmla="*/ 253916 h 338554"/>
                  <a:gd name="connsiteX8" fmla="*/ 0 w 853717"/>
                  <a:gd name="connsiteY8" fmla="*/ 253916 h 338554"/>
                  <a:gd name="connsiteX9" fmla="*/ 0 w 853717"/>
                  <a:gd name="connsiteY9" fmla="*/ 84639 h 338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3717" h="338554" fill="none" extrusionOk="0">
                    <a:moveTo>
                      <a:pt x="0" y="84639"/>
                    </a:moveTo>
                    <a:cubicBezTo>
                      <a:pt x="158440" y="55557"/>
                      <a:pt x="255461" y="94097"/>
                      <a:pt x="328531" y="84639"/>
                    </a:cubicBezTo>
                    <a:cubicBezTo>
                      <a:pt x="401601" y="75181"/>
                      <a:pt x="516831" y="114739"/>
                      <a:pt x="684440" y="84639"/>
                    </a:cubicBezTo>
                    <a:cubicBezTo>
                      <a:pt x="683667" y="51477"/>
                      <a:pt x="687555" y="22399"/>
                      <a:pt x="684440" y="0"/>
                    </a:cubicBezTo>
                    <a:cubicBezTo>
                      <a:pt x="760802" y="47030"/>
                      <a:pt x="808838" y="138664"/>
                      <a:pt x="853717" y="169277"/>
                    </a:cubicBezTo>
                    <a:cubicBezTo>
                      <a:pt x="788192" y="261170"/>
                      <a:pt x="741694" y="253725"/>
                      <a:pt x="684440" y="338554"/>
                    </a:cubicBezTo>
                    <a:cubicBezTo>
                      <a:pt x="679946" y="319244"/>
                      <a:pt x="693524" y="291491"/>
                      <a:pt x="684440" y="253916"/>
                    </a:cubicBezTo>
                    <a:cubicBezTo>
                      <a:pt x="581207" y="294970"/>
                      <a:pt x="441140" y="232534"/>
                      <a:pt x="335376" y="253916"/>
                    </a:cubicBezTo>
                    <a:cubicBezTo>
                      <a:pt x="229612" y="275298"/>
                      <a:pt x="141691" y="231473"/>
                      <a:pt x="0" y="253916"/>
                    </a:cubicBezTo>
                    <a:cubicBezTo>
                      <a:pt x="-1447" y="187889"/>
                      <a:pt x="9408" y="164476"/>
                      <a:pt x="0" y="84639"/>
                    </a:cubicBezTo>
                    <a:close/>
                  </a:path>
                  <a:path w="853717" h="338554" stroke="0" extrusionOk="0">
                    <a:moveTo>
                      <a:pt x="0" y="84639"/>
                    </a:moveTo>
                    <a:cubicBezTo>
                      <a:pt x="113961" y="61981"/>
                      <a:pt x="213577" y="101617"/>
                      <a:pt x="355909" y="84639"/>
                    </a:cubicBezTo>
                    <a:cubicBezTo>
                      <a:pt x="498241" y="67661"/>
                      <a:pt x="613662" y="117162"/>
                      <a:pt x="684440" y="84639"/>
                    </a:cubicBezTo>
                    <a:cubicBezTo>
                      <a:pt x="681529" y="64849"/>
                      <a:pt x="690654" y="24017"/>
                      <a:pt x="684440" y="0"/>
                    </a:cubicBezTo>
                    <a:cubicBezTo>
                      <a:pt x="732358" y="27281"/>
                      <a:pt x="806834" y="131598"/>
                      <a:pt x="853717" y="169277"/>
                    </a:cubicBezTo>
                    <a:cubicBezTo>
                      <a:pt x="815752" y="226118"/>
                      <a:pt x="751556" y="269438"/>
                      <a:pt x="684440" y="338554"/>
                    </a:cubicBezTo>
                    <a:cubicBezTo>
                      <a:pt x="676189" y="303967"/>
                      <a:pt x="688290" y="289293"/>
                      <a:pt x="684440" y="253916"/>
                    </a:cubicBezTo>
                    <a:cubicBezTo>
                      <a:pt x="541901" y="260138"/>
                      <a:pt x="462611" y="241062"/>
                      <a:pt x="355909" y="253916"/>
                    </a:cubicBezTo>
                    <a:cubicBezTo>
                      <a:pt x="249207" y="266770"/>
                      <a:pt x="93765" y="215628"/>
                      <a:pt x="0" y="253916"/>
                    </a:cubicBezTo>
                    <a:cubicBezTo>
                      <a:pt x="-15649" y="180183"/>
                      <a:pt x="1803" y="166882"/>
                      <a:pt x="0" y="84639"/>
                    </a:cubicBezTo>
                    <a:close/>
                  </a:path>
                </a:pathLst>
              </a:custGeom>
              <a:noFill/>
              <a:ln>
                <a:solidFill>
                  <a:schemeClr val="tx1"/>
                </a:solidFill>
                <a:extLst>
                  <a:ext uri="{C807C97D-BFC1-408E-A445-0C87EB9F89A2}">
                    <ask:lineSketchStyleProps xmlns:ask="http://schemas.microsoft.com/office/drawing/2018/sketchyshapes" sd="2909351710">
                      <a:prstGeom prst="right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067" name="Group 1066">
              <a:extLst>
                <a:ext uri="{FF2B5EF4-FFF2-40B4-BE49-F238E27FC236}">
                  <a16:creationId xmlns:a16="http://schemas.microsoft.com/office/drawing/2014/main" id="{79ECA7A7-B2B4-6A88-FB36-E834D1876FBA}"/>
                </a:ext>
              </a:extLst>
            </p:cNvPr>
            <p:cNvGrpSpPr/>
            <p:nvPr/>
          </p:nvGrpSpPr>
          <p:grpSpPr>
            <a:xfrm>
              <a:off x="4148312" y="7778816"/>
              <a:ext cx="532800" cy="420120"/>
              <a:chOff x="4148312" y="7778816"/>
              <a:chExt cx="532800" cy="420120"/>
            </a:xfrm>
          </p:grpSpPr>
          <mc:AlternateContent xmlns:mc="http://schemas.openxmlformats.org/markup-compatibility/2006">
            <mc:Choice xmlns:p14="http://schemas.microsoft.com/office/powerpoint/2010/main" Requires="p14">
              <p:contentPart p14:bwMode="auto" r:id="rId75">
                <p14:nvContentPartPr>
                  <p14:cNvPr id="1050" name="Ink 1049">
                    <a:extLst>
                      <a:ext uri="{FF2B5EF4-FFF2-40B4-BE49-F238E27FC236}">
                        <a16:creationId xmlns:a16="http://schemas.microsoft.com/office/drawing/2014/main" id="{21AA5FC3-9887-0111-DD1E-FAF9BF21AE09}"/>
                      </a:ext>
                    </a:extLst>
                  </p14:cNvPr>
                  <p14:cNvContentPartPr/>
                  <p14:nvPr/>
                </p14:nvContentPartPr>
                <p14:xfrm>
                  <a:off x="4148312" y="7778816"/>
                  <a:ext cx="14040" cy="78840"/>
                </p14:xfrm>
              </p:contentPart>
            </mc:Choice>
            <mc:Fallback>
              <p:pic>
                <p:nvPicPr>
                  <p:cNvPr id="1050" name="Ink 1049">
                    <a:extLst>
                      <a:ext uri="{FF2B5EF4-FFF2-40B4-BE49-F238E27FC236}">
                        <a16:creationId xmlns:a16="http://schemas.microsoft.com/office/drawing/2014/main" id="{21AA5FC3-9887-0111-DD1E-FAF9BF21AE09}"/>
                      </a:ext>
                    </a:extLst>
                  </p:cNvPr>
                  <p:cNvPicPr/>
                  <p:nvPr/>
                </p:nvPicPr>
                <p:blipFill>
                  <a:blip r:embed="rId76"/>
                  <a:stretch>
                    <a:fillRect/>
                  </a:stretch>
                </p:blipFill>
                <p:spPr>
                  <a:xfrm>
                    <a:off x="4143992" y="7774496"/>
                    <a:ext cx="22680" cy="8748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1051" name="Ink 1050">
                    <a:extLst>
                      <a:ext uri="{FF2B5EF4-FFF2-40B4-BE49-F238E27FC236}">
                        <a16:creationId xmlns:a16="http://schemas.microsoft.com/office/drawing/2014/main" id="{E96AEC8C-C33A-91B6-A488-FC7BB04991ED}"/>
                      </a:ext>
                    </a:extLst>
                  </p14:cNvPr>
                  <p14:cNvContentPartPr/>
                  <p14:nvPr/>
                </p14:nvContentPartPr>
                <p14:xfrm>
                  <a:off x="4243712" y="7860896"/>
                  <a:ext cx="5760" cy="73440"/>
                </p14:xfrm>
              </p:contentPart>
            </mc:Choice>
            <mc:Fallback>
              <p:pic>
                <p:nvPicPr>
                  <p:cNvPr id="1051" name="Ink 1050">
                    <a:extLst>
                      <a:ext uri="{FF2B5EF4-FFF2-40B4-BE49-F238E27FC236}">
                        <a16:creationId xmlns:a16="http://schemas.microsoft.com/office/drawing/2014/main" id="{E96AEC8C-C33A-91B6-A488-FC7BB04991ED}"/>
                      </a:ext>
                    </a:extLst>
                  </p:cNvPr>
                  <p:cNvPicPr/>
                  <p:nvPr/>
                </p:nvPicPr>
                <p:blipFill>
                  <a:blip r:embed="rId78"/>
                  <a:stretch>
                    <a:fillRect/>
                  </a:stretch>
                </p:blipFill>
                <p:spPr>
                  <a:xfrm>
                    <a:off x="4239392" y="7856576"/>
                    <a:ext cx="14400" cy="8208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1053" name="Ink 1052">
                    <a:extLst>
                      <a:ext uri="{FF2B5EF4-FFF2-40B4-BE49-F238E27FC236}">
                        <a16:creationId xmlns:a16="http://schemas.microsoft.com/office/drawing/2014/main" id="{EF5D05C9-DA92-6B38-2EAF-938992514E7F}"/>
                      </a:ext>
                    </a:extLst>
                  </p14:cNvPr>
                  <p14:cNvContentPartPr/>
                  <p14:nvPr/>
                </p14:nvContentPartPr>
                <p14:xfrm>
                  <a:off x="4366472" y="7928936"/>
                  <a:ext cx="360" cy="50760"/>
                </p14:xfrm>
              </p:contentPart>
            </mc:Choice>
            <mc:Fallback>
              <p:pic>
                <p:nvPicPr>
                  <p:cNvPr id="1053" name="Ink 1052">
                    <a:extLst>
                      <a:ext uri="{FF2B5EF4-FFF2-40B4-BE49-F238E27FC236}">
                        <a16:creationId xmlns:a16="http://schemas.microsoft.com/office/drawing/2014/main" id="{EF5D05C9-DA92-6B38-2EAF-938992514E7F}"/>
                      </a:ext>
                    </a:extLst>
                  </p:cNvPr>
                  <p:cNvPicPr/>
                  <p:nvPr/>
                </p:nvPicPr>
                <p:blipFill>
                  <a:blip r:embed="rId80"/>
                  <a:stretch>
                    <a:fillRect/>
                  </a:stretch>
                </p:blipFill>
                <p:spPr>
                  <a:xfrm>
                    <a:off x="4362152" y="7924616"/>
                    <a:ext cx="9000" cy="5940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1054" name="Ink 1053">
                    <a:extLst>
                      <a:ext uri="{FF2B5EF4-FFF2-40B4-BE49-F238E27FC236}">
                        <a16:creationId xmlns:a16="http://schemas.microsoft.com/office/drawing/2014/main" id="{0838368B-AA43-5828-56C1-215F7FC0191C}"/>
                      </a:ext>
                    </a:extLst>
                  </p14:cNvPr>
                  <p14:cNvContentPartPr/>
                  <p14:nvPr/>
                </p14:nvContentPartPr>
                <p14:xfrm>
                  <a:off x="4435232" y="7983656"/>
                  <a:ext cx="12600" cy="52200"/>
                </p14:xfrm>
              </p:contentPart>
            </mc:Choice>
            <mc:Fallback>
              <p:pic>
                <p:nvPicPr>
                  <p:cNvPr id="1054" name="Ink 1053">
                    <a:extLst>
                      <a:ext uri="{FF2B5EF4-FFF2-40B4-BE49-F238E27FC236}">
                        <a16:creationId xmlns:a16="http://schemas.microsoft.com/office/drawing/2014/main" id="{0838368B-AA43-5828-56C1-215F7FC0191C}"/>
                      </a:ext>
                    </a:extLst>
                  </p:cNvPr>
                  <p:cNvPicPr/>
                  <p:nvPr/>
                </p:nvPicPr>
                <p:blipFill>
                  <a:blip r:embed="rId82"/>
                  <a:stretch>
                    <a:fillRect/>
                  </a:stretch>
                </p:blipFill>
                <p:spPr>
                  <a:xfrm>
                    <a:off x="4430912" y="7979336"/>
                    <a:ext cx="21240" cy="6084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1056" name="Ink 1055">
                    <a:extLst>
                      <a:ext uri="{FF2B5EF4-FFF2-40B4-BE49-F238E27FC236}">
                        <a16:creationId xmlns:a16="http://schemas.microsoft.com/office/drawing/2014/main" id="{5AA4E370-D311-C865-B3EF-956327796E80}"/>
                      </a:ext>
                    </a:extLst>
                  </p14:cNvPr>
                  <p14:cNvContentPartPr/>
                  <p14:nvPr/>
                </p14:nvContentPartPr>
                <p14:xfrm>
                  <a:off x="4530632" y="8092736"/>
                  <a:ext cx="5760" cy="31680"/>
                </p14:xfrm>
              </p:contentPart>
            </mc:Choice>
            <mc:Fallback>
              <p:pic>
                <p:nvPicPr>
                  <p:cNvPr id="1056" name="Ink 1055">
                    <a:extLst>
                      <a:ext uri="{FF2B5EF4-FFF2-40B4-BE49-F238E27FC236}">
                        <a16:creationId xmlns:a16="http://schemas.microsoft.com/office/drawing/2014/main" id="{5AA4E370-D311-C865-B3EF-956327796E80}"/>
                      </a:ext>
                    </a:extLst>
                  </p:cNvPr>
                  <p:cNvPicPr/>
                  <p:nvPr/>
                </p:nvPicPr>
                <p:blipFill>
                  <a:blip r:embed="rId84"/>
                  <a:stretch>
                    <a:fillRect/>
                  </a:stretch>
                </p:blipFill>
                <p:spPr>
                  <a:xfrm>
                    <a:off x="4526312" y="8088416"/>
                    <a:ext cx="14400"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1058" name="Ink 1057">
                    <a:extLst>
                      <a:ext uri="{FF2B5EF4-FFF2-40B4-BE49-F238E27FC236}">
                        <a16:creationId xmlns:a16="http://schemas.microsoft.com/office/drawing/2014/main" id="{04C7CF99-66E9-C789-D64B-827848918293}"/>
                      </a:ext>
                    </a:extLst>
                  </p14:cNvPr>
                  <p14:cNvContentPartPr/>
                  <p14:nvPr/>
                </p14:nvContentPartPr>
                <p14:xfrm>
                  <a:off x="4680752" y="8120096"/>
                  <a:ext cx="360" cy="78840"/>
                </p14:xfrm>
              </p:contentPart>
            </mc:Choice>
            <mc:Fallback>
              <p:pic>
                <p:nvPicPr>
                  <p:cNvPr id="1058" name="Ink 1057">
                    <a:extLst>
                      <a:ext uri="{FF2B5EF4-FFF2-40B4-BE49-F238E27FC236}">
                        <a16:creationId xmlns:a16="http://schemas.microsoft.com/office/drawing/2014/main" id="{04C7CF99-66E9-C789-D64B-827848918293}"/>
                      </a:ext>
                    </a:extLst>
                  </p:cNvPr>
                  <p:cNvPicPr/>
                  <p:nvPr/>
                </p:nvPicPr>
                <p:blipFill>
                  <a:blip r:embed="rId86"/>
                  <a:stretch>
                    <a:fillRect/>
                  </a:stretch>
                </p:blipFill>
                <p:spPr>
                  <a:xfrm>
                    <a:off x="4676432" y="8115776"/>
                    <a:ext cx="9000" cy="8748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1060" name="Ink 1059">
                    <a:extLst>
                      <a:ext uri="{FF2B5EF4-FFF2-40B4-BE49-F238E27FC236}">
                        <a16:creationId xmlns:a16="http://schemas.microsoft.com/office/drawing/2014/main" id="{6118568F-AE10-9475-9C50-C14A48EEF4BB}"/>
                      </a:ext>
                    </a:extLst>
                  </p14:cNvPr>
                  <p14:cNvContentPartPr/>
                  <p14:nvPr/>
                </p14:nvContentPartPr>
                <p14:xfrm>
                  <a:off x="4612712" y="8120096"/>
                  <a:ext cx="360" cy="37080"/>
                </p14:xfrm>
              </p:contentPart>
            </mc:Choice>
            <mc:Fallback>
              <p:pic>
                <p:nvPicPr>
                  <p:cNvPr id="1060" name="Ink 1059">
                    <a:extLst>
                      <a:ext uri="{FF2B5EF4-FFF2-40B4-BE49-F238E27FC236}">
                        <a16:creationId xmlns:a16="http://schemas.microsoft.com/office/drawing/2014/main" id="{6118568F-AE10-9475-9C50-C14A48EEF4BB}"/>
                      </a:ext>
                    </a:extLst>
                  </p:cNvPr>
                  <p:cNvPicPr/>
                  <p:nvPr/>
                </p:nvPicPr>
                <p:blipFill>
                  <a:blip r:embed="rId88"/>
                  <a:stretch>
                    <a:fillRect/>
                  </a:stretch>
                </p:blipFill>
                <p:spPr>
                  <a:xfrm>
                    <a:off x="4608392" y="8115776"/>
                    <a:ext cx="900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1062" name="Ink 1061">
                    <a:extLst>
                      <a:ext uri="{FF2B5EF4-FFF2-40B4-BE49-F238E27FC236}">
                        <a16:creationId xmlns:a16="http://schemas.microsoft.com/office/drawing/2014/main" id="{C5862E2A-2807-C2A7-610F-6C951891E7EA}"/>
                      </a:ext>
                    </a:extLst>
                  </p14:cNvPr>
                  <p14:cNvContentPartPr/>
                  <p14:nvPr/>
                </p14:nvContentPartPr>
                <p14:xfrm>
                  <a:off x="4189712" y="7833536"/>
                  <a:ext cx="13680" cy="37080"/>
                </p14:xfrm>
              </p:contentPart>
            </mc:Choice>
            <mc:Fallback>
              <p:pic>
                <p:nvPicPr>
                  <p:cNvPr id="1062" name="Ink 1061">
                    <a:extLst>
                      <a:ext uri="{FF2B5EF4-FFF2-40B4-BE49-F238E27FC236}">
                        <a16:creationId xmlns:a16="http://schemas.microsoft.com/office/drawing/2014/main" id="{C5862E2A-2807-C2A7-610F-6C951891E7EA}"/>
                      </a:ext>
                    </a:extLst>
                  </p:cNvPr>
                  <p:cNvPicPr/>
                  <p:nvPr/>
                </p:nvPicPr>
                <p:blipFill>
                  <a:blip r:embed="rId90"/>
                  <a:stretch>
                    <a:fillRect/>
                  </a:stretch>
                </p:blipFill>
                <p:spPr>
                  <a:xfrm>
                    <a:off x="4185392" y="7829216"/>
                    <a:ext cx="2232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1064" name="Ink 1063">
                    <a:extLst>
                      <a:ext uri="{FF2B5EF4-FFF2-40B4-BE49-F238E27FC236}">
                        <a16:creationId xmlns:a16="http://schemas.microsoft.com/office/drawing/2014/main" id="{E750935D-4A14-D362-343E-C5B7B015BA7A}"/>
                      </a:ext>
                    </a:extLst>
                  </p14:cNvPr>
                  <p14:cNvContentPartPr/>
                  <p14:nvPr/>
                </p14:nvContentPartPr>
                <p14:xfrm>
                  <a:off x="4298432" y="7888256"/>
                  <a:ext cx="360" cy="64800"/>
                </p14:xfrm>
              </p:contentPart>
            </mc:Choice>
            <mc:Fallback>
              <p:pic>
                <p:nvPicPr>
                  <p:cNvPr id="1064" name="Ink 1063">
                    <a:extLst>
                      <a:ext uri="{FF2B5EF4-FFF2-40B4-BE49-F238E27FC236}">
                        <a16:creationId xmlns:a16="http://schemas.microsoft.com/office/drawing/2014/main" id="{E750935D-4A14-D362-343E-C5B7B015BA7A}"/>
                      </a:ext>
                    </a:extLst>
                  </p:cNvPr>
                  <p:cNvPicPr/>
                  <p:nvPr/>
                </p:nvPicPr>
                <p:blipFill>
                  <a:blip r:embed="rId92"/>
                  <a:stretch>
                    <a:fillRect/>
                  </a:stretch>
                </p:blipFill>
                <p:spPr>
                  <a:xfrm>
                    <a:off x="4294112" y="7883576"/>
                    <a:ext cx="9000" cy="7344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1066" name="Ink 1065">
                    <a:extLst>
                      <a:ext uri="{FF2B5EF4-FFF2-40B4-BE49-F238E27FC236}">
                        <a16:creationId xmlns:a16="http://schemas.microsoft.com/office/drawing/2014/main" id="{9B8D9804-1AA6-E537-301C-A3EA33621E9D}"/>
                      </a:ext>
                    </a:extLst>
                  </p14:cNvPr>
                  <p14:cNvContentPartPr/>
                  <p14:nvPr/>
                </p14:nvContentPartPr>
                <p14:xfrm>
                  <a:off x="4503272" y="8011016"/>
                  <a:ext cx="360" cy="24840"/>
                </p14:xfrm>
              </p:contentPart>
            </mc:Choice>
            <mc:Fallback>
              <p:pic>
                <p:nvPicPr>
                  <p:cNvPr id="1066" name="Ink 1065">
                    <a:extLst>
                      <a:ext uri="{FF2B5EF4-FFF2-40B4-BE49-F238E27FC236}">
                        <a16:creationId xmlns:a16="http://schemas.microsoft.com/office/drawing/2014/main" id="{9B8D9804-1AA6-E537-301C-A3EA33621E9D}"/>
                      </a:ext>
                    </a:extLst>
                  </p:cNvPr>
                  <p:cNvPicPr/>
                  <p:nvPr/>
                </p:nvPicPr>
                <p:blipFill>
                  <a:blip r:embed="rId94"/>
                  <a:stretch>
                    <a:fillRect/>
                  </a:stretch>
                </p:blipFill>
                <p:spPr>
                  <a:xfrm>
                    <a:off x="4498952" y="8006696"/>
                    <a:ext cx="9000" cy="33480"/>
                  </a:xfrm>
                  <a:prstGeom prst="rect">
                    <a:avLst/>
                  </a:prstGeom>
                </p:spPr>
              </p:pic>
            </mc:Fallback>
          </mc:AlternateContent>
        </p:grpSp>
      </p:grpSp>
      <p:sp>
        <p:nvSpPr>
          <p:cNvPr id="1084" name="TextBox 1083">
            <a:extLst>
              <a:ext uri="{FF2B5EF4-FFF2-40B4-BE49-F238E27FC236}">
                <a16:creationId xmlns:a16="http://schemas.microsoft.com/office/drawing/2014/main" id="{A3B3E8C9-CD3C-3990-DA9A-2C41CE5E679C}"/>
              </a:ext>
            </a:extLst>
          </p:cNvPr>
          <p:cNvSpPr txBox="1"/>
          <p:nvPr/>
        </p:nvSpPr>
        <p:spPr>
          <a:xfrm>
            <a:off x="5661986" y="6854500"/>
            <a:ext cx="3967735" cy="1384995"/>
          </a:xfrm>
          <a:prstGeom prst="rect">
            <a:avLst/>
          </a:prstGeom>
          <a:noFill/>
        </p:spPr>
        <p:txBody>
          <a:bodyPr wrap="square">
            <a:spAutoFit/>
          </a:bodyPr>
          <a:lstStyle/>
          <a:p>
            <a:r>
              <a:rPr lang="en-US" sz="1400" dirty="0">
                <a:latin typeface="Dreaming Outloud Pro" panose="020F0502020204030204" pitchFamily="66" charset="0"/>
                <a:cs typeface="Dreaming Outloud Pro" panose="020F0502020204030204" pitchFamily="66" charset="0"/>
              </a:rPr>
              <a:t>two-phase flow (vapor + entrained liquid droplets) is incompatible with most common thermal MFCs</a:t>
            </a:r>
          </a:p>
          <a:p>
            <a:r>
              <a:rPr lang="en-US" sz="1400" dirty="0">
                <a:latin typeface="Dreaming Outloud Pro" panose="020F0502020204030204" pitchFamily="66" charset="0"/>
                <a:cs typeface="Dreaming Outloud Pro" panose="020F0502020204030204" pitchFamily="66" charset="0"/>
              </a:rPr>
              <a:t>interpret the unstable/very low flow as an error or an out-of-range measurement, forcing the reading to zero</a:t>
            </a:r>
            <a:endParaRPr lang="en-IN" sz="1400" dirty="0">
              <a:latin typeface="Dreaming Outloud Pro" panose="020F0502020204030204" pitchFamily="66" charset="0"/>
              <a:cs typeface="Dreaming Outloud Pro" panose="020F0502020204030204" pitchFamily="66" charset="0"/>
            </a:endParaRPr>
          </a:p>
          <a:p>
            <a:endParaRPr lang="en-IN" sz="1400" dirty="0">
              <a:latin typeface="Dreaming Outloud Pro" panose="020F0502020204030204" pitchFamily="66" charset="0"/>
              <a:cs typeface="Dreaming Outloud Pro" panose="020F0502020204030204" pitchFamily="66" charset="0"/>
            </a:endParaRPr>
          </a:p>
        </p:txBody>
      </p:sp>
      <p:sp>
        <p:nvSpPr>
          <p:cNvPr id="1085" name="Left Brace 1084">
            <a:extLst>
              <a:ext uri="{FF2B5EF4-FFF2-40B4-BE49-F238E27FC236}">
                <a16:creationId xmlns:a16="http://schemas.microsoft.com/office/drawing/2014/main" id="{A3470351-5C64-B27D-AEFA-5F9D2D0D2756}"/>
              </a:ext>
            </a:extLst>
          </p:cNvPr>
          <p:cNvSpPr/>
          <p:nvPr/>
        </p:nvSpPr>
        <p:spPr>
          <a:xfrm>
            <a:off x="5292064" y="6871208"/>
            <a:ext cx="521516" cy="1317797"/>
          </a:xfrm>
          <a:custGeom>
            <a:avLst/>
            <a:gdLst>
              <a:gd name="connsiteX0" fmla="*/ 521516 w 521516"/>
              <a:gd name="connsiteY0" fmla="*/ 1317797 h 1317797"/>
              <a:gd name="connsiteX1" fmla="*/ 260758 w 521516"/>
              <a:gd name="connsiteY1" fmla="*/ 1274339 h 1317797"/>
              <a:gd name="connsiteX2" fmla="*/ 260758 w 521516"/>
              <a:gd name="connsiteY2" fmla="*/ 702356 h 1317797"/>
              <a:gd name="connsiteX3" fmla="*/ 0 w 521516"/>
              <a:gd name="connsiteY3" fmla="*/ 658898 h 1317797"/>
              <a:gd name="connsiteX4" fmla="*/ 260758 w 521516"/>
              <a:gd name="connsiteY4" fmla="*/ 615440 h 1317797"/>
              <a:gd name="connsiteX5" fmla="*/ 260758 w 521516"/>
              <a:gd name="connsiteY5" fmla="*/ 43458 h 1317797"/>
              <a:gd name="connsiteX6" fmla="*/ 521516 w 521516"/>
              <a:gd name="connsiteY6" fmla="*/ 0 h 1317797"/>
              <a:gd name="connsiteX7" fmla="*/ 521516 w 521516"/>
              <a:gd name="connsiteY7" fmla="*/ 452444 h 1317797"/>
              <a:gd name="connsiteX8" fmla="*/ 521516 w 521516"/>
              <a:gd name="connsiteY8" fmla="*/ 878531 h 1317797"/>
              <a:gd name="connsiteX9" fmla="*/ 521516 w 521516"/>
              <a:gd name="connsiteY9" fmla="*/ 1317797 h 1317797"/>
              <a:gd name="connsiteX0" fmla="*/ 521516 w 521516"/>
              <a:gd name="connsiteY0" fmla="*/ 1317797 h 1317797"/>
              <a:gd name="connsiteX1" fmla="*/ 260758 w 521516"/>
              <a:gd name="connsiteY1" fmla="*/ 1274339 h 1317797"/>
              <a:gd name="connsiteX2" fmla="*/ 260758 w 521516"/>
              <a:gd name="connsiteY2" fmla="*/ 702356 h 1317797"/>
              <a:gd name="connsiteX3" fmla="*/ 0 w 521516"/>
              <a:gd name="connsiteY3" fmla="*/ 658898 h 1317797"/>
              <a:gd name="connsiteX4" fmla="*/ 260758 w 521516"/>
              <a:gd name="connsiteY4" fmla="*/ 615440 h 1317797"/>
              <a:gd name="connsiteX5" fmla="*/ 260758 w 521516"/>
              <a:gd name="connsiteY5" fmla="*/ 43458 h 1317797"/>
              <a:gd name="connsiteX6" fmla="*/ 521516 w 521516"/>
              <a:gd name="connsiteY6" fmla="*/ 0 h 1317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516" h="1317797" stroke="0" extrusionOk="0">
                <a:moveTo>
                  <a:pt x="521516" y="1317797"/>
                </a:moveTo>
                <a:cubicBezTo>
                  <a:pt x="373068" y="1314444"/>
                  <a:pt x="260088" y="1298553"/>
                  <a:pt x="260758" y="1274339"/>
                </a:cubicBezTo>
                <a:cubicBezTo>
                  <a:pt x="218445" y="1100500"/>
                  <a:pt x="284837" y="849770"/>
                  <a:pt x="260758" y="702356"/>
                </a:cubicBezTo>
                <a:cubicBezTo>
                  <a:pt x="258209" y="681211"/>
                  <a:pt x="133498" y="668710"/>
                  <a:pt x="0" y="658898"/>
                </a:cubicBezTo>
                <a:cubicBezTo>
                  <a:pt x="139450" y="655888"/>
                  <a:pt x="257259" y="642785"/>
                  <a:pt x="260758" y="615440"/>
                </a:cubicBezTo>
                <a:cubicBezTo>
                  <a:pt x="257837" y="486129"/>
                  <a:pt x="291042" y="306546"/>
                  <a:pt x="260758" y="43458"/>
                </a:cubicBezTo>
                <a:cubicBezTo>
                  <a:pt x="252342" y="40102"/>
                  <a:pt x="369160" y="-21328"/>
                  <a:pt x="521516" y="0"/>
                </a:cubicBezTo>
                <a:cubicBezTo>
                  <a:pt x="574292" y="129932"/>
                  <a:pt x="495915" y="347599"/>
                  <a:pt x="521516" y="452444"/>
                </a:cubicBezTo>
                <a:cubicBezTo>
                  <a:pt x="547117" y="557289"/>
                  <a:pt x="475655" y="770173"/>
                  <a:pt x="521516" y="878531"/>
                </a:cubicBezTo>
                <a:cubicBezTo>
                  <a:pt x="567377" y="986889"/>
                  <a:pt x="483850" y="1180656"/>
                  <a:pt x="521516" y="1317797"/>
                </a:cubicBezTo>
                <a:close/>
              </a:path>
              <a:path w="521516" h="1317797" fill="none" extrusionOk="0">
                <a:moveTo>
                  <a:pt x="521516" y="1317797"/>
                </a:moveTo>
                <a:cubicBezTo>
                  <a:pt x="380676" y="1320436"/>
                  <a:pt x="261530" y="1298081"/>
                  <a:pt x="260758" y="1274339"/>
                </a:cubicBezTo>
                <a:cubicBezTo>
                  <a:pt x="226794" y="1038573"/>
                  <a:pt x="306978" y="921564"/>
                  <a:pt x="260758" y="702356"/>
                </a:cubicBezTo>
                <a:cubicBezTo>
                  <a:pt x="269848" y="686784"/>
                  <a:pt x="141811" y="667452"/>
                  <a:pt x="0" y="658898"/>
                </a:cubicBezTo>
                <a:cubicBezTo>
                  <a:pt x="138705" y="656967"/>
                  <a:pt x="258917" y="640523"/>
                  <a:pt x="260758" y="615440"/>
                </a:cubicBezTo>
                <a:cubicBezTo>
                  <a:pt x="254381" y="402496"/>
                  <a:pt x="308523" y="316551"/>
                  <a:pt x="260758" y="43458"/>
                </a:cubicBezTo>
                <a:cubicBezTo>
                  <a:pt x="257942" y="5312"/>
                  <a:pt x="377887" y="33461"/>
                  <a:pt x="521516" y="0"/>
                </a:cubicBezTo>
              </a:path>
            </a:pathLst>
          </a:custGeom>
          <a:ln w="28575">
            <a:solidFill>
              <a:schemeClr val="tx1"/>
            </a:solidFill>
            <a:extLst>
              <a:ext uri="{C807C97D-BFC1-408E-A445-0C87EB9F89A2}">
                <ask:lineSketchStyleProps xmlns:ask="http://schemas.microsoft.com/office/drawing/2018/sketchyshapes" sd="2035704394">
                  <a:prstGeom prst="leftBrace">
                    <a:avLst/>
                  </a:prstGeom>
                  <ask:type>
                    <ask:lineSketchScribble/>
                  </ask:type>
                </ask:lineSketchStyleProps>
              </a:ext>
            </a:extLst>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cxnSp>
        <p:nvCxnSpPr>
          <p:cNvPr id="1089" name="Connector: Curved 1088">
            <a:extLst>
              <a:ext uri="{FF2B5EF4-FFF2-40B4-BE49-F238E27FC236}">
                <a16:creationId xmlns:a16="http://schemas.microsoft.com/office/drawing/2014/main" id="{13B06C95-57A5-FC78-EDA0-70DEDD2743BE}"/>
              </a:ext>
            </a:extLst>
          </p:cNvPr>
          <p:cNvCxnSpPr>
            <a:cxnSpLocks/>
            <a:stCxn id="22" idx="3"/>
          </p:cNvCxnSpPr>
          <p:nvPr/>
        </p:nvCxnSpPr>
        <p:spPr>
          <a:xfrm>
            <a:off x="4188924" y="4426088"/>
            <a:ext cx="1823641" cy="2445120"/>
          </a:xfrm>
          <a:prstGeom prst="curvedConnector2">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1192" name="Group 1191">
            <a:extLst>
              <a:ext uri="{FF2B5EF4-FFF2-40B4-BE49-F238E27FC236}">
                <a16:creationId xmlns:a16="http://schemas.microsoft.com/office/drawing/2014/main" id="{EBAC9022-43B2-2AFF-D904-DB236085875F}"/>
              </a:ext>
            </a:extLst>
          </p:cNvPr>
          <p:cNvGrpSpPr/>
          <p:nvPr/>
        </p:nvGrpSpPr>
        <p:grpSpPr>
          <a:xfrm>
            <a:off x="6825019" y="7624010"/>
            <a:ext cx="2994195" cy="768741"/>
            <a:chOff x="6920633" y="7870115"/>
            <a:chExt cx="2994195" cy="768741"/>
          </a:xfrm>
        </p:grpSpPr>
        <p:grpSp>
          <p:nvGrpSpPr>
            <p:cNvPr id="1095" name="Group 1094">
              <a:extLst>
                <a:ext uri="{FF2B5EF4-FFF2-40B4-BE49-F238E27FC236}">
                  <a16:creationId xmlns:a16="http://schemas.microsoft.com/office/drawing/2014/main" id="{24C39C12-2546-9965-89A4-44CC4FB4D571}"/>
                </a:ext>
              </a:extLst>
            </p:cNvPr>
            <p:cNvGrpSpPr/>
            <p:nvPr/>
          </p:nvGrpSpPr>
          <p:grpSpPr>
            <a:xfrm rot="499789">
              <a:off x="6920633" y="7870115"/>
              <a:ext cx="359184" cy="546450"/>
              <a:chOff x="7464127" y="8738633"/>
              <a:chExt cx="359184" cy="546450"/>
            </a:xfrm>
          </p:grpSpPr>
          <p:sp>
            <p:nvSpPr>
              <p:cNvPr id="1094" name="TextBox 1093">
                <a:extLst>
                  <a:ext uri="{FF2B5EF4-FFF2-40B4-BE49-F238E27FC236}">
                    <a16:creationId xmlns:a16="http://schemas.microsoft.com/office/drawing/2014/main" id="{18A7F89F-D2A2-7095-BCD9-F6F7178977BB}"/>
                  </a:ext>
                </a:extLst>
              </p:cNvPr>
              <p:cNvSpPr txBox="1"/>
              <p:nvPr/>
            </p:nvSpPr>
            <p:spPr>
              <a:xfrm>
                <a:off x="7495977" y="8738633"/>
                <a:ext cx="327334" cy="523220"/>
              </a:xfrm>
              <a:prstGeom prst="rect">
                <a:avLst/>
              </a:prstGeom>
              <a:noFill/>
            </p:spPr>
            <p:txBody>
              <a:bodyPr wrap="none" rtlCol="0">
                <a:spAutoFit/>
              </a:bodyPr>
              <a:lstStyle/>
              <a:p>
                <a:r>
                  <a:rPr lang="en-US" sz="2800" dirty="0">
                    <a:solidFill>
                      <a:srgbClr val="FFC000"/>
                    </a:solidFill>
                    <a:latin typeface="SKETCHNOTE" pitchFamily="50" charset="0"/>
                  </a:rPr>
                  <a:t>?</a:t>
                </a:r>
                <a:endParaRPr lang="en-IN" sz="2800" dirty="0">
                  <a:solidFill>
                    <a:srgbClr val="FFC000"/>
                  </a:solidFill>
                  <a:latin typeface="SKETCHNOTE" pitchFamily="50" charset="0"/>
                </a:endParaRPr>
              </a:p>
            </p:txBody>
          </p:sp>
          <p:sp>
            <p:nvSpPr>
              <p:cNvPr id="1093" name="TextBox 1092">
                <a:extLst>
                  <a:ext uri="{FF2B5EF4-FFF2-40B4-BE49-F238E27FC236}">
                    <a16:creationId xmlns:a16="http://schemas.microsoft.com/office/drawing/2014/main" id="{171725BA-D6DE-6653-5597-E1BF5CF79004}"/>
                  </a:ext>
                </a:extLst>
              </p:cNvPr>
              <p:cNvSpPr txBox="1"/>
              <p:nvPr/>
            </p:nvSpPr>
            <p:spPr>
              <a:xfrm>
                <a:off x="7464127" y="8761863"/>
                <a:ext cx="327334" cy="523220"/>
              </a:xfrm>
              <a:prstGeom prst="rect">
                <a:avLst/>
              </a:prstGeom>
              <a:noFill/>
            </p:spPr>
            <p:txBody>
              <a:bodyPr wrap="none" rtlCol="0">
                <a:spAutoFit/>
              </a:bodyPr>
              <a:lstStyle/>
              <a:p>
                <a:r>
                  <a:rPr lang="en-US" sz="2800" dirty="0">
                    <a:latin typeface="SKETCHNOTE" pitchFamily="50" charset="0"/>
                  </a:rPr>
                  <a:t>?</a:t>
                </a:r>
                <a:endParaRPr lang="en-IN" sz="2800" dirty="0">
                  <a:latin typeface="SKETCHNOTE" pitchFamily="50" charset="0"/>
                </a:endParaRPr>
              </a:p>
            </p:txBody>
          </p:sp>
        </p:grpSp>
        <p:grpSp>
          <p:nvGrpSpPr>
            <p:cNvPr id="1191" name="Group 1190">
              <a:extLst>
                <a:ext uri="{FF2B5EF4-FFF2-40B4-BE49-F238E27FC236}">
                  <a16:creationId xmlns:a16="http://schemas.microsoft.com/office/drawing/2014/main" id="{87837C9E-226D-3C96-6B57-80812B3844CF}"/>
                </a:ext>
              </a:extLst>
            </p:cNvPr>
            <p:cNvGrpSpPr/>
            <p:nvPr/>
          </p:nvGrpSpPr>
          <p:grpSpPr>
            <a:xfrm>
              <a:off x="7100225" y="8030769"/>
              <a:ext cx="2814603" cy="608087"/>
              <a:chOff x="7100225" y="8030769"/>
              <a:chExt cx="2814603" cy="608087"/>
            </a:xfrm>
          </p:grpSpPr>
          <p:sp>
            <p:nvSpPr>
              <p:cNvPr id="1096" name="Rectangle 4">
                <a:extLst>
                  <a:ext uri="{FF2B5EF4-FFF2-40B4-BE49-F238E27FC236}">
                    <a16:creationId xmlns:a16="http://schemas.microsoft.com/office/drawing/2014/main" id="{0E7E0BAE-DDD5-CAD0-CD09-E3838408A57E}"/>
                  </a:ext>
                </a:extLst>
              </p:cNvPr>
              <p:cNvSpPr>
                <a:spLocks noChangeArrowheads="1"/>
              </p:cNvSpPr>
              <p:nvPr/>
            </p:nvSpPr>
            <p:spPr bwMode="auto">
              <a:xfrm>
                <a:off x="7100225" y="8030769"/>
                <a:ext cx="27216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FF0000"/>
                    </a:solidFill>
                    <a:latin typeface="Dreaming Outloud Pro" panose="020F0502020204030204" pitchFamily="66" charset="0"/>
                    <a:cs typeface="Dreaming Outloud Pro" panose="020F0502020204030204" pitchFamily="66" charset="0"/>
                  </a:rPr>
                  <a:t>low liquid density (0.68  g/ml) and high vapor volume</a:t>
                </a:r>
              </a:p>
            </p:txBody>
          </p:sp>
          <mc:AlternateContent xmlns:mc="http://schemas.openxmlformats.org/markup-compatibility/2006">
            <mc:Choice xmlns:p14="http://schemas.microsoft.com/office/powerpoint/2010/main" Requires="p14">
              <p:contentPart p14:bwMode="auto" r:id="rId95">
                <p14:nvContentPartPr>
                  <p14:cNvPr id="1097" name="Ink 1096">
                    <a:extLst>
                      <a:ext uri="{FF2B5EF4-FFF2-40B4-BE49-F238E27FC236}">
                        <a16:creationId xmlns:a16="http://schemas.microsoft.com/office/drawing/2014/main" id="{BB4795C7-AAB8-C5CE-BF3A-C6CF25A20972}"/>
                      </a:ext>
                    </a:extLst>
                  </p14:cNvPr>
                  <p14:cNvContentPartPr/>
                  <p14:nvPr/>
                </p14:nvContentPartPr>
                <p14:xfrm>
                  <a:off x="7219112" y="8270216"/>
                  <a:ext cx="2397600" cy="28800"/>
                </p14:xfrm>
              </p:contentPart>
            </mc:Choice>
            <mc:Fallback>
              <p:pic>
                <p:nvPicPr>
                  <p:cNvPr id="1097" name="Ink 1096">
                    <a:extLst>
                      <a:ext uri="{FF2B5EF4-FFF2-40B4-BE49-F238E27FC236}">
                        <a16:creationId xmlns:a16="http://schemas.microsoft.com/office/drawing/2014/main" id="{BB4795C7-AAB8-C5CE-BF3A-C6CF25A20972}"/>
                      </a:ext>
                    </a:extLst>
                  </p:cNvPr>
                  <p:cNvPicPr/>
                  <p:nvPr/>
                </p:nvPicPr>
                <p:blipFill>
                  <a:blip r:embed="rId96"/>
                  <a:stretch>
                    <a:fillRect/>
                  </a:stretch>
                </p:blipFill>
                <p:spPr>
                  <a:xfrm>
                    <a:off x="7212992" y="8264096"/>
                    <a:ext cx="2409840" cy="4104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1099" name="Ink 1098">
                    <a:extLst>
                      <a:ext uri="{FF2B5EF4-FFF2-40B4-BE49-F238E27FC236}">
                        <a16:creationId xmlns:a16="http://schemas.microsoft.com/office/drawing/2014/main" id="{073F1EB1-C57B-4024-3C88-B34E170E47E8}"/>
                      </a:ext>
                    </a:extLst>
                  </p14:cNvPr>
                  <p14:cNvContentPartPr/>
                  <p14:nvPr/>
                </p14:nvContentPartPr>
                <p14:xfrm>
                  <a:off x="7246472" y="8543096"/>
                  <a:ext cx="1365120" cy="360"/>
                </p14:xfrm>
              </p:contentPart>
            </mc:Choice>
            <mc:Fallback>
              <p:pic>
                <p:nvPicPr>
                  <p:cNvPr id="1099" name="Ink 1098">
                    <a:extLst>
                      <a:ext uri="{FF2B5EF4-FFF2-40B4-BE49-F238E27FC236}">
                        <a16:creationId xmlns:a16="http://schemas.microsoft.com/office/drawing/2014/main" id="{073F1EB1-C57B-4024-3C88-B34E170E47E8}"/>
                      </a:ext>
                    </a:extLst>
                  </p:cNvPr>
                  <p:cNvPicPr/>
                  <p:nvPr/>
                </p:nvPicPr>
                <p:blipFill>
                  <a:blip r:embed="rId98"/>
                  <a:stretch>
                    <a:fillRect/>
                  </a:stretch>
                </p:blipFill>
                <p:spPr>
                  <a:xfrm>
                    <a:off x="7240352" y="8536976"/>
                    <a:ext cx="1377360" cy="12600"/>
                  </a:xfrm>
                  <a:prstGeom prst="rect">
                    <a:avLst/>
                  </a:prstGeom>
                </p:spPr>
              </p:pic>
            </mc:Fallback>
          </mc:AlternateContent>
          <p:sp>
            <p:nvSpPr>
              <p:cNvPr id="1100" name="TextBox 1099">
                <a:extLst>
                  <a:ext uri="{FF2B5EF4-FFF2-40B4-BE49-F238E27FC236}">
                    <a16:creationId xmlns:a16="http://schemas.microsoft.com/office/drawing/2014/main" id="{BD5D1BAA-9D07-E61E-D3EF-B4DD03ABA338}"/>
                  </a:ext>
                </a:extLst>
              </p:cNvPr>
              <p:cNvSpPr txBox="1"/>
              <p:nvPr/>
            </p:nvSpPr>
            <p:spPr>
              <a:xfrm rot="20021187">
                <a:off x="8677373" y="8289095"/>
                <a:ext cx="1237455" cy="307777"/>
              </a:xfrm>
              <a:prstGeom prst="rect">
                <a:avLst/>
              </a:prstGeom>
              <a:noFill/>
            </p:spPr>
            <p:txBody>
              <a:bodyPr wrap="none" rtlCol="0">
                <a:spAutoFit/>
              </a:bodyPr>
              <a:lstStyle/>
              <a:p>
                <a:r>
                  <a:rPr lang="en-US" sz="1400" dirty="0">
                    <a:latin typeface="Dreaming Outloud Pro" panose="020F0502020204030204" pitchFamily="66" charset="0"/>
                    <a:cs typeface="Dreaming Outloud Pro" panose="020F0502020204030204" pitchFamily="66" charset="0"/>
                  </a:rPr>
                  <a:t>contradicting</a:t>
                </a:r>
                <a:endParaRPr lang="en-IN" sz="1400" dirty="0">
                  <a:latin typeface="Dreaming Outloud Pro" panose="020F0502020204030204" pitchFamily="66" charset="0"/>
                  <a:cs typeface="Dreaming Outloud Pro" panose="020F0502020204030204" pitchFamily="66" charset="0"/>
                </a:endParaRPr>
              </a:p>
            </p:txBody>
          </p:sp>
          <mc:AlternateContent xmlns:mc="http://schemas.openxmlformats.org/markup-compatibility/2006">
            <mc:Choice xmlns:p14="http://schemas.microsoft.com/office/powerpoint/2010/main" Requires="p14">
              <p:contentPart p14:bwMode="auto" r:id="rId99">
                <p14:nvContentPartPr>
                  <p14:cNvPr id="1102" name="Ink 1101">
                    <a:extLst>
                      <a:ext uri="{FF2B5EF4-FFF2-40B4-BE49-F238E27FC236}">
                        <a16:creationId xmlns:a16="http://schemas.microsoft.com/office/drawing/2014/main" id="{F7531DA5-9BD6-375A-7400-DBC55276BDB1}"/>
                      </a:ext>
                    </a:extLst>
                  </p14:cNvPr>
                  <p14:cNvContentPartPr/>
                  <p14:nvPr/>
                </p14:nvContentPartPr>
                <p14:xfrm>
                  <a:off x="9088952" y="8343486"/>
                  <a:ext cx="467609" cy="199969"/>
                </p14:xfrm>
              </p:contentPart>
            </mc:Choice>
            <mc:Fallback>
              <p:pic>
                <p:nvPicPr>
                  <p:cNvPr id="1102" name="Ink 1101">
                    <a:extLst>
                      <a:ext uri="{FF2B5EF4-FFF2-40B4-BE49-F238E27FC236}">
                        <a16:creationId xmlns:a16="http://schemas.microsoft.com/office/drawing/2014/main" id="{F7531DA5-9BD6-375A-7400-DBC55276BDB1}"/>
                      </a:ext>
                    </a:extLst>
                  </p:cNvPr>
                  <p:cNvPicPr/>
                  <p:nvPr/>
                </p:nvPicPr>
                <p:blipFill>
                  <a:blip r:embed="rId100"/>
                  <a:stretch>
                    <a:fillRect/>
                  </a:stretch>
                </p:blipFill>
                <p:spPr>
                  <a:xfrm>
                    <a:off x="9052954" y="8271555"/>
                    <a:ext cx="539244" cy="343472"/>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1103" name="Ink 1102">
                    <a:extLst>
                      <a:ext uri="{FF2B5EF4-FFF2-40B4-BE49-F238E27FC236}">
                        <a16:creationId xmlns:a16="http://schemas.microsoft.com/office/drawing/2014/main" id="{F6DA4A2E-4BCB-48B5-410C-18C0D4448FD1}"/>
                      </a:ext>
                    </a:extLst>
                  </p14:cNvPr>
                  <p14:cNvContentPartPr/>
                  <p14:nvPr/>
                </p14:nvContentPartPr>
                <p14:xfrm>
                  <a:off x="8884112" y="8561096"/>
                  <a:ext cx="140400" cy="77760"/>
                </p14:xfrm>
              </p:contentPart>
            </mc:Choice>
            <mc:Fallback>
              <p:pic>
                <p:nvPicPr>
                  <p:cNvPr id="1103" name="Ink 1102">
                    <a:extLst>
                      <a:ext uri="{FF2B5EF4-FFF2-40B4-BE49-F238E27FC236}">
                        <a16:creationId xmlns:a16="http://schemas.microsoft.com/office/drawing/2014/main" id="{F6DA4A2E-4BCB-48B5-410C-18C0D4448FD1}"/>
                      </a:ext>
                    </a:extLst>
                  </p:cNvPr>
                  <p:cNvPicPr/>
                  <p:nvPr/>
                </p:nvPicPr>
                <p:blipFill>
                  <a:blip r:embed="rId102"/>
                  <a:stretch>
                    <a:fillRect/>
                  </a:stretch>
                </p:blipFill>
                <p:spPr>
                  <a:xfrm>
                    <a:off x="8848472" y="8489456"/>
                    <a:ext cx="212040" cy="221400"/>
                  </a:xfrm>
                  <a:prstGeom prst="rect">
                    <a:avLst/>
                  </a:prstGeom>
                </p:spPr>
              </p:pic>
            </mc:Fallback>
          </mc:AlternateContent>
        </p:grpSp>
      </p:grpSp>
      <p:grpSp>
        <p:nvGrpSpPr>
          <p:cNvPr id="1109" name="Group 1108">
            <a:extLst>
              <a:ext uri="{FF2B5EF4-FFF2-40B4-BE49-F238E27FC236}">
                <a16:creationId xmlns:a16="http://schemas.microsoft.com/office/drawing/2014/main" id="{48BD0073-FE73-4742-E148-9F8D7ADAF2DF}"/>
              </a:ext>
            </a:extLst>
          </p:cNvPr>
          <p:cNvGrpSpPr/>
          <p:nvPr/>
        </p:nvGrpSpPr>
        <p:grpSpPr>
          <a:xfrm>
            <a:off x="594485" y="6125214"/>
            <a:ext cx="4470521" cy="3207721"/>
            <a:chOff x="471985" y="6038597"/>
            <a:chExt cx="4470521" cy="3207721"/>
          </a:xfrm>
        </p:grpSpPr>
        <p:sp>
          <p:nvSpPr>
            <p:cNvPr id="1105" name="TextBox 1104">
              <a:extLst>
                <a:ext uri="{FF2B5EF4-FFF2-40B4-BE49-F238E27FC236}">
                  <a16:creationId xmlns:a16="http://schemas.microsoft.com/office/drawing/2014/main" id="{A2139965-556F-1F19-A142-71F6C6105475}"/>
                </a:ext>
              </a:extLst>
            </p:cNvPr>
            <p:cNvSpPr txBox="1"/>
            <p:nvPr/>
          </p:nvSpPr>
          <p:spPr>
            <a:xfrm>
              <a:off x="471985" y="6038597"/>
              <a:ext cx="3540715" cy="954107"/>
            </a:xfrm>
            <a:prstGeom prst="rect">
              <a:avLst/>
            </a:prstGeom>
            <a:noFill/>
          </p:spPr>
          <p:txBody>
            <a:bodyPr wrap="square">
              <a:spAutoFit/>
            </a:bodyPr>
            <a:lstStyle/>
            <a:p>
              <a:r>
                <a:rPr lang="en-US" sz="1400" dirty="0">
                  <a:latin typeface="Dreaming Outloud Pro" panose="020F0502020204030204" pitchFamily="66" charset="0"/>
                  <a:cs typeface="Dreaming Outloud Pro" panose="020F0502020204030204" pitchFamily="66" charset="0"/>
                </a:rPr>
                <a:t>The initial 5 \ml flow rate must first saturate the 10 ml hold-up volume with this vapor before any steady-state condensation can occur.</a:t>
              </a:r>
              <a:endParaRPr lang="en-IN" sz="1400" dirty="0">
                <a:latin typeface="Dreaming Outloud Pro" panose="020F0502020204030204" pitchFamily="66" charset="0"/>
                <a:cs typeface="Dreaming Outloud Pro" panose="020F0502020204030204" pitchFamily="66" charset="0"/>
              </a:endParaRPr>
            </a:p>
          </p:txBody>
        </p:sp>
        <p:sp>
          <p:nvSpPr>
            <p:cNvPr id="1106" name="Rectangle 5">
              <a:extLst>
                <a:ext uri="{FF2B5EF4-FFF2-40B4-BE49-F238E27FC236}">
                  <a16:creationId xmlns:a16="http://schemas.microsoft.com/office/drawing/2014/main" id="{671A0594-4B35-FB29-AFA7-0BF753AE6675}"/>
                </a:ext>
              </a:extLst>
            </p:cNvPr>
            <p:cNvSpPr>
              <a:spLocks noChangeArrowheads="1"/>
            </p:cNvSpPr>
            <p:nvPr/>
          </p:nvSpPr>
          <p:spPr bwMode="auto">
            <a:xfrm>
              <a:off x="471985" y="6914841"/>
              <a:ext cx="4299045"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latin typeface="Dreaming Outloud Pro" panose="020F0502020204030204" pitchFamily="66" charset="0"/>
                  <a:cs typeface="Dreaming Outloud Pro" panose="020F0502020204030204" pitchFamily="66" charset="0"/>
                </a:rPr>
                <a:t>the low liquid density and high vapor volume, consumes a significant amount of the initial liquid feed before the condensation rate can truly start exceeding the vaporization rate. The 5</a:t>
              </a:r>
              <a:r>
                <a:rPr lang="en-US" altLang="en-US" sz="1400" baseline="30000" dirty="0">
                  <a:latin typeface="Dreaming Outloud Pro" panose="020F0502020204030204" pitchFamily="66" charset="0"/>
                  <a:cs typeface="Dreaming Outloud Pro" panose="020F0502020204030204" pitchFamily="66" charset="0"/>
                </a:rPr>
                <a:t>o</a:t>
              </a:r>
              <a:r>
                <a:rPr lang="en-US" altLang="en-US" sz="1400" dirty="0">
                  <a:latin typeface="Dreaming Outloud Pro" panose="020F0502020204030204" pitchFamily="66" charset="0"/>
                  <a:cs typeface="Dreaming Outloud Pro" panose="020F0502020204030204" pitchFamily="66" charset="0"/>
                </a:rPr>
                <a:t>C in the separator is enough to condense some vapor, but not enough to completely suppress vaporization.</a:t>
              </a:r>
            </a:p>
          </p:txBody>
        </p:sp>
        <p:sp>
          <p:nvSpPr>
            <p:cNvPr id="1108" name="TextBox 1107">
              <a:extLst>
                <a:ext uri="{FF2B5EF4-FFF2-40B4-BE49-F238E27FC236}">
                  <a16:creationId xmlns:a16="http://schemas.microsoft.com/office/drawing/2014/main" id="{2E7845DD-6506-834D-B8F3-E2A1CAF6AF9C}"/>
                </a:ext>
              </a:extLst>
            </p:cNvPr>
            <p:cNvSpPr txBox="1"/>
            <p:nvPr/>
          </p:nvSpPr>
          <p:spPr>
            <a:xfrm>
              <a:off x="471985" y="8292211"/>
              <a:ext cx="4470521" cy="954107"/>
            </a:xfrm>
            <a:prstGeom prst="rect">
              <a:avLst/>
            </a:prstGeom>
            <a:noFill/>
          </p:spPr>
          <p:txBody>
            <a:bodyPr wrap="square">
              <a:spAutoFit/>
            </a:bodyPr>
            <a:lstStyle/>
            <a:p>
              <a:r>
                <a:rPr lang="en-US" sz="1400" dirty="0">
                  <a:latin typeface="Dreaming Outloud Pro" panose="020F0502020204030204" pitchFamily="66" charset="0"/>
                  <a:cs typeface="Dreaming Outloud Pro" panose="020F0502020204030204" pitchFamily="66" charset="0"/>
                </a:rPr>
                <a:t>a large amount of the incoming liquid immediately flashes/vaporizes upon entering the lower-pressure, warmer section of the separator before reaching the coldest condensing surface.</a:t>
              </a:r>
              <a:endParaRPr lang="en-IN" sz="1400" dirty="0">
                <a:latin typeface="Dreaming Outloud Pro" panose="020F0502020204030204" pitchFamily="66" charset="0"/>
                <a:cs typeface="Dreaming Outloud Pro" panose="020F0502020204030204" pitchFamily="66" charset="0"/>
              </a:endParaRPr>
            </a:p>
          </p:txBody>
        </p:sp>
      </p:grpSp>
      <p:sp>
        <p:nvSpPr>
          <p:cNvPr id="1110" name="Left Brace 1109">
            <a:extLst>
              <a:ext uri="{FF2B5EF4-FFF2-40B4-BE49-F238E27FC236}">
                <a16:creationId xmlns:a16="http://schemas.microsoft.com/office/drawing/2014/main" id="{84E5FDA1-D33C-7485-3641-525505B5AE36}"/>
              </a:ext>
            </a:extLst>
          </p:cNvPr>
          <p:cNvSpPr/>
          <p:nvPr/>
        </p:nvSpPr>
        <p:spPr>
          <a:xfrm rot="5400000">
            <a:off x="2241063" y="4084820"/>
            <a:ext cx="475551" cy="3932886"/>
          </a:xfrm>
          <a:custGeom>
            <a:avLst/>
            <a:gdLst>
              <a:gd name="connsiteX0" fmla="*/ 475551 w 475551"/>
              <a:gd name="connsiteY0" fmla="*/ 3932886 h 3932886"/>
              <a:gd name="connsiteX1" fmla="*/ 237775 w 475551"/>
              <a:gd name="connsiteY1" fmla="*/ 3893258 h 3932886"/>
              <a:gd name="connsiteX2" fmla="*/ 237776 w 475551"/>
              <a:gd name="connsiteY2" fmla="*/ 2006071 h 3932886"/>
              <a:gd name="connsiteX3" fmla="*/ 0 w 475551"/>
              <a:gd name="connsiteY3" fmla="*/ 1966443 h 3932886"/>
              <a:gd name="connsiteX4" fmla="*/ 237776 w 475551"/>
              <a:gd name="connsiteY4" fmla="*/ 1926815 h 3932886"/>
              <a:gd name="connsiteX5" fmla="*/ 237776 w 475551"/>
              <a:gd name="connsiteY5" fmla="*/ 1455018 h 3932886"/>
              <a:gd name="connsiteX6" fmla="*/ 237776 w 475551"/>
              <a:gd name="connsiteY6" fmla="*/ 1002093 h 3932886"/>
              <a:gd name="connsiteX7" fmla="*/ 237776 w 475551"/>
              <a:gd name="connsiteY7" fmla="*/ 492553 h 3932886"/>
              <a:gd name="connsiteX8" fmla="*/ 237776 w 475551"/>
              <a:gd name="connsiteY8" fmla="*/ 39628 h 3932886"/>
              <a:gd name="connsiteX9" fmla="*/ 475552 w 475551"/>
              <a:gd name="connsiteY9" fmla="*/ 0 h 3932886"/>
              <a:gd name="connsiteX10" fmla="*/ 475551 w 475551"/>
              <a:gd name="connsiteY10" fmla="*/ 3932886 h 3932886"/>
              <a:gd name="connsiteX0" fmla="*/ 475551 w 475551"/>
              <a:gd name="connsiteY0" fmla="*/ 3932886 h 3932886"/>
              <a:gd name="connsiteX1" fmla="*/ 237775 w 475551"/>
              <a:gd name="connsiteY1" fmla="*/ 3893258 h 3932886"/>
              <a:gd name="connsiteX2" fmla="*/ 237776 w 475551"/>
              <a:gd name="connsiteY2" fmla="*/ 2006071 h 3932886"/>
              <a:gd name="connsiteX3" fmla="*/ 0 w 475551"/>
              <a:gd name="connsiteY3" fmla="*/ 1966443 h 3932886"/>
              <a:gd name="connsiteX4" fmla="*/ 237776 w 475551"/>
              <a:gd name="connsiteY4" fmla="*/ 1926815 h 3932886"/>
              <a:gd name="connsiteX5" fmla="*/ 237776 w 475551"/>
              <a:gd name="connsiteY5" fmla="*/ 1455018 h 3932886"/>
              <a:gd name="connsiteX6" fmla="*/ 237776 w 475551"/>
              <a:gd name="connsiteY6" fmla="*/ 1002093 h 3932886"/>
              <a:gd name="connsiteX7" fmla="*/ 237776 w 475551"/>
              <a:gd name="connsiteY7" fmla="*/ 549168 h 3932886"/>
              <a:gd name="connsiteX8" fmla="*/ 237776 w 475551"/>
              <a:gd name="connsiteY8" fmla="*/ 39628 h 3932886"/>
              <a:gd name="connsiteX9" fmla="*/ 475552 w 475551"/>
              <a:gd name="connsiteY9" fmla="*/ 0 h 3932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5551" h="3932886" stroke="0" extrusionOk="0">
                <a:moveTo>
                  <a:pt x="475551" y="3932886"/>
                </a:moveTo>
                <a:cubicBezTo>
                  <a:pt x="341189" y="3930586"/>
                  <a:pt x="235456" y="3915882"/>
                  <a:pt x="237775" y="3893258"/>
                </a:cubicBezTo>
                <a:cubicBezTo>
                  <a:pt x="165709" y="3357483"/>
                  <a:pt x="420208" y="2590106"/>
                  <a:pt x="237776" y="2006071"/>
                </a:cubicBezTo>
                <a:cubicBezTo>
                  <a:pt x="239129" y="1974806"/>
                  <a:pt x="105736" y="1979484"/>
                  <a:pt x="0" y="1966443"/>
                </a:cubicBezTo>
                <a:cubicBezTo>
                  <a:pt x="129134" y="1966126"/>
                  <a:pt x="239673" y="1949840"/>
                  <a:pt x="237776" y="1926815"/>
                </a:cubicBezTo>
                <a:cubicBezTo>
                  <a:pt x="192788" y="1697767"/>
                  <a:pt x="238873" y="1631286"/>
                  <a:pt x="237776" y="1455018"/>
                </a:cubicBezTo>
                <a:cubicBezTo>
                  <a:pt x="236679" y="1278750"/>
                  <a:pt x="240426" y="1189781"/>
                  <a:pt x="237776" y="1002093"/>
                </a:cubicBezTo>
                <a:cubicBezTo>
                  <a:pt x="235126" y="814406"/>
                  <a:pt x="276329" y="604829"/>
                  <a:pt x="237776" y="492553"/>
                </a:cubicBezTo>
                <a:cubicBezTo>
                  <a:pt x="199223" y="380277"/>
                  <a:pt x="269929" y="134884"/>
                  <a:pt x="237776" y="39628"/>
                </a:cubicBezTo>
                <a:cubicBezTo>
                  <a:pt x="234297" y="1168"/>
                  <a:pt x="373998" y="8360"/>
                  <a:pt x="475552" y="0"/>
                </a:cubicBezTo>
                <a:cubicBezTo>
                  <a:pt x="221552" y="1241549"/>
                  <a:pt x="452020" y="2541529"/>
                  <a:pt x="475551" y="3932886"/>
                </a:cubicBezTo>
                <a:close/>
              </a:path>
              <a:path w="475551" h="3932886" fill="none" extrusionOk="0">
                <a:moveTo>
                  <a:pt x="475551" y="3932886"/>
                </a:moveTo>
                <a:cubicBezTo>
                  <a:pt x="346299" y="3932988"/>
                  <a:pt x="235615" y="3918407"/>
                  <a:pt x="237775" y="3893258"/>
                </a:cubicBezTo>
                <a:cubicBezTo>
                  <a:pt x="207215" y="3143673"/>
                  <a:pt x="235187" y="2603678"/>
                  <a:pt x="237776" y="2006071"/>
                </a:cubicBezTo>
                <a:cubicBezTo>
                  <a:pt x="257817" y="2002770"/>
                  <a:pt x="125526" y="1988951"/>
                  <a:pt x="0" y="1966443"/>
                </a:cubicBezTo>
                <a:cubicBezTo>
                  <a:pt x="130092" y="1965996"/>
                  <a:pt x="236373" y="1949525"/>
                  <a:pt x="237776" y="1926815"/>
                </a:cubicBezTo>
                <a:cubicBezTo>
                  <a:pt x="210894" y="1810311"/>
                  <a:pt x="249783" y="1666008"/>
                  <a:pt x="237776" y="1455018"/>
                </a:cubicBezTo>
                <a:cubicBezTo>
                  <a:pt x="225769" y="1244028"/>
                  <a:pt x="287989" y="1118511"/>
                  <a:pt x="237776" y="1002093"/>
                </a:cubicBezTo>
                <a:cubicBezTo>
                  <a:pt x="187563" y="885676"/>
                  <a:pt x="244023" y="713950"/>
                  <a:pt x="237776" y="549168"/>
                </a:cubicBezTo>
                <a:cubicBezTo>
                  <a:pt x="231529" y="384386"/>
                  <a:pt x="252824" y="220394"/>
                  <a:pt x="237776" y="39628"/>
                </a:cubicBezTo>
                <a:cubicBezTo>
                  <a:pt x="241468" y="40629"/>
                  <a:pt x="338138" y="13167"/>
                  <a:pt x="475552" y="0"/>
                </a:cubicBezTo>
              </a:path>
            </a:pathLst>
          </a:custGeom>
          <a:ln w="28575">
            <a:solidFill>
              <a:schemeClr val="tx1"/>
            </a:solidFill>
            <a:extLst>
              <a:ext uri="{C807C97D-BFC1-408E-A445-0C87EB9F89A2}">
                <ask:lineSketchStyleProps xmlns:ask="http://schemas.microsoft.com/office/drawing/2018/sketchyshapes" sd="2035704394">
                  <a:prstGeom prst="leftBrace">
                    <a:avLst/>
                  </a:prstGeom>
                  <ask:type>
                    <ask:lineSketchScribble/>
                  </ask:type>
                </ask:lineSketchStyleProps>
              </a:ext>
            </a:extLst>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grpSp>
        <p:nvGrpSpPr>
          <p:cNvPr id="1111" name="Group 1110">
            <a:extLst>
              <a:ext uri="{FF2B5EF4-FFF2-40B4-BE49-F238E27FC236}">
                <a16:creationId xmlns:a16="http://schemas.microsoft.com/office/drawing/2014/main" id="{9E7E79A3-10B1-CDF3-FB8B-4C5B4BE6FCF5}"/>
              </a:ext>
            </a:extLst>
          </p:cNvPr>
          <p:cNvGrpSpPr/>
          <p:nvPr/>
        </p:nvGrpSpPr>
        <p:grpSpPr>
          <a:xfrm rot="3328559">
            <a:off x="3270351" y="5818567"/>
            <a:ext cx="564599" cy="277843"/>
            <a:chOff x="3991705" y="7778816"/>
            <a:chExt cx="853717" cy="420120"/>
          </a:xfrm>
        </p:grpSpPr>
        <p:grpSp>
          <p:nvGrpSpPr>
            <p:cNvPr id="1112" name="Group 1111">
              <a:extLst>
                <a:ext uri="{FF2B5EF4-FFF2-40B4-BE49-F238E27FC236}">
                  <a16:creationId xmlns:a16="http://schemas.microsoft.com/office/drawing/2014/main" id="{72349D29-E4DC-3F0F-6724-066D47285E88}"/>
                </a:ext>
              </a:extLst>
            </p:cNvPr>
            <p:cNvGrpSpPr/>
            <p:nvPr/>
          </p:nvGrpSpPr>
          <p:grpSpPr>
            <a:xfrm rot="2038370">
              <a:off x="3991705" y="7820167"/>
              <a:ext cx="853717" cy="365850"/>
              <a:chOff x="3991705" y="7820167"/>
              <a:chExt cx="853717" cy="365850"/>
            </a:xfrm>
          </p:grpSpPr>
          <p:sp>
            <p:nvSpPr>
              <p:cNvPr id="1124" name="Arrow: Right 1123">
                <a:extLst>
                  <a:ext uri="{FF2B5EF4-FFF2-40B4-BE49-F238E27FC236}">
                    <a16:creationId xmlns:a16="http://schemas.microsoft.com/office/drawing/2014/main" id="{B13460C0-A0C8-CA00-627A-696645B97343}"/>
                  </a:ext>
                </a:extLst>
              </p:cNvPr>
              <p:cNvSpPr/>
              <p:nvPr/>
            </p:nvSpPr>
            <p:spPr>
              <a:xfrm>
                <a:off x="3991705" y="7820167"/>
                <a:ext cx="853717" cy="338554"/>
              </a:xfrm>
              <a:custGeom>
                <a:avLst/>
                <a:gdLst>
                  <a:gd name="connsiteX0" fmla="*/ 0 w 564599"/>
                  <a:gd name="connsiteY0" fmla="*/ 55975 h 223900"/>
                  <a:gd name="connsiteX1" fmla="*/ 452649 w 564599"/>
                  <a:gd name="connsiteY1" fmla="*/ 55975 h 223900"/>
                  <a:gd name="connsiteX2" fmla="*/ 452649 w 564599"/>
                  <a:gd name="connsiteY2" fmla="*/ 0 h 223900"/>
                  <a:gd name="connsiteX3" fmla="*/ 564599 w 564599"/>
                  <a:gd name="connsiteY3" fmla="*/ 111950 h 223900"/>
                  <a:gd name="connsiteX4" fmla="*/ 452649 w 564599"/>
                  <a:gd name="connsiteY4" fmla="*/ 223900 h 223900"/>
                  <a:gd name="connsiteX5" fmla="*/ 452649 w 564599"/>
                  <a:gd name="connsiteY5" fmla="*/ 167925 h 223900"/>
                  <a:gd name="connsiteX6" fmla="*/ 0 w 564599"/>
                  <a:gd name="connsiteY6" fmla="*/ 167925 h 223900"/>
                  <a:gd name="connsiteX7" fmla="*/ 0 w 564599"/>
                  <a:gd name="connsiteY7" fmla="*/ 55975 h 2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4599" h="223900" fill="none" extrusionOk="0">
                    <a:moveTo>
                      <a:pt x="0" y="55975"/>
                    </a:moveTo>
                    <a:cubicBezTo>
                      <a:pt x="117397" y="55010"/>
                      <a:pt x="317959" y="94323"/>
                      <a:pt x="452649" y="55975"/>
                    </a:cubicBezTo>
                    <a:cubicBezTo>
                      <a:pt x="450696" y="33392"/>
                      <a:pt x="455976" y="27156"/>
                      <a:pt x="452649" y="0"/>
                    </a:cubicBezTo>
                    <a:cubicBezTo>
                      <a:pt x="515819" y="36790"/>
                      <a:pt x="514177" y="73830"/>
                      <a:pt x="564599" y="111950"/>
                    </a:cubicBezTo>
                    <a:cubicBezTo>
                      <a:pt x="522949" y="175524"/>
                      <a:pt x="490358" y="180305"/>
                      <a:pt x="452649" y="223900"/>
                    </a:cubicBezTo>
                    <a:cubicBezTo>
                      <a:pt x="448315" y="212218"/>
                      <a:pt x="454616" y="193679"/>
                      <a:pt x="452649" y="167925"/>
                    </a:cubicBezTo>
                    <a:cubicBezTo>
                      <a:pt x="278394" y="203312"/>
                      <a:pt x="192946" y="114901"/>
                      <a:pt x="0" y="167925"/>
                    </a:cubicBezTo>
                    <a:cubicBezTo>
                      <a:pt x="-10607" y="118308"/>
                      <a:pt x="5224" y="84527"/>
                      <a:pt x="0" y="55975"/>
                    </a:cubicBezTo>
                    <a:close/>
                  </a:path>
                  <a:path w="564599" h="223900" stroke="0" extrusionOk="0">
                    <a:moveTo>
                      <a:pt x="0" y="55975"/>
                    </a:moveTo>
                    <a:cubicBezTo>
                      <a:pt x="160124" y="15083"/>
                      <a:pt x="317269" y="76413"/>
                      <a:pt x="452649" y="55975"/>
                    </a:cubicBezTo>
                    <a:cubicBezTo>
                      <a:pt x="451912" y="36268"/>
                      <a:pt x="459115" y="18121"/>
                      <a:pt x="452649" y="0"/>
                    </a:cubicBezTo>
                    <a:cubicBezTo>
                      <a:pt x="504084" y="27218"/>
                      <a:pt x="510168" y="68153"/>
                      <a:pt x="564599" y="111950"/>
                    </a:cubicBezTo>
                    <a:cubicBezTo>
                      <a:pt x="539855" y="141664"/>
                      <a:pt x="483001" y="191081"/>
                      <a:pt x="452649" y="223900"/>
                    </a:cubicBezTo>
                    <a:cubicBezTo>
                      <a:pt x="446822" y="198977"/>
                      <a:pt x="457008" y="195332"/>
                      <a:pt x="452649" y="167925"/>
                    </a:cubicBezTo>
                    <a:cubicBezTo>
                      <a:pt x="229760" y="209172"/>
                      <a:pt x="106782" y="166119"/>
                      <a:pt x="0" y="167925"/>
                    </a:cubicBezTo>
                    <a:cubicBezTo>
                      <a:pt x="-10201" y="119408"/>
                      <a:pt x="2018" y="89919"/>
                      <a:pt x="0" y="55975"/>
                    </a:cubicBezTo>
                    <a:close/>
                  </a:path>
                </a:pathLst>
              </a:custGeom>
              <a:solidFill>
                <a:srgbClr val="FFC000"/>
              </a:solidFill>
              <a:ln>
                <a:solidFill>
                  <a:schemeClr val="bg1"/>
                </a:solidFill>
                <a:extLst>
                  <a:ext uri="{C807C97D-BFC1-408E-A445-0C87EB9F89A2}">
                    <ask:lineSketchStyleProps xmlns:ask="http://schemas.microsoft.com/office/drawing/2018/sketchyshapes" sd="2909351710">
                      <a:prstGeom prst="right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5" name="Arrow: Right 1124">
                <a:extLst>
                  <a:ext uri="{FF2B5EF4-FFF2-40B4-BE49-F238E27FC236}">
                    <a16:creationId xmlns:a16="http://schemas.microsoft.com/office/drawing/2014/main" id="{DF8E91EA-78B0-9996-710F-E39543917DDC}"/>
                  </a:ext>
                </a:extLst>
              </p:cNvPr>
              <p:cNvSpPr/>
              <p:nvPr/>
            </p:nvSpPr>
            <p:spPr>
              <a:xfrm>
                <a:off x="3991705" y="7847463"/>
                <a:ext cx="853717" cy="338554"/>
              </a:xfrm>
              <a:custGeom>
                <a:avLst/>
                <a:gdLst>
                  <a:gd name="connsiteX0" fmla="*/ 0 w 564599"/>
                  <a:gd name="connsiteY0" fmla="*/ 55975 h 223900"/>
                  <a:gd name="connsiteX1" fmla="*/ 452649 w 564599"/>
                  <a:gd name="connsiteY1" fmla="*/ 55975 h 223900"/>
                  <a:gd name="connsiteX2" fmla="*/ 452649 w 564599"/>
                  <a:gd name="connsiteY2" fmla="*/ 0 h 223900"/>
                  <a:gd name="connsiteX3" fmla="*/ 564599 w 564599"/>
                  <a:gd name="connsiteY3" fmla="*/ 111950 h 223900"/>
                  <a:gd name="connsiteX4" fmla="*/ 452649 w 564599"/>
                  <a:gd name="connsiteY4" fmla="*/ 223900 h 223900"/>
                  <a:gd name="connsiteX5" fmla="*/ 452649 w 564599"/>
                  <a:gd name="connsiteY5" fmla="*/ 167925 h 223900"/>
                  <a:gd name="connsiteX6" fmla="*/ 0 w 564599"/>
                  <a:gd name="connsiteY6" fmla="*/ 167925 h 223900"/>
                  <a:gd name="connsiteX7" fmla="*/ 0 w 564599"/>
                  <a:gd name="connsiteY7" fmla="*/ 55975 h 2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4599" h="223900" extrusionOk="0">
                    <a:moveTo>
                      <a:pt x="0" y="55975"/>
                    </a:moveTo>
                    <a:cubicBezTo>
                      <a:pt x="160124" y="15083"/>
                      <a:pt x="317269" y="76413"/>
                      <a:pt x="452649" y="55975"/>
                    </a:cubicBezTo>
                    <a:cubicBezTo>
                      <a:pt x="451912" y="36268"/>
                      <a:pt x="459115" y="18121"/>
                      <a:pt x="452649" y="0"/>
                    </a:cubicBezTo>
                    <a:cubicBezTo>
                      <a:pt x="504084" y="27218"/>
                      <a:pt x="510168" y="68153"/>
                      <a:pt x="564599" y="111950"/>
                    </a:cubicBezTo>
                    <a:cubicBezTo>
                      <a:pt x="539855" y="141664"/>
                      <a:pt x="483001" y="191081"/>
                      <a:pt x="452649" y="223900"/>
                    </a:cubicBezTo>
                    <a:cubicBezTo>
                      <a:pt x="446822" y="198977"/>
                      <a:pt x="457008" y="195332"/>
                      <a:pt x="452649" y="167925"/>
                    </a:cubicBezTo>
                    <a:cubicBezTo>
                      <a:pt x="229760" y="209172"/>
                      <a:pt x="106782" y="166119"/>
                      <a:pt x="0" y="167925"/>
                    </a:cubicBezTo>
                    <a:cubicBezTo>
                      <a:pt x="-10201" y="119408"/>
                      <a:pt x="2018" y="89919"/>
                      <a:pt x="0" y="55975"/>
                    </a:cubicBezTo>
                    <a:close/>
                  </a:path>
                </a:pathLst>
              </a:custGeom>
              <a:noFill/>
              <a:ln>
                <a:solidFill>
                  <a:schemeClr val="tx1"/>
                </a:solidFill>
                <a:extLst>
                  <a:ext uri="{C807C97D-BFC1-408E-A445-0C87EB9F89A2}">
                    <ask:lineSketchStyleProps xmlns:ask="http://schemas.microsoft.com/office/drawing/2018/sketchyshapes" sd="2909351710">
                      <a:prstGeom prst="right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113" name="Group 1112">
              <a:extLst>
                <a:ext uri="{FF2B5EF4-FFF2-40B4-BE49-F238E27FC236}">
                  <a16:creationId xmlns:a16="http://schemas.microsoft.com/office/drawing/2014/main" id="{A8A02913-07C7-D44D-8423-A5FCA61061A1}"/>
                </a:ext>
              </a:extLst>
            </p:cNvPr>
            <p:cNvGrpSpPr/>
            <p:nvPr/>
          </p:nvGrpSpPr>
          <p:grpSpPr>
            <a:xfrm>
              <a:off x="4148312" y="7778816"/>
              <a:ext cx="532800" cy="420120"/>
              <a:chOff x="4148312" y="7778816"/>
              <a:chExt cx="532800" cy="420120"/>
            </a:xfrm>
          </p:grpSpPr>
          <mc:AlternateContent xmlns:mc="http://schemas.openxmlformats.org/markup-compatibility/2006">
            <mc:Choice xmlns:p14="http://schemas.microsoft.com/office/powerpoint/2010/main" Requires="p14">
              <p:contentPart p14:bwMode="auto" r:id="rId103">
                <p14:nvContentPartPr>
                  <p14:cNvPr id="1114" name="Ink 1113">
                    <a:extLst>
                      <a:ext uri="{FF2B5EF4-FFF2-40B4-BE49-F238E27FC236}">
                        <a16:creationId xmlns:a16="http://schemas.microsoft.com/office/drawing/2014/main" id="{352654BA-1858-35D5-19B6-AE70D2241D32}"/>
                      </a:ext>
                    </a:extLst>
                  </p14:cNvPr>
                  <p14:cNvContentPartPr/>
                  <p14:nvPr/>
                </p14:nvContentPartPr>
                <p14:xfrm>
                  <a:off x="4148312" y="7778816"/>
                  <a:ext cx="14040" cy="78840"/>
                </p14:xfrm>
              </p:contentPart>
            </mc:Choice>
            <mc:Fallback>
              <p:pic>
                <p:nvPicPr>
                  <p:cNvPr id="1114" name="Ink 1113">
                    <a:extLst>
                      <a:ext uri="{FF2B5EF4-FFF2-40B4-BE49-F238E27FC236}">
                        <a16:creationId xmlns:a16="http://schemas.microsoft.com/office/drawing/2014/main" id="{352654BA-1858-35D5-19B6-AE70D2241D32}"/>
                      </a:ext>
                    </a:extLst>
                  </p:cNvPr>
                  <p:cNvPicPr/>
                  <p:nvPr/>
                </p:nvPicPr>
                <p:blipFill>
                  <a:blip r:embed="rId76"/>
                  <a:stretch>
                    <a:fillRect/>
                  </a:stretch>
                </p:blipFill>
                <p:spPr>
                  <a:xfrm>
                    <a:off x="4141832" y="7772291"/>
                    <a:ext cx="27000" cy="91889"/>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1115" name="Ink 1114">
                    <a:extLst>
                      <a:ext uri="{FF2B5EF4-FFF2-40B4-BE49-F238E27FC236}">
                        <a16:creationId xmlns:a16="http://schemas.microsoft.com/office/drawing/2014/main" id="{F96D28BA-D0CC-3B18-FB74-9117EC8922AE}"/>
                      </a:ext>
                    </a:extLst>
                  </p14:cNvPr>
                  <p14:cNvContentPartPr/>
                  <p14:nvPr/>
                </p14:nvContentPartPr>
                <p14:xfrm>
                  <a:off x="4243712" y="7860896"/>
                  <a:ext cx="5760" cy="73440"/>
                </p14:xfrm>
              </p:contentPart>
            </mc:Choice>
            <mc:Fallback>
              <p:pic>
                <p:nvPicPr>
                  <p:cNvPr id="1115" name="Ink 1114">
                    <a:extLst>
                      <a:ext uri="{FF2B5EF4-FFF2-40B4-BE49-F238E27FC236}">
                        <a16:creationId xmlns:a16="http://schemas.microsoft.com/office/drawing/2014/main" id="{F96D28BA-D0CC-3B18-FB74-9117EC8922AE}"/>
                      </a:ext>
                    </a:extLst>
                  </p:cNvPr>
                  <p:cNvPicPr/>
                  <p:nvPr/>
                </p:nvPicPr>
                <p:blipFill>
                  <a:blip r:embed="rId78"/>
                  <a:stretch>
                    <a:fillRect/>
                  </a:stretch>
                </p:blipFill>
                <p:spPr>
                  <a:xfrm>
                    <a:off x="4237428" y="7854368"/>
                    <a:ext cx="18327" cy="86496"/>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1116" name="Ink 1115">
                    <a:extLst>
                      <a:ext uri="{FF2B5EF4-FFF2-40B4-BE49-F238E27FC236}">
                        <a16:creationId xmlns:a16="http://schemas.microsoft.com/office/drawing/2014/main" id="{E1527F4E-B494-96B0-5754-029D7F958689}"/>
                      </a:ext>
                    </a:extLst>
                  </p14:cNvPr>
                  <p14:cNvContentPartPr/>
                  <p14:nvPr/>
                </p14:nvContentPartPr>
                <p14:xfrm>
                  <a:off x="4366472" y="7928936"/>
                  <a:ext cx="360" cy="50760"/>
                </p14:xfrm>
              </p:contentPart>
            </mc:Choice>
            <mc:Fallback>
              <p:pic>
                <p:nvPicPr>
                  <p:cNvPr id="1116" name="Ink 1115">
                    <a:extLst>
                      <a:ext uri="{FF2B5EF4-FFF2-40B4-BE49-F238E27FC236}">
                        <a16:creationId xmlns:a16="http://schemas.microsoft.com/office/drawing/2014/main" id="{E1527F4E-B494-96B0-5754-029D7F958689}"/>
                      </a:ext>
                    </a:extLst>
                  </p:cNvPr>
                  <p:cNvPicPr/>
                  <p:nvPr/>
                </p:nvPicPr>
                <p:blipFill>
                  <a:blip r:embed="rId80"/>
                  <a:stretch>
                    <a:fillRect/>
                  </a:stretch>
                </p:blipFill>
                <p:spPr>
                  <a:xfrm>
                    <a:off x="4362152" y="7922456"/>
                    <a:ext cx="9000" cy="6372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1117" name="Ink 1116">
                    <a:extLst>
                      <a:ext uri="{FF2B5EF4-FFF2-40B4-BE49-F238E27FC236}">
                        <a16:creationId xmlns:a16="http://schemas.microsoft.com/office/drawing/2014/main" id="{D3FB4B27-CC15-9DCF-2A4A-D565BE35856B}"/>
                      </a:ext>
                    </a:extLst>
                  </p14:cNvPr>
                  <p14:cNvContentPartPr/>
                  <p14:nvPr/>
                </p14:nvContentPartPr>
                <p14:xfrm>
                  <a:off x="4435232" y="7983656"/>
                  <a:ext cx="12600" cy="52200"/>
                </p14:xfrm>
              </p:contentPart>
            </mc:Choice>
            <mc:Fallback>
              <p:pic>
                <p:nvPicPr>
                  <p:cNvPr id="1117" name="Ink 1116">
                    <a:extLst>
                      <a:ext uri="{FF2B5EF4-FFF2-40B4-BE49-F238E27FC236}">
                        <a16:creationId xmlns:a16="http://schemas.microsoft.com/office/drawing/2014/main" id="{D3FB4B27-CC15-9DCF-2A4A-D565BE35856B}"/>
                      </a:ext>
                    </a:extLst>
                  </p:cNvPr>
                  <p:cNvPicPr/>
                  <p:nvPr/>
                </p:nvPicPr>
                <p:blipFill>
                  <a:blip r:embed="rId82"/>
                  <a:stretch>
                    <a:fillRect/>
                  </a:stretch>
                </p:blipFill>
                <p:spPr>
                  <a:xfrm>
                    <a:off x="4428658" y="7977131"/>
                    <a:ext cx="25748" cy="6525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1118" name="Ink 1117">
                    <a:extLst>
                      <a:ext uri="{FF2B5EF4-FFF2-40B4-BE49-F238E27FC236}">
                        <a16:creationId xmlns:a16="http://schemas.microsoft.com/office/drawing/2014/main" id="{75A9F029-6C2B-034A-47B4-7939914829BD}"/>
                      </a:ext>
                    </a:extLst>
                  </p14:cNvPr>
                  <p14:cNvContentPartPr/>
                  <p14:nvPr/>
                </p14:nvContentPartPr>
                <p14:xfrm>
                  <a:off x="4530632" y="8092736"/>
                  <a:ext cx="5760" cy="31680"/>
                </p14:xfrm>
              </p:contentPart>
            </mc:Choice>
            <mc:Fallback>
              <p:pic>
                <p:nvPicPr>
                  <p:cNvPr id="1118" name="Ink 1117">
                    <a:extLst>
                      <a:ext uri="{FF2B5EF4-FFF2-40B4-BE49-F238E27FC236}">
                        <a16:creationId xmlns:a16="http://schemas.microsoft.com/office/drawing/2014/main" id="{75A9F029-6C2B-034A-47B4-7939914829BD}"/>
                      </a:ext>
                    </a:extLst>
                  </p:cNvPr>
                  <p:cNvPicPr/>
                  <p:nvPr/>
                </p:nvPicPr>
                <p:blipFill>
                  <a:blip r:embed="rId84"/>
                  <a:stretch>
                    <a:fillRect/>
                  </a:stretch>
                </p:blipFill>
                <p:spPr>
                  <a:xfrm>
                    <a:off x="4524348" y="8086293"/>
                    <a:ext cx="18327" cy="44567"/>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1119" name="Ink 1118">
                    <a:extLst>
                      <a:ext uri="{FF2B5EF4-FFF2-40B4-BE49-F238E27FC236}">
                        <a16:creationId xmlns:a16="http://schemas.microsoft.com/office/drawing/2014/main" id="{A61ACBCE-5CCF-CEA3-A001-C0292556B85E}"/>
                      </a:ext>
                    </a:extLst>
                  </p14:cNvPr>
                  <p14:cNvContentPartPr/>
                  <p14:nvPr/>
                </p14:nvContentPartPr>
                <p14:xfrm>
                  <a:off x="4680752" y="8120096"/>
                  <a:ext cx="360" cy="78840"/>
                </p14:xfrm>
              </p:contentPart>
            </mc:Choice>
            <mc:Fallback>
              <p:pic>
                <p:nvPicPr>
                  <p:cNvPr id="1119" name="Ink 1118">
                    <a:extLst>
                      <a:ext uri="{FF2B5EF4-FFF2-40B4-BE49-F238E27FC236}">
                        <a16:creationId xmlns:a16="http://schemas.microsoft.com/office/drawing/2014/main" id="{A61ACBCE-5CCF-CEA3-A001-C0292556B85E}"/>
                      </a:ext>
                    </a:extLst>
                  </p:cNvPr>
                  <p:cNvPicPr/>
                  <p:nvPr/>
                </p:nvPicPr>
                <p:blipFill>
                  <a:blip r:embed="rId86"/>
                  <a:stretch>
                    <a:fillRect/>
                  </a:stretch>
                </p:blipFill>
                <p:spPr>
                  <a:xfrm>
                    <a:off x="4676432" y="8113571"/>
                    <a:ext cx="9000" cy="91889"/>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1120" name="Ink 1119">
                    <a:extLst>
                      <a:ext uri="{FF2B5EF4-FFF2-40B4-BE49-F238E27FC236}">
                        <a16:creationId xmlns:a16="http://schemas.microsoft.com/office/drawing/2014/main" id="{E16C7B85-AFCD-CCB2-9AE2-9CC1E7D7F602}"/>
                      </a:ext>
                    </a:extLst>
                  </p14:cNvPr>
                  <p14:cNvContentPartPr/>
                  <p14:nvPr/>
                </p14:nvContentPartPr>
                <p14:xfrm>
                  <a:off x="4612712" y="8120096"/>
                  <a:ext cx="360" cy="37080"/>
                </p14:xfrm>
              </p:contentPart>
            </mc:Choice>
            <mc:Fallback>
              <p:pic>
                <p:nvPicPr>
                  <p:cNvPr id="1120" name="Ink 1119">
                    <a:extLst>
                      <a:ext uri="{FF2B5EF4-FFF2-40B4-BE49-F238E27FC236}">
                        <a16:creationId xmlns:a16="http://schemas.microsoft.com/office/drawing/2014/main" id="{E16C7B85-AFCD-CCB2-9AE2-9CC1E7D7F602}"/>
                      </a:ext>
                    </a:extLst>
                  </p:cNvPr>
                  <p:cNvPicPr/>
                  <p:nvPr/>
                </p:nvPicPr>
                <p:blipFill>
                  <a:blip r:embed="rId88"/>
                  <a:stretch>
                    <a:fillRect/>
                  </a:stretch>
                </p:blipFill>
                <p:spPr>
                  <a:xfrm>
                    <a:off x="4608392" y="8113552"/>
                    <a:ext cx="9000" cy="50167"/>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1121" name="Ink 1120">
                    <a:extLst>
                      <a:ext uri="{FF2B5EF4-FFF2-40B4-BE49-F238E27FC236}">
                        <a16:creationId xmlns:a16="http://schemas.microsoft.com/office/drawing/2014/main" id="{383F53F9-820B-3797-9780-225083E789B0}"/>
                      </a:ext>
                    </a:extLst>
                  </p14:cNvPr>
                  <p14:cNvContentPartPr/>
                  <p14:nvPr/>
                </p14:nvContentPartPr>
                <p14:xfrm>
                  <a:off x="4189712" y="7833536"/>
                  <a:ext cx="13680" cy="37080"/>
                </p14:xfrm>
              </p:contentPart>
            </mc:Choice>
            <mc:Fallback>
              <p:pic>
                <p:nvPicPr>
                  <p:cNvPr id="1121" name="Ink 1120">
                    <a:extLst>
                      <a:ext uri="{FF2B5EF4-FFF2-40B4-BE49-F238E27FC236}">
                        <a16:creationId xmlns:a16="http://schemas.microsoft.com/office/drawing/2014/main" id="{383F53F9-820B-3797-9780-225083E789B0}"/>
                      </a:ext>
                    </a:extLst>
                  </p:cNvPr>
                  <p:cNvPicPr/>
                  <p:nvPr/>
                </p:nvPicPr>
                <p:blipFill>
                  <a:blip r:embed="rId90"/>
                  <a:stretch>
                    <a:fillRect/>
                  </a:stretch>
                </p:blipFill>
                <p:spPr>
                  <a:xfrm>
                    <a:off x="4183146" y="7827087"/>
                    <a:ext cx="26813" cy="49977"/>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1122" name="Ink 1121">
                    <a:extLst>
                      <a:ext uri="{FF2B5EF4-FFF2-40B4-BE49-F238E27FC236}">
                        <a16:creationId xmlns:a16="http://schemas.microsoft.com/office/drawing/2014/main" id="{81C38C47-C3E7-8F21-0FA8-BB5D700E27FD}"/>
                      </a:ext>
                    </a:extLst>
                  </p14:cNvPr>
                  <p14:cNvContentPartPr/>
                  <p14:nvPr/>
                </p14:nvContentPartPr>
                <p14:xfrm>
                  <a:off x="4298432" y="7888256"/>
                  <a:ext cx="360" cy="64800"/>
                </p14:xfrm>
              </p:contentPart>
            </mc:Choice>
            <mc:Fallback>
              <p:pic>
                <p:nvPicPr>
                  <p:cNvPr id="1122" name="Ink 1121">
                    <a:extLst>
                      <a:ext uri="{FF2B5EF4-FFF2-40B4-BE49-F238E27FC236}">
                        <a16:creationId xmlns:a16="http://schemas.microsoft.com/office/drawing/2014/main" id="{81C38C47-C3E7-8F21-0FA8-BB5D700E27FD}"/>
                      </a:ext>
                    </a:extLst>
                  </p:cNvPr>
                  <p:cNvPicPr/>
                  <p:nvPr/>
                </p:nvPicPr>
                <p:blipFill>
                  <a:blip r:embed="rId92"/>
                  <a:stretch>
                    <a:fillRect/>
                  </a:stretch>
                </p:blipFill>
                <p:spPr>
                  <a:xfrm>
                    <a:off x="4294112" y="7881177"/>
                    <a:ext cx="9000" cy="77869"/>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1123" name="Ink 1122">
                    <a:extLst>
                      <a:ext uri="{FF2B5EF4-FFF2-40B4-BE49-F238E27FC236}">
                        <a16:creationId xmlns:a16="http://schemas.microsoft.com/office/drawing/2014/main" id="{D1478184-76DF-5FE0-344B-43682277AE84}"/>
                      </a:ext>
                    </a:extLst>
                  </p14:cNvPr>
                  <p14:cNvContentPartPr/>
                  <p14:nvPr/>
                </p14:nvContentPartPr>
                <p14:xfrm>
                  <a:off x="4503272" y="8011016"/>
                  <a:ext cx="360" cy="24840"/>
                </p14:xfrm>
              </p:contentPart>
            </mc:Choice>
            <mc:Fallback>
              <p:pic>
                <p:nvPicPr>
                  <p:cNvPr id="1123" name="Ink 1122">
                    <a:extLst>
                      <a:ext uri="{FF2B5EF4-FFF2-40B4-BE49-F238E27FC236}">
                        <a16:creationId xmlns:a16="http://schemas.microsoft.com/office/drawing/2014/main" id="{D1478184-76DF-5FE0-344B-43682277AE84}"/>
                      </a:ext>
                    </a:extLst>
                  </p:cNvPr>
                  <p:cNvPicPr/>
                  <p:nvPr/>
                </p:nvPicPr>
                <p:blipFill>
                  <a:blip r:embed="rId94"/>
                  <a:stretch>
                    <a:fillRect/>
                  </a:stretch>
                </p:blipFill>
                <p:spPr>
                  <a:xfrm>
                    <a:off x="4498952" y="8004536"/>
                    <a:ext cx="9000" cy="37800"/>
                  </a:xfrm>
                  <a:prstGeom prst="rect">
                    <a:avLst/>
                  </a:prstGeom>
                </p:spPr>
              </p:pic>
            </mc:Fallback>
          </mc:AlternateContent>
        </p:grpSp>
      </p:grpSp>
      <p:grpSp>
        <p:nvGrpSpPr>
          <p:cNvPr id="1138" name="Group 1137">
            <a:extLst>
              <a:ext uri="{FF2B5EF4-FFF2-40B4-BE49-F238E27FC236}">
                <a16:creationId xmlns:a16="http://schemas.microsoft.com/office/drawing/2014/main" id="{0C10E95E-D6CF-5EDD-32B3-5B7995CDF690}"/>
              </a:ext>
            </a:extLst>
          </p:cNvPr>
          <p:cNvGrpSpPr/>
          <p:nvPr/>
        </p:nvGrpSpPr>
        <p:grpSpPr>
          <a:xfrm>
            <a:off x="3319735" y="9034002"/>
            <a:ext cx="1597704" cy="523220"/>
            <a:chOff x="5292064" y="8905734"/>
            <a:chExt cx="1597704" cy="523220"/>
          </a:xfrm>
        </p:grpSpPr>
        <p:sp>
          <p:nvSpPr>
            <p:cNvPr id="1135" name="TextBox 1134">
              <a:extLst>
                <a:ext uri="{FF2B5EF4-FFF2-40B4-BE49-F238E27FC236}">
                  <a16:creationId xmlns:a16="http://schemas.microsoft.com/office/drawing/2014/main" id="{7CA46DB6-592D-E41B-FBB8-2A4C13475B35}"/>
                </a:ext>
              </a:extLst>
            </p:cNvPr>
            <p:cNvSpPr txBox="1"/>
            <p:nvPr/>
          </p:nvSpPr>
          <p:spPr>
            <a:xfrm>
              <a:off x="5292064" y="8905734"/>
              <a:ext cx="1597704" cy="523220"/>
            </a:xfrm>
            <a:prstGeom prst="rect">
              <a:avLst/>
            </a:prstGeom>
            <a:noFill/>
          </p:spPr>
          <p:txBody>
            <a:bodyPr wrap="square" rtlCol="0">
              <a:spAutoFit/>
            </a:bodyPr>
            <a:lstStyle/>
            <a:p>
              <a:r>
                <a:rPr lang="en-US" sz="1400" dirty="0">
                  <a:latin typeface="Dreaming Outloud Pro" panose="020F0502020204030204" pitchFamily="66" charset="0"/>
                  <a:cs typeface="Dreaming Outloud Pro" panose="020F0502020204030204" pitchFamily="66" charset="0"/>
                </a:rPr>
                <a:t>Pump has a 25-psi check valve</a:t>
              </a:r>
              <a:endParaRPr lang="en-IN" sz="1400" dirty="0">
                <a:latin typeface="Dreaming Outloud Pro" panose="020F0502020204030204" pitchFamily="66" charset="0"/>
                <a:cs typeface="Dreaming Outloud Pro" panose="020F0502020204030204" pitchFamily="66" charset="0"/>
              </a:endParaRPr>
            </a:p>
          </p:txBody>
        </p:sp>
        <mc:AlternateContent xmlns:mc="http://schemas.openxmlformats.org/markup-compatibility/2006">
          <mc:Choice xmlns:p14="http://schemas.microsoft.com/office/powerpoint/2010/main" Requires="p14">
            <p:contentPart p14:bwMode="auto" r:id="rId113">
              <p14:nvContentPartPr>
                <p14:cNvPr id="1136" name="Ink 1135">
                  <a:extLst>
                    <a:ext uri="{FF2B5EF4-FFF2-40B4-BE49-F238E27FC236}">
                      <a16:creationId xmlns:a16="http://schemas.microsoft.com/office/drawing/2014/main" id="{B4C68193-9020-93DE-C69D-69A0CAE1EA0F}"/>
                    </a:ext>
                  </a:extLst>
                </p14:cNvPr>
                <p14:cNvContentPartPr/>
                <p14:nvPr/>
              </p14:nvContentPartPr>
              <p14:xfrm>
                <a:off x="5352660" y="9172170"/>
                <a:ext cx="1401840" cy="36360"/>
              </p14:xfrm>
            </p:contentPart>
          </mc:Choice>
          <mc:Fallback>
            <p:pic>
              <p:nvPicPr>
                <p:cNvPr id="1136" name="Ink 1135">
                  <a:extLst>
                    <a:ext uri="{FF2B5EF4-FFF2-40B4-BE49-F238E27FC236}">
                      <a16:creationId xmlns:a16="http://schemas.microsoft.com/office/drawing/2014/main" id="{B4C68193-9020-93DE-C69D-69A0CAE1EA0F}"/>
                    </a:ext>
                  </a:extLst>
                </p:cNvPr>
                <p:cNvPicPr/>
                <p:nvPr/>
              </p:nvPicPr>
              <p:blipFill>
                <a:blip r:embed="rId114"/>
                <a:stretch>
                  <a:fillRect/>
                </a:stretch>
              </p:blipFill>
              <p:spPr>
                <a:xfrm>
                  <a:off x="5346540" y="9166050"/>
                  <a:ext cx="1414080" cy="4860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1137" name="Ink 1136">
                  <a:extLst>
                    <a:ext uri="{FF2B5EF4-FFF2-40B4-BE49-F238E27FC236}">
                      <a16:creationId xmlns:a16="http://schemas.microsoft.com/office/drawing/2014/main" id="{393556A6-6E50-829A-10CD-FF91DEEE12B9}"/>
                    </a:ext>
                  </a:extLst>
                </p14:cNvPr>
                <p14:cNvContentPartPr/>
                <p14:nvPr/>
              </p14:nvContentPartPr>
              <p14:xfrm>
                <a:off x="5324220" y="9372330"/>
                <a:ext cx="1018080" cy="10080"/>
              </p14:xfrm>
            </p:contentPart>
          </mc:Choice>
          <mc:Fallback>
            <p:pic>
              <p:nvPicPr>
                <p:cNvPr id="1137" name="Ink 1136">
                  <a:extLst>
                    <a:ext uri="{FF2B5EF4-FFF2-40B4-BE49-F238E27FC236}">
                      <a16:creationId xmlns:a16="http://schemas.microsoft.com/office/drawing/2014/main" id="{393556A6-6E50-829A-10CD-FF91DEEE12B9}"/>
                    </a:ext>
                  </a:extLst>
                </p:cNvPr>
                <p:cNvPicPr/>
                <p:nvPr/>
              </p:nvPicPr>
              <p:blipFill>
                <a:blip r:embed="rId116"/>
                <a:stretch>
                  <a:fillRect/>
                </a:stretch>
              </p:blipFill>
              <p:spPr>
                <a:xfrm>
                  <a:off x="5318100" y="9366210"/>
                  <a:ext cx="1030320" cy="22320"/>
                </a:xfrm>
                <a:prstGeom prst="rect">
                  <a:avLst/>
                </a:prstGeom>
              </p:spPr>
            </p:pic>
          </mc:Fallback>
        </mc:AlternateContent>
      </p:grpSp>
      <p:grpSp>
        <p:nvGrpSpPr>
          <p:cNvPr id="1139" name="Group 1138">
            <a:extLst>
              <a:ext uri="{FF2B5EF4-FFF2-40B4-BE49-F238E27FC236}">
                <a16:creationId xmlns:a16="http://schemas.microsoft.com/office/drawing/2014/main" id="{D83E029C-8CA7-218D-80A9-EA61AE3E1A47}"/>
              </a:ext>
            </a:extLst>
          </p:cNvPr>
          <p:cNvGrpSpPr/>
          <p:nvPr/>
        </p:nvGrpSpPr>
        <p:grpSpPr>
          <a:xfrm>
            <a:off x="54326" y="5942266"/>
            <a:ext cx="624630" cy="741914"/>
            <a:chOff x="8203866" y="6800794"/>
            <a:chExt cx="825310" cy="980275"/>
          </a:xfrm>
        </p:grpSpPr>
        <p:grpSp>
          <p:nvGrpSpPr>
            <p:cNvPr id="1140" name="Group 1139">
              <a:extLst>
                <a:ext uri="{FF2B5EF4-FFF2-40B4-BE49-F238E27FC236}">
                  <a16:creationId xmlns:a16="http://schemas.microsoft.com/office/drawing/2014/main" id="{747F4236-8DD6-BC4B-B47E-0A2C8C0E65EC}"/>
                </a:ext>
              </a:extLst>
            </p:cNvPr>
            <p:cNvGrpSpPr/>
            <p:nvPr/>
          </p:nvGrpSpPr>
          <p:grpSpPr>
            <a:xfrm>
              <a:off x="8203866" y="6955759"/>
              <a:ext cx="825310" cy="825310"/>
              <a:chOff x="8203865" y="5914503"/>
              <a:chExt cx="1866567" cy="1866567"/>
            </a:xfrm>
          </p:grpSpPr>
          <p:pic>
            <p:nvPicPr>
              <p:cNvPr id="1147" name="Picture 1146" descr="A black background with a black square&#10;&#10;AI-generated content may be incorrect.">
                <a:extLst>
                  <a:ext uri="{FF2B5EF4-FFF2-40B4-BE49-F238E27FC236}">
                    <a16:creationId xmlns:a16="http://schemas.microsoft.com/office/drawing/2014/main" id="{B8CAA148-5820-8D44-D9B2-3BD1072CCA2F}"/>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8203865" y="5914503"/>
                <a:ext cx="1866567" cy="1866567"/>
              </a:xfrm>
              <a:prstGeom prst="rect">
                <a:avLst/>
              </a:prstGeom>
            </p:spPr>
          </p:pic>
          <mc:AlternateContent xmlns:mc="http://schemas.openxmlformats.org/markup-compatibility/2006">
            <mc:Choice xmlns:p14="http://schemas.microsoft.com/office/powerpoint/2010/main" Requires="p14">
              <p:contentPart p14:bwMode="auto" r:id="rId117">
                <p14:nvContentPartPr>
                  <p14:cNvPr id="1148" name="Ink 1147">
                    <a:extLst>
                      <a:ext uri="{FF2B5EF4-FFF2-40B4-BE49-F238E27FC236}">
                        <a16:creationId xmlns:a16="http://schemas.microsoft.com/office/drawing/2014/main" id="{52A2705F-4AC0-520A-112F-387676C9221F}"/>
                      </a:ext>
                    </a:extLst>
                  </p14:cNvPr>
                  <p14:cNvContentPartPr/>
                  <p14:nvPr/>
                </p14:nvContentPartPr>
                <p14:xfrm>
                  <a:off x="9215528" y="6466832"/>
                  <a:ext cx="482040" cy="932400"/>
                </p14:xfrm>
              </p:contentPart>
            </mc:Choice>
            <mc:Fallback>
              <p:pic>
                <p:nvPicPr>
                  <p:cNvPr id="1148" name="Ink 1147">
                    <a:extLst>
                      <a:ext uri="{FF2B5EF4-FFF2-40B4-BE49-F238E27FC236}">
                        <a16:creationId xmlns:a16="http://schemas.microsoft.com/office/drawing/2014/main" id="{52A2705F-4AC0-520A-112F-387676C9221F}"/>
                      </a:ext>
                    </a:extLst>
                  </p:cNvPr>
                  <p:cNvPicPr/>
                  <p:nvPr/>
                </p:nvPicPr>
                <p:blipFill>
                  <a:blip r:embed="rId30"/>
                  <a:stretch>
                    <a:fillRect/>
                  </a:stretch>
                </p:blipFill>
                <p:spPr>
                  <a:xfrm>
                    <a:off x="9108169" y="6251745"/>
                    <a:ext cx="695684" cy="1361498"/>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1149" name="Ink 1148">
                    <a:extLst>
                      <a:ext uri="{FF2B5EF4-FFF2-40B4-BE49-F238E27FC236}">
                        <a16:creationId xmlns:a16="http://schemas.microsoft.com/office/drawing/2014/main" id="{9449D485-05E7-11D8-4F78-8CF8BF5DA1BB}"/>
                      </a:ext>
                    </a:extLst>
                  </p14:cNvPr>
                  <p14:cNvContentPartPr/>
                  <p14:nvPr/>
                </p14:nvContentPartPr>
                <p14:xfrm>
                  <a:off x="9131040" y="6015752"/>
                  <a:ext cx="48600" cy="275760"/>
                </p14:xfrm>
              </p:contentPart>
            </mc:Choice>
            <mc:Fallback>
              <p:pic>
                <p:nvPicPr>
                  <p:cNvPr id="1149" name="Ink 1148">
                    <a:extLst>
                      <a:ext uri="{FF2B5EF4-FFF2-40B4-BE49-F238E27FC236}">
                        <a16:creationId xmlns:a16="http://schemas.microsoft.com/office/drawing/2014/main" id="{9449D485-05E7-11D8-4F78-8CF8BF5DA1BB}"/>
                      </a:ext>
                    </a:extLst>
                  </p:cNvPr>
                  <p:cNvPicPr/>
                  <p:nvPr/>
                </p:nvPicPr>
                <p:blipFill>
                  <a:blip r:embed="rId32"/>
                  <a:stretch>
                    <a:fillRect/>
                  </a:stretch>
                </p:blipFill>
                <p:spPr>
                  <a:xfrm>
                    <a:off x="9025388" y="5801153"/>
                    <a:ext cx="258848" cy="703885"/>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9">
              <p14:nvContentPartPr>
                <p14:cNvPr id="1141" name="Ink 1140">
                  <a:extLst>
                    <a:ext uri="{FF2B5EF4-FFF2-40B4-BE49-F238E27FC236}">
                      <a16:creationId xmlns:a16="http://schemas.microsoft.com/office/drawing/2014/main" id="{BEA37929-12E0-2C3C-AD77-183A2E7479F7}"/>
                    </a:ext>
                  </a:extLst>
                </p14:cNvPr>
                <p14:cNvContentPartPr/>
                <p14:nvPr/>
              </p14:nvContentPartPr>
              <p14:xfrm>
                <a:off x="8438211" y="6992674"/>
                <a:ext cx="77760" cy="360"/>
              </p14:xfrm>
            </p:contentPart>
          </mc:Choice>
          <mc:Fallback>
            <p:pic>
              <p:nvPicPr>
                <p:cNvPr id="1141" name="Ink 1140">
                  <a:extLst>
                    <a:ext uri="{FF2B5EF4-FFF2-40B4-BE49-F238E27FC236}">
                      <a16:creationId xmlns:a16="http://schemas.microsoft.com/office/drawing/2014/main" id="{BEA37929-12E0-2C3C-AD77-183A2E7479F7}"/>
                    </a:ext>
                  </a:extLst>
                </p:cNvPr>
                <p:cNvPicPr/>
                <p:nvPr/>
              </p:nvPicPr>
              <p:blipFill>
                <a:blip r:embed="rId34"/>
                <a:stretch>
                  <a:fillRect/>
                </a:stretch>
              </p:blipFill>
              <p:spPr>
                <a:xfrm>
                  <a:off x="8426285" y="6983674"/>
                  <a:ext cx="101136"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1142" name="Ink 1141">
                  <a:extLst>
                    <a:ext uri="{FF2B5EF4-FFF2-40B4-BE49-F238E27FC236}">
                      <a16:creationId xmlns:a16="http://schemas.microsoft.com/office/drawing/2014/main" id="{3FCE0918-B162-3F39-ED5A-5FD30D477EA1}"/>
                    </a:ext>
                  </a:extLst>
                </p14:cNvPr>
                <p14:cNvContentPartPr/>
                <p14:nvPr/>
              </p14:nvContentPartPr>
              <p14:xfrm>
                <a:off x="8751771" y="6984034"/>
                <a:ext cx="68400" cy="360"/>
              </p14:xfrm>
            </p:contentPart>
          </mc:Choice>
          <mc:Fallback>
            <p:pic>
              <p:nvPicPr>
                <p:cNvPr id="1142" name="Ink 1141">
                  <a:extLst>
                    <a:ext uri="{FF2B5EF4-FFF2-40B4-BE49-F238E27FC236}">
                      <a16:creationId xmlns:a16="http://schemas.microsoft.com/office/drawing/2014/main" id="{3FCE0918-B162-3F39-ED5A-5FD30D477EA1}"/>
                    </a:ext>
                  </a:extLst>
                </p:cNvPr>
                <p:cNvPicPr/>
                <p:nvPr/>
              </p:nvPicPr>
              <p:blipFill>
                <a:blip r:embed="rId36"/>
                <a:stretch>
                  <a:fillRect/>
                </a:stretch>
              </p:blipFill>
              <p:spPr>
                <a:xfrm>
                  <a:off x="8740371" y="6975034"/>
                  <a:ext cx="91675" cy="18000"/>
                </a:xfrm>
                <a:prstGeom prst="rect">
                  <a:avLst/>
                </a:prstGeom>
              </p:spPr>
            </p:pic>
          </mc:Fallback>
        </mc:AlternateContent>
        <p:grpSp>
          <p:nvGrpSpPr>
            <p:cNvPr id="1143" name="Group 1142">
              <a:extLst>
                <a:ext uri="{FF2B5EF4-FFF2-40B4-BE49-F238E27FC236}">
                  <a16:creationId xmlns:a16="http://schemas.microsoft.com/office/drawing/2014/main" id="{A8252B0B-5860-1AD0-DC28-B353FF57A46F}"/>
                </a:ext>
              </a:extLst>
            </p:cNvPr>
            <p:cNvGrpSpPr/>
            <p:nvPr/>
          </p:nvGrpSpPr>
          <p:grpSpPr>
            <a:xfrm>
              <a:off x="8499154" y="6800794"/>
              <a:ext cx="280697" cy="119503"/>
              <a:chOff x="8499154" y="6800794"/>
              <a:chExt cx="280697" cy="119503"/>
            </a:xfrm>
          </p:grpSpPr>
          <mc:AlternateContent xmlns:mc="http://schemas.openxmlformats.org/markup-compatibility/2006">
            <mc:Choice xmlns:p14="http://schemas.microsoft.com/office/powerpoint/2010/main" Requires="p14">
              <p:contentPart p14:bwMode="auto" r:id="rId121">
                <p14:nvContentPartPr>
                  <p14:cNvPr id="1144" name="Ink 1143">
                    <a:extLst>
                      <a:ext uri="{FF2B5EF4-FFF2-40B4-BE49-F238E27FC236}">
                        <a16:creationId xmlns:a16="http://schemas.microsoft.com/office/drawing/2014/main" id="{86B0F3CF-804E-CBB6-12F2-8EEBDFF17714}"/>
                      </a:ext>
                    </a:extLst>
                  </p14:cNvPr>
                  <p14:cNvContentPartPr/>
                  <p14:nvPr/>
                </p14:nvContentPartPr>
                <p14:xfrm>
                  <a:off x="8621091" y="6800794"/>
                  <a:ext cx="360" cy="77760"/>
                </p14:xfrm>
              </p:contentPart>
            </mc:Choice>
            <mc:Fallback>
              <p:pic>
                <p:nvPicPr>
                  <p:cNvPr id="1144" name="Ink 1143">
                    <a:extLst>
                      <a:ext uri="{FF2B5EF4-FFF2-40B4-BE49-F238E27FC236}">
                        <a16:creationId xmlns:a16="http://schemas.microsoft.com/office/drawing/2014/main" id="{86B0F3CF-804E-CBB6-12F2-8EEBDFF17714}"/>
                      </a:ext>
                    </a:extLst>
                  </p:cNvPr>
                  <p:cNvPicPr/>
                  <p:nvPr/>
                </p:nvPicPr>
                <p:blipFill>
                  <a:blip r:embed="rId38"/>
                  <a:stretch>
                    <a:fillRect/>
                  </a:stretch>
                </p:blipFill>
                <p:spPr>
                  <a:xfrm>
                    <a:off x="8612451" y="6789345"/>
                    <a:ext cx="18000" cy="101136"/>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1145" name="Ink 1144">
                    <a:extLst>
                      <a:ext uri="{FF2B5EF4-FFF2-40B4-BE49-F238E27FC236}">
                        <a16:creationId xmlns:a16="http://schemas.microsoft.com/office/drawing/2014/main" id="{17D961D9-5175-976D-4DD3-E7E76A3398E4}"/>
                      </a:ext>
                    </a:extLst>
                  </p14:cNvPr>
                  <p14:cNvContentPartPr/>
                  <p14:nvPr/>
                </p14:nvContentPartPr>
                <p14:xfrm>
                  <a:off x="8717211" y="6847594"/>
                  <a:ext cx="62640" cy="40680"/>
                </p14:xfrm>
              </p:contentPart>
            </mc:Choice>
            <mc:Fallback>
              <p:pic>
                <p:nvPicPr>
                  <p:cNvPr id="1145" name="Ink 1144">
                    <a:extLst>
                      <a:ext uri="{FF2B5EF4-FFF2-40B4-BE49-F238E27FC236}">
                        <a16:creationId xmlns:a16="http://schemas.microsoft.com/office/drawing/2014/main" id="{17D961D9-5175-976D-4DD3-E7E76A3398E4}"/>
                      </a:ext>
                    </a:extLst>
                  </p:cNvPr>
                  <p:cNvPicPr/>
                  <p:nvPr/>
                </p:nvPicPr>
                <p:blipFill>
                  <a:blip r:embed="rId40"/>
                  <a:stretch>
                    <a:fillRect/>
                  </a:stretch>
                </p:blipFill>
                <p:spPr>
                  <a:xfrm>
                    <a:off x="8705347" y="6836241"/>
                    <a:ext cx="85893" cy="63858"/>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1146" name="Ink 1145">
                    <a:extLst>
                      <a:ext uri="{FF2B5EF4-FFF2-40B4-BE49-F238E27FC236}">
                        <a16:creationId xmlns:a16="http://schemas.microsoft.com/office/drawing/2014/main" id="{FCFA9BFD-302A-C533-8853-B500FDB7B4F2}"/>
                      </a:ext>
                    </a:extLst>
                  </p14:cNvPr>
                  <p14:cNvContentPartPr/>
                  <p14:nvPr/>
                </p14:nvContentPartPr>
                <p14:xfrm>
                  <a:off x="8499154" y="6870977"/>
                  <a:ext cx="63000" cy="49320"/>
                </p14:xfrm>
              </p:contentPart>
            </mc:Choice>
            <mc:Fallback>
              <p:pic>
                <p:nvPicPr>
                  <p:cNvPr id="1146" name="Ink 1145">
                    <a:extLst>
                      <a:ext uri="{FF2B5EF4-FFF2-40B4-BE49-F238E27FC236}">
                        <a16:creationId xmlns:a16="http://schemas.microsoft.com/office/drawing/2014/main" id="{FCFA9BFD-302A-C533-8853-B500FDB7B4F2}"/>
                      </a:ext>
                    </a:extLst>
                  </p:cNvPr>
                  <p:cNvPicPr/>
                  <p:nvPr/>
                </p:nvPicPr>
                <p:blipFill>
                  <a:blip r:embed="rId42"/>
                  <a:stretch>
                    <a:fillRect/>
                  </a:stretch>
                </p:blipFill>
                <p:spPr>
                  <a:xfrm>
                    <a:off x="8487786" y="6859121"/>
                    <a:ext cx="86211" cy="72557"/>
                  </a:xfrm>
                  <a:prstGeom prst="rect">
                    <a:avLst/>
                  </a:prstGeom>
                </p:spPr>
              </p:pic>
            </mc:Fallback>
          </mc:AlternateContent>
        </p:grpSp>
      </p:grpSp>
      <p:grpSp>
        <p:nvGrpSpPr>
          <p:cNvPr id="1152" name="Group 1151">
            <a:extLst>
              <a:ext uri="{FF2B5EF4-FFF2-40B4-BE49-F238E27FC236}">
                <a16:creationId xmlns:a16="http://schemas.microsoft.com/office/drawing/2014/main" id="{D823FD88-7FAE-024A-75B6-3B22EDE3E990}"/>
              </a:ext>
            </a:extLst>
          </p:cNvPr>
          <p:cNvGrpSpPr/>
          <p:nvPr/>
        </p:nvGrpSpPr>
        <p:grpSpPr>
          <a:xfrm>
            <a:off x="3971779" y="5478713"/>
            <a:ext cx="1054454" cy="353859"/>
            <a:chOff x="413033" y="5330455"/>
            <a:chExt cx="1054454" cy="353859"/>
          </a:xfrm>
        </p:grpSpPr>
        <p:grpSp>
          <p:nvGrpSpPr>
            <p:cNvPr id="1153" name="Group 1152">
              <a:extLst>
                <a:ext uri="{FF2B5EF4-FFF2-40B4-BE49-F238E27FC236}">
                  <a16:creationId xmlns:a16="http://schemas.microsoft.com/office/drawing/2014/main" id="{2CCA160F-6A2B-D624-A4FB-9CCACED0C81E}"/>
                </a:ext>
              </a:extLst>
            </p:cNvPr>
            <p:cNvGrpSpPr/>
            <p:nvPr/>
          </p:nvGrpSpPr>
          <p:grpSpPr>
            <a:xfrm>
              <a:off x="413033" y="5330455"/>
              <a:ext cx="303288" cy="338554"/>
              <a:chOff x="460732" y="5420624"/>
              <a:chExt cx="303288" cy="338554"/>
            </a:xfrm>
          </p:grpSpPr>
          <p:sp>
            <p:nvSpPr>
              <p:cNvPr id="1155" name="Google Shape;1000;p34">
                <a:extLst>
                  <a:ext uri="{FF2B5EF4-FFF2-40B4-BE49-F238E27FC236}">
                    <a16:creationId xmlns:a16="http://schemas.microsoft.com/office/drawing/2014/main" id="{9A039E36-68F2-7C97-FE29-08FCBD527880}"/>
                  </a:ext>
                </a:extLst>
              </p:cNvPr>
              <p:cNvSpPr/>
              <p:nvPr/>
            </p:nvSpPr>
            <p:spPr>
              <a:xfrm>
                <a:off x="460733" y="5472043"/>
                <a:ext cx="235717" cy="235716"/>
              </a:xfrm>
              <a:custGeom>
                <a:avLst/>
                <a:gdLst>
                  <a:gd name="connsiteX0" fmla="*/ 0 w 235717"/>
                  <a:gd name="connsiteY0" fmla="*/ 117858 h 235716"/>
                  <a:gd name="connsiteX1" fmla="*/ 117859 w 235717"/>
                  <a:gd name="connsiteY1" fmla="*/ 0 h 235716"/>
                  <a:gd name="connsiteX2" fmla="*/ 235718 w 235717"/>
                  <a:gd name="connsiteY2" fmla="*/ 117858 h 235716"/>
                  <a:gd name="connsiteX3" fmla="*/ 117859 w 235717"/>
                  <a:gd name="connsiteY3" fmla="*/ 235716 h 235716"/>
                  <a:gd name="connsiteX4" fmla="*/ 0 w 235717"/>
                  <a:gd name="connsiteY4" fmla="*/ 117858 h 235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717" h="235716" fill="none" extrusionOk="0">
                    <a:moveTo>
                      <a:pt x="0" y="117858"/>
                    </a:moveTo>
                    <a:cubicBezTo>
                      <a:pt x="-13433" y="48766"/>
                      <a:pt x="56573" y="12169"/>
                      <a:pt x="117859" y="0"/>
                    </a:cubicBezTo>
                    <a:cubicBezTo>
                      <a:pt x="190243" y="-7154"/>
                      <a:pt x="238856" y="63405"/>
                      <a:pt x="235718" y="117858"/>
                    </a:cubicBezTo>
                    <a:cubicBezTo>
                      <a:pt x="240958" y="178602"/>
                      <a:pt x="172291" y="234765"/>
                      <a:pt x="117859" y="235716"/>
                    </a:cubicBezTo>
                    <a:cubicBezTo>
                      <a:pt x="54388" y="249229"/>
                      <a:pt x="-8751" y="183026"/>
                      <a:pt x="0" y="117858"/>
                    </a:cubicBezTo>
                    <a:close/>
                  </a:path>
                  <a:path w="235717" h="235716" stroke="0" extrusionOk="0">
                    <a:moveTo>
                      <a:pt x="0" y="117858"/>
                    </a:moveTo>
                    <a:cubicBezTo>
                      <a:pt x="-4182" y="55958"/>
                      <a:pt x="67326" y="11312"/>
                      <a:pt x="117859" y="0"/>
                    </a:cubicBezTo>
                    <a:cubicBezTo>
                      <a:pt x="179998" y="3174"/>
                      <a:pt x="237403" y="42977"/>
                      <a:pt x="235718" y="117858"/>
                    </a:cubicBezTo>
                    <a:cubicBezTo>
                      <a:pt x="233216" y="181402"/>
                      <a:pt x="191302" y="236538"/>
                      <a:pt x="117859" y="235716"/>
                    </a:cubicBezTo>
                    <a:cubicBezTo>
                      <a:pt x="42767" y="235371"/>
                      <a:pt x="-11765" y="172573"/>
                      <a:pt x="0" y="117858"/>
                    </a:cubicBezTo>
                    <a:close/>
                  </a:path>
                </a:pathLst>
              </a:custGeom>
              <a:solidFill>
                <a:srgbClr val="FFC000"/>
              </a:solidFill>
              <a:ln>
                <a:solidFill>
                  <a:schemeClr val="bg1"/>
                </a:solidFill>
                <a:extLst>
                  <a:ext uri="{C807C97D-BFC1-408E-A445-0C87EB9F89A2}">
                    <ask:lineSketchStyleProps xmlns:ask="http://schemas.microsoft.com/office/drawing/2018/sketchyshapes" sd="1763027980">
                      <a:prstGeom prst="ellipse">
                        <a:avLst/>
                      </a:prstGeom>
                      <ask:type>
                        <ask:lineSketchScribble/>
                      </ask:type>
                    </ask:lineSketchStyleProps>
                  </a:ext>
                </a:extLst>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000;p34">
                <a:extLst>
                  <a:ext uri="{FF2B5EF4-FFF2-40B4-BE49-F238E27FC236}">
                    <a16:creationId xmlns:a16="http://schemas.microsoft.com/office/drawing/2014/main" id="{1CE4DA60-CF34-478C-CEFB-918D9D07F776}"/>
                  </a:ext>
                </a:extLst>
              </p:cNvPr>
              <p:cNvSpPr/>
              <p:nvPr/>
            </p:nvSpPr>
            <p:spPr>
              <a:xfrm>
                <a:off x="493461" y="5472043"/>
                <a:ext cx="235717" cy="235716"/>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002;p34">
                <a:extLst>
                  <a:ext uri="{FF2B5EF4-FFF2-40B4-BE49-F238E27FC236}">
                    <a16:creationId xmlns:a16="http://schemas.microsoft.com/office/drawing/2014/main" id="{41AE67FD-933A-46A7-C4CC-697CD5C99780}"/>
                  </a:ext>
                </a:extLst>
              </p:cNvPr>
              <p:cNvSpPr/>
              <p:nvPr/>
            </p:nvSpPr>
            <p:spPr>
              <a:xfrm>
                <a:off x="475590" y="5462378"/>
                <a:ext cx="288000" cy="255046"/>
              </a:xfrm>
              <a:custGeom>
                <a:avLst/>
                <a:gdLst>
                  <a:gd name="connsiteX0" fmla="*/ 160356 w 288000"/>
                  <a:gd name="connsiteY0" fmla="*/ 18402 h 255046"/>
                  <a:gd name="connsiteX1" fmla="*/ 224664 w 288000"/>
                  <a:gd name="connsiteY1" fmla="*/ 48954 h 255046"/>
                  <a:gd name="connsiteX2" fmla="*/ 227730 w 288000"/>
                  <a:gd name="connsiteY2" fmla="*/ 50263 h 255046"/>
                  <a:gd name="connsiteX3" fmla="*/ 232968 w 288000"/>
                  <a:gd name="connsiteY3" fmla="*/ 45919 h 255046"/>
                  <a:gd name="connsiteX4" fmla="*/ 240728 w 288000"/>
                  <a:gd name="connsiteY4" fmla="*/ 168219 h 255046"/>
                  <a:gd name="connsiteX5" fmla="*/ 147114 w 288000"/>
                  <a:gd name="connsiteY5" fmla="*/ 234833 h 255046"/>
                  <a:gd name="connsiteX6" fmla="*/ 97790 w 288000"/>
                  <a:gd name="connsiteY6" fmla="*/ 220937 h 255046"/>
                  <a:gd name="connsiteX7" fmla="*/ 160356 w 288000"/>
                  <a:gd name="connsiteY7" fmla="*/ 18402 h 255046"/>
                  <a:gd name="connsiteX8" fmla="*/ 150471 w 288000"/>
                  <a:gd name="connsiteY8" fmla="*/ 0 h 255046"/>
                  <a:gd name="connsiteX9" fmla="*/ 82645 w 288000"/>
                  <a:gd name="connsiteY9" fmla="*/ 25889 h 255046"/>
                  <a:gd name="connsiteX10" fmla="*/ 62577 w 288000"/>
                  <a:gd name="connsiteY10" fmla="*/ 223236 h 255046"/>
                  <a:gd name="connsiteX11" fmla="*/ 143538 w 288000"/>
                  <a:gd name="connsiteY11" fmla="*/ 255046 h 255046"/>
                  <a:gd name="connsiteX12" fmla="*/ 241979 w 288000"/>
                  <a:gd name="connsiteY12" fmla="*/ 200824 h 255046"/>
                  <a:gd name="connsiteX13" fmla="*/ 230295 w 288000"/>
                  <a:gd name="connsiteY13" fmla="*/ 23634 h 255046"/>
                  <a:gd name="connsiteX14" fmla="*/ 228044 w 288000"/>
                  <a:gd name="connsiteY14" fmla="*/ 22918 h 255046"/>
                  <a:gd name="connsiteX15" fmla="*/ 223914 w 288000"/>
                  <a:gd name="connsiteY15" fmla="*/ 30269 h 255046"/>
                  <a:gd name="connsiteX16" fmla="*/ 229461 w 288000"/>
                  <a:gd name="connsiteY16" fmla="*/ 39546 h 255046"/>
                  <a:gd name="connsiteX17" fmla="*/ 150471 w 288000"/>
                  <a:gd name="connsiteY17" fmla="*/ 0 h 255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8000" h="255046" fill="none" extrusionOk="0">
                    <a:moveTo>
                      <a:pt x="160356" y="18402"/>
                    </a:moveTo>
                    <a:cubicBezTo>
                      <a:pt x="188572" y="18797"/>
                      <a:pt x="198180" y="27795"/>
                      <a:pt x="224664" y="48954"/>
                    </a:cubicBezTo>
                    <a:cubicBezTo>
                      <a:pt x="225504" y="49631"/>
                      <a:pt x="226757" y="50459"/>
                      <a:pt x="227730" y="50263"/>
                    </a:cubicBezTo>
                    <a:cubicBezTo>
                      <a:pt x="230353" y="50108"/>
                      <a:pt x="232896" y="47917"/>
                      <a:pt x="232968" y="45919"/>
                    </a:cubicBezTo>
                    <a:cubicBezTo>
                      <a:pt x="244884" y="89878"/>
                      <a:pt x="255039" y="133691"/>
                      <a:pt x="240728" y="168219"/>
                    </a:cubicBezTo>
                    <a:cubicBezTo>
                      <a:pt x="221877" y="210703"/>
                      <a:pt x="188594" y="235696"/>
                      <a:pt x="147114" y="234833"/>
                    </a:cubicBezTo>
                    <a:cubicBezTo>
                      <a:pt x="130178" y="233885"/>
                      <a:pt x="113895" y="230946"/>
                      <a:pt x="97790" y="220937"/>
                    </a:cubicBezTo>
                    <a:cubicBezTo>
                      <a:pt x="4684" y="169303"/>
                      <a:pt x="59321" y="21754"/>
                      <a:pt x="160356" y="18402"/>
                    </a:cubicBezTo>
                    <a:close/>
                    <a:moveTo>
                      <a:pt x="150471" y="0"/>
                    </a:moveTo>
                    <a:cubicBezTo>
                      <a:pt x="127746" y="2797"/>
                      <a:pt x="103133" y="15608"/>
                      <a:pt x="82645" y="25889"/>
                    </a:cubicBezTo>
                    <a:cubicBezTo>
                      <a:pt x="23118" y="63577"/>
                      <a:pt x="12724" y="174347"/>
                      <a:pt x="62577" y="223236"/>
                    </a:cubicBezTo>
                    <a:cubicBezTo>
                      <a:pt x="86094" y="242858"/>
                      <a:pt x="121593" y="255752"/>
                      <a:pt x="143538" y="255046"/>
                    </a:cubicBezTo>
                    <a:cubicBezTo>
                      <a:pt x="191366" y="259431"/>
                      <a:pt x="226256" y="238235"/>
                      <a:pt x="241979" y="200824"/>
                    </a:cubicBezTo>
                    <a:cubicBezTo>
                      <a:pt x="272812" y="156843"/>
                      <a:pt x="298094" y="51340"/>
                      <a:pt x="230295" y="23634"/>
                    </a:cubicBezTo>
                    <a:cubicBezTo>
                      <a:pt x="229522" y="23155"/>
                      <a:pt x="228754" y="23065"/>
                      <a:pt x="228044" y="22918"/>
                    </a:cubicBezTo>
                    <a:cubicBezTo>
                      <a:pt x="224655" y="22543"/>
                      <a:pt x="222380" y="27649"/>
                      <a:pt x="223914" y="30269"/>
                    </a:cubicBezTo>
                    <a:cubicBezTo>
                      <a:pt x="226593" y="32903"/>
                      <a:pt x="227835" y="36569"/>
                      <a:pt x="229461" y="39546"/>
                    </a:cubicBezTo>
                    <a:cubicBezTo>
                      <a:pt x="208012" y="14264"/>
                      <a:pt x="178765" y="2434"/>
                      <a:pt x="150471" y="0"/>
                    </a:cubicBezTo>
                    <a:close/>
                  </a:path>
                  <a:path w="288000" h="255046" stroke="0" extrusionOk="0">
                    <a:moveTo>
                      <a:pt x="160356" y="18402"/>
                    </a:moveTo>
                    <a:cubicBezTo>
                      <a:pt x="180413" y="23970"/>
                      <a:pt x="202966" y="28993"/>
                      <a:pt x="224664" y="48954"/>
                    </a:cubicBezTo>
                    <a:cubicBezTo>
                      <a:pt x="225515" y="50097"/>
                      <a:pt x="226612" y="50004"/>
                      <a:pt x="227730" y="50263"/>
                    </a:cubicBezTo>
                    <a:cubicBezTo>
                      <a:pt x="230208" y="50347"/>
                      <a:pt x="232635" y="48163"/>
                      <a:pt x="232968" y="45919"/>
                    </a:cubicBezTo>
                    <a:cubicBezTo>
                      <a:pt x="250648" y="83768"/>
                      <a:pt x="262706" y="125089"/>
                      <a:pt x="240728" y="168219"/>
                    </a:cubicBezTo>
                    <a:cubicBezTo>
                      <a:pt x="229512" y="211933"/>
                      <a:pt x="188772" y="227953"/>
                      <a:pt x="147114" y="234833"/>
                    </a:cubicBezTo>
                    <a:cubicBezTo>
                      <a:pt x="128053" y="238492"/>
                      <a:pt x="116265" y="228903"/>
                      <a:pt x="97790" y="220937"/>
                    </a:cubicBezTo>
                    <a:cubicBezTo>
                      <a:pt x="10877" y="178989"/>
                      <a:pt x="74896" y="14131"/>
                      <a:pt x="160356" y="18402"/>
                    </a:cubicBezTo>
                    <a:close/>
                    <a:moveTo>
                      <a:pt x="150471" y="0"/>
                    </a:moveTo>
                    <a:cubicBezTo>
                      <a:pt x="130257" y="2738"/>
                      <a:pt x="107824" y="8716"/>
                      <a:pt x="82645" y="25889"/>
                    </a:cubicBezTo>
                    <a:cubicBezTo>
                      <a:pt x="32672" y="53632"/>
                      <a:pt x="-15279" y="172579"/>
                      <a:pt x="62577" y="223236"/>
                    </a:cubicBezTo>
                    <a:cubicBezTo>
                      <a:pt x="87447" y="240112"/>
                      <a:pt x="116770" y="254791"/>
                      <a:pt x="143538" y="255046"/>
                    </a:cubicBezTo>
                    <a:cubicBezTo>
                      <a:pt x="181455" y="254405"/>
                      <a:pt x="215575" y="248220"/>
                      <a:pt x="241979" y="200824"/>
                    </a:cubicBezTo>
                    <a:cubicBezTo>
                      <a:pt x="272995" y="144381"/>
                      <a:pt x="273601" y="54569"/>
                      <a:pt x="230295" y="23634"/>
                    </a:cubicBezTo>
                    <a:cubicBezTo>
                      <a:pt x="229552" y="23125"/>
                      <a:pt x="228965" y="22873"/>
                      <a:pt x="228044" y="22918"/>
                    </a:cubicBezTo>
                    <a:cubicBezTo>
                      <a:pt x="224393" y="22452"/>
                      <a:pt x="221341" y="26957"/>
                      <a:pt x="223914" y="30269"/>
                    </a:cubicBezTo>
                    <a:cubicBezTo>
                      <a:pt x="225234" y="33455"/>
                      <a:pt x="227463" y="37182"/>
                      <a:pt x="229461" y="39546"/>
                    </a:cubicBezTo>
                    <a:cubicBezTo>
                      <a:pt x="205841" y="11103"/>
                      <a:pt x="180145" y="5058"/>
                      <a:pt x="150471" y="0"/>
                    </a:cubicBezTo>
                    <a:close/>
                  </a:path>
                </a:pathLst>
              </a:custGeom>
              <a:solidFill>
                <a:srgbClr val="000000"/>
              </a:solidFill>
              <a:ln>
                <a:solidFill>
                  <a:schemeClr val="tx1"/>
                </a:solidFill>
                <a:extLst>
                  <a:ext uri="{C807C97D-BFC1-408E-A445-0C87EB9F89A2}">
                    <ask:lineSketchStyleProps xmlns:ask="http://schemas.microsoft.com/office/drawing/2018/sketchyshapes" sd="2776833075">
                      <a:custGeom>
                        <a:avLst/>
                        <a:gdLst/>
                        <a:ahLst/>
                        <a:cxnLst/>
                        <a:rect l="l" t="t" r="r" b="b"/>
                        <a:pathLst>
                          <a:path w="75229" h="64112" extrusionOk="0">
                            <a:moveTo>
                              <a:pt x="41887" y="4626"/>
                            </a:moveTo>
                            <a:cubicBezTo>
                              <a:pt x="47489" y="4626"/>
                              <a:pt x="53298" y="6884"/>
                              <a:pt x="58685" y="12306"/>
                            </a:cubicBezTo>
                            <a:cubicBezTo>
                              <a:pt x="58916" y="12537"/>
                              <a:pt x="59201" y="12635"/>
                              <a:pt x="59486" y="12635"/>
                            </a:cubicBezTo>
                            <a:cubicBezTo>
                              <a:pt x="60128" y="12635"/>
                              <a:pt x="60778" y="12139"/>
                              <a:pt x="60854" y="11543"/>
                            </a:cubicBezTo>
                            <a:cubicBezTo>
                              <a:pt x="66281" y="21275"/>
                              <a:pt x="68428" y="31323"/>
                              <a:pt x="62881" y="42286"/>
                            </a:cubicBezTo>
                            <a:cubicBezTo>
                              <a:pt x="57711" y="52502"/>
                              <a:pt x="48612" y="59031"/>
                              <a:pt x="38428" y="59031"/>
                            </a:cubicBezTo>
                            <a:cubicBezTo>
                              <a:pt x="34250" y="59031"/>
                              <a:pt x="29890" y="57932"/>
                              <a:pt x="25544" y="55538"/>
                            </a:cubicBezTo>
                            <a:cubicBezTo>
                              <a:pt x="1" y="41474"/>
                              <a:pt x="19257" y="4626"/>
                              <a:pt x="41887" y="4626"/>
                            </a:cubicBezTo>
                            <a:close/>
                            <a:moveTo>
                              <a:pt x="39305" y="0"/>
                            </a:moveTo>
                            <a:cubicBezTo>
                              <a:pt x="33188" y="0"/>
                              <a:pt x="26964" y="2142"/>
                              <a:pt x="21588" y="6508"/>
                            </a:cubicBezTo>
                            <a:cubicBezTo>
                              <a:pt x="8695" y="16981"/>
                              <a:pt x="1731" y="44074"/>
                              <a:pt x="16346" y="56116"/>
                            </a:cubicBezTo>
                            <a:cubicBezTo>
                              <a:pt x="22887" y="61508"/>
                              <a:pt x="30274" y="64112"/>
                              <a:pt x="37494" y="64112"/>
                            </a:cubicBezTo>
                            <a:cubicBezTo>
                              <a:pt x="47185" y="64112"/>
                              <a:pt x="56575" y="59419"/>
                              <a:pt x="63208" y="50482"/>
                            </a:cubicBezTo>
                            <a:cubicBezTo>
                              <a:pt x="72711" y="37655"/>
                              <a:pt x="75228" y="15749"/>
                              <a:pt x="60156" y="5941"/>
                            </a:cubicBezTo>
                            <a:cubicBezTo>
                              <a:pt x="59966" y="5816"/>
                              <a:pt x="59765" y="5761"/>
                              <a:pt x="59568" y="5761"/>
                            </a:cubicBezTo>
                            <a:cubicBezTo>
                              <a:pt x="58720" y="5761"/>
                              <a:pt x="57958" y="6786"/>
                              <a:pt x="58489" y="7609"/>
                            </a:cubicBezTo>
                            <a:cubicBezTo>
                              <a:pt x="58990" y="8382"/>
                              <a:pt x="59470" y="9167"/>
                              <a:pt x="59938" y="9941"/>
                            </a:cubicBezTo>
                            <a:cubicBezTo>
                              <a:pt x="54481" y="3368"/>
                              <a:pt x="46977" y="0"/>
                              <a:pt x="39305" y="0"/>
                            </a:cubicBezTo>
                            <a:close/>
                          </a:path>
                        </a:pathLst>
                      </a:custGeom>
                      <ask:type>
                        <ask:lineSketchScribble/>
                      </ask:type>
                    </ask:lineSketchStyleProps>
                  </a:ext>
                </a:extLst>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TextBox 1157">
                <a:extLst>
                  <a:ext uri="{FF2B5EF4-FFF2-40B4-BE49-F238E27FC236}">
                    <a16:creationId xmlns:a16="http://schemas.microsoft.com/office/drawing/2014/main" id="{01EDC0D0-75CE-F2BC-534B-80EECBFE7313}"/>
                  </a:ext>
                </a:extLst>
              </p:cNvPr>
              <p:cNvSpPr txBox="1"/>
              <p:nvPr/>
            </p:nvSpPr>
            <p:spPr>
              <a:xfrm>
                <a:off x="460732" y="5420624"/>
                <a:ext cx="303288" cy="338554"/>
              </a:xfrm>
              <a:prstGeom prst="rect">
                <a:avLst/>
              </a:prstGeom>
              <a:noFill/>
            </p:spPr>
            <p:txBody>
              <a:bodyPr wrap="none" rtlCol="0">
                <a:spAutoFit/>
              </a:bodyPr>
              <a:lstStyle/>
              <a:p>
                <a:r>
                  <a:rPr lang="en-US" sz="1600" dirty="0">
                    <a:latin typeface="Permanent Marker" panose="02000000000000000000" pitchFamily="2" charset="0"/>
                  </a:rPr>
                  <a:t>7</a:t>
                </a:r>
                <a:endParaRPr lang="en-IN" sz="1600" dirty="0">
                  <a:latin typeface="Permanent Marker" panose="02000000000000000000" pitchFamily="2" charset="0"/>
                </a:endParaRPr>
              </a:p>
            </p:txBody>
          </p:sp>
        </p:grpSp>
        <p:sp>
          <p:nvSpPr>
            <p:cNvPr id="1154" name="TextBox 1153">
              <a:extLst>
                <a:ext uri="{FF2B5EF4-FFF2-40B4-BE49-F238E27FC236}">
                  <a16:creationId xmlns:a16="http://schemas.microsoft.com/office/drawing/2014/main" id="{5016FF5E-2EDC-EEC4-5CBA-93E43C85642F}"/>
                </a:ext>
              </a:extLst>
            </p:cNvPr>
            <p:cNvSpPr txBox="1"/>
            <p:nvPr/>
          </p:nvSpPr>
          <p:spPr>
            <a:xfrm>
              <a:off x="665344" y="5345760"/>
              <a:ext cx="802143" cy="338554"/>
            </a:xfrm>
            <a:prstGeom prst="rect">
              <a:avLst/>
            </a:prstGeom>
            <a:noFill/>
          </p:spPr>
          <p:txBody>
            <a:bodyPr wrap="none" rtlCol="0">
              <a:spAutoFit/>
            </a:bodyPr>
            <a:lstStyle/>
            <a:p>
              <a:r>
                <a:rPr lang="en-US" sz="1600" spc="100" dirty="0">
                  <a:latin typeface="Ballpoint" pitchFamily="50" charset="0"/>
                </a:rPr>
                <a:t>no leak</a:t>
              </a:r>
            </a:p>
          </p:txBody>
        </p:sp>
      </p:grpSp>
      <p:grpSp>
        <p:nvGrpSpPr>
          <p:cNvPr id="1159" name="Group 1158">
            <a:extLst>
              <a:ext uri="{FF2B5EF4-FFF2-40B4-BE49-F238E27FC236}">
                <a16:creationId xmlns:a16="http://schemas.microsoft.com/office/drawing/2014/main" id="{151253FC-5C97-0964-D7A5-D595ADAA5A9B}"/>
              </a:ext>
            </a:extLst>
          </p:cNvPr>
          <p:cNvGrpSpPr/>
          <p:nvPr/>
        </p:nvGrpSpPr>
        <p:grpSpPr>
          <a:xfrm rot="4669841">
            <a:off x="4741605" y="5754605"/>
            <a:ext cx="408647" cy="362886"/>
            <a:chOff x="5082253" y="7077075"/>
            <a:chExt cx="408647" cy="362886"/>
          </a:xfrm>
        </p:grpSpPr>
        <mc:AlternateContent xmlns:mc="http://schemas.openxmlformats.org/markup-compatibility/2006">
          <mc:Choice xmlns:p14="http://schemas.microsoft.com/office/powerpoint/2010/main" Requires="p14">
            <p:contentPart p14:bwMode="auto" r:id="rId124">
              <p14:nvContentPartPr>
                <p14:cNvPr id="1160" name="Ink 1159">
                  <a:extLst>
                    <a:ext uri="{FF2B5EF4-FFF2-40B4-BE49-F238E27FC236}">
                      <a16:creationId xmlns:a16="http://schemas.microsoft.com/office/drawing/2014/main" id="{36FCE74F-6582-7094-3594-39E739B77FA9}"/>
                    </a:ext>
                  </a:extLst>
                </p14:cNvPr>
                <p14:cNvContentPartPr/>
                <p14:nvPr/>
              </p14:nvContentPartPr>
              <p14:xfrm>
                <a:off x="5125140" y="7170930"/>
                <a:ext cx="365760" cy="71280"/>
              </p14:xfrm>
            </p:contentPart>
          </mc:Choice>
          <mc:Fallback>
            <p:pic>
              <p:nvPicPr>
                <p:cNvPr id="1160" name="Ink 1159">
                  <a:extLst>
                    <a:ext uri="{FF2B5EF4-FFF2-40B4-BE49-F238E27FC236}">
                      <a16:creationId xmlns:a16="http://schemas.microsoft.com/office/drawing/2014/main" id="{36FCE74F-6582-7094-3594-39E739B77FA9}"/>
                    </a:ext>
                  </a:extLst>
                </p:cNvPr>
                <p:cNvPicPr/>
                <p:nvPr/>
              </p:nvPicPr>
              <p:blipFill>
                <a:blip r:embed="rId68"/>
                <a:stretch>
                  <a:fillRect/>
                </a:stretch>
              </p:blipFill>
              <p:spPr>
                <a:xfrm>
                  <a:off x="5107500" y="7152930"/>
                  <a:ext cx="401400" cy="106920"/>
                </a:xfrm>
                <a:prstGeom prst="rect">
                  <a:avLst/>
                </a:prstGeom>
              </p:spPr>
            </p:pic>
          </mc:Fallback>
        </mc:AlternateContent>
        <p:pic>
          <p:nvPicPr>
            <p:cNvPr id="1161" name="Picture 1160" descr="A cartoon of a person pointing&#10;&#10;AI-generated content may be incorrect.">
              <a:extLst>
                <a:ext uri="{FF2B5EF4-FFF2-40B4-BE49-F238E27FC236}">
                  <a16:creationId xmlns:a16="http://schemas.microsoft.com/office/drawing/2014/main" id="{2A983B6B-91DC-E96F-3DEA-BD617A5DCA5C}"/>
                </a:ext>
              </a:extLst>
            </p:cNvPr>
            <p:cNvPicPr>
              <a:picLocks noChangeAspect="1"/>
            </p:cNvPicPr>
            <p:nvPr/>
          </p:nvPicPr>
          <p:blipFill>
            <a:blip r:embed="rId69">
              <a:clrChange>
                <a:clrFrom>
                  <a:srgbClr val="FFFFFF"/>
                </a:clrFrom>
                <a:clrTo>
                  <a:srgbClr val="FFFFFF">
                    <a:alpha val="0"/>
                  </a:srgbClr>
                </a:clrTo>
              </a:clrChange>
              <a:extLst>
                <a:ext uri="{28A0092B-C50C-407E-A947-70E740481C1C}">
                  <a14:useLocalDpi xmlns:a14="http://schemas.microsoft.com/office/drawing/2010/main" val="0"/>
                </a:ext>
              </a:extLst>
            </a:blip>
            <a:srcRect l="78249" t="43071" b="38575"/>
            <a:stretch>
              <a:fillRect/>
            </a:stretch>
          </p:blipFill>
          <p:spPr>
            <a:xfrm flipH="1">
              <a:off x="5082253" y="7077075"/>
              <a:ext cx="393720" cy="362886"/>
            </a:xfrm>
            <a:prstGeom prst="rect">
              <a:avLst/>
            </a:prstGeom>
          </p:spPr>
        </p:pic>
      </p:grpSp>
      <p:grpSp>
        <p:nvGrpSpPr>
          <p:cNvPr id="1163" name="Group 1162">
            <a:extLst>
              <a:ext uri="{FF2B5EF4-FFF2-40B4-BE49-F238E27FC236}">
                <a16:creationId xmlns:a16="http://schemas.microsoft.com/office/drawing/2014/main" id="{010142AF-D595-4B56-73EC-14FEC3782F17}"/>
              </a:ext>
            </a:extLst>
          </p:cNvPr>
          <p:cNvGrpSpPr/>
          <p:nvPr/>
        </p:nvGrpSpPr>
        <p:grpSpPr>
          <a:xfrm>
            <a:off x="4551518" y="6100063"/>
            <a:ext cx="1295547" cy="307777"/>
            <a:chOff x="3915611" y="4689868"/>
            <a:chExt cx="1295547" cy="307777"/>
          </a:xfrm>
        </p:grpSpPr>
        <p:sp>
          <p:nvSpPr>
            <p:cNvPr id="1164" name="TextBox 1163">
              <a:extLst>
                <a:ext uri="{FF2B5EF4-FFF2-40B4-BE49-F238E27FC236}">
                  <a16:creationId xmlns:a16="http://schemas.microsoft.com/office/drawing/2014/main" id="{703A52D3-33B8-2630-5831-649DB040AD8A}"/>
                </a:ext>
              </a:extLst>
            </p:cNvPr>
            <p:cNvSpPr txBox="1"/>
            <p:nvPr/>
          </p:nvSpPr>
          <p:spPr>
            <a:xfrm>
              <a:off x="3915611" y="4689868"/>
              <a:ext cx="1295547" cy="307777"/>
            </a:xfrm>
            <a:prstGeom prst="rect">
              <a:avLst/>
            </a:prstGeom>
            <a:noFill/>
          </p:spPr>
          <p:txBody>
            <a:bodyPr wrap="none" rtlCol="0">
              <a:spAutoFit/>
            </a:bodyPr>
            <a:lstStyle/>
            <a:p>
              <a:r>
                <a:rPr lang="en-US" sz="1400" dirty="0">
                  <a:latin typeface="Dreaming Outloud Pro" panose="020F0502020204030204" pitchFamily="66" charset="0"/>
                  <a:cs typeface="Dreaming Outloud Pro" panose="020F0502020204030204" pitchFamily="66" charset="0"/>
                </a:rPr>
                <a:t>No obvious loss</a:t>
              </a:r>
              <a:endParaRPr lang="en-IN" sz="1400" dirty="0">
                <a:latin typeface="Dreaming Outloud Pro" panose="020F0502020204030204" pitchFamily="66" charset="0"/>
                <a:cs typeface="Dreaming Outloud Pro" panose="020F0502020204030204" pitchFamily="66" charset="0"/>
              </a:endParaRPr>
            </a:p>
          </p:txBody>
        </p:sp>
        <mc:AlternateContent xmlns:mc="http://schemas.openxmlformats.org/markup-compatibility/2006">
          <mc:Choice xmlns:p14="http://schemas.microsoft.com/office/powerpoint/2010/main" Requires="p14">
            <p:contentPart p14:bwMode="auto" r:id="rId125">
              <p14:nvContentPartPr>
                <p14:cNvPr id="1165" name="Ink 1164">
                  <a:extLst>
                    <a:ext uri="{FF2B5EF4-FFF2-40B4-BE49-F238E27FC236}">
                      <a16:creationId xmlns:a16="http://schemas.microsoft.com/office/drawing/2014/main" id="{42843979-3FD2-8F78-61BC-2A298B2AF1D2}"/>
                    </a:ext>
                  </a:extLst>
                </p14:cNvPr>
                <p14:cNvContentPartPr/>
                <p14:nvPr/>
              </p14:nvContentPartPr>
              <p14:xfrm>
                <a:off x="4045142" y="4931164"/>
                <a:ext cx="800280" cy="360"/>
              </p14:xfrm>
            </p:contentPart>
          </mc:Choice>
          <mc:Fallback>
            <p:pic>
              <p:nvPicPr>
                <p:cNvPr id="1165" name="Ink 1164">
                  <a:extLst>
                    <a:ext uri="{FF2B5EF4-FFF2-40B4-BE49-F238E27FC236}">
                      <a16:creationId xmlns:a16="http://schemas.microsoft.com/office/drawing/2014/main" id="{42843979-3FD2-8F78-61BC-2A298B2AF1D2}"/>
                    </a:ext>
                  </a:extLst>
                </p:cNvPr>
                <p:cNvPicPr/>
                <p:nvPr/>
              </p:nvPicPr>
              <p:blipFill>
                <a:blip r:embed="rId72"/>
                <a:stretch>
                  <a:fillRect/>
                </a:stretch>
              </p:blipFill>
              <p:spPr>
                <a:xfrm>
                  <a:off x="4036142" y="4922164"/>
                  <a:ext cx="817920" cy="18000"/>
                </a:xfrm>
                <a:prstGeom prst="rect">
                  <a:avLst/>
                </a:prstGeom>
              </p:spPr>
            </p:pic>
          </mc:Fallback>
        </mc:AlternateContent>
      </p:grpSp>
      <p:grpSp>
        <p:nvGrpSpPr>
          <p:cNvPr id="1168" name="Group 1167">
            <a:extLst>
              <a:ext uri="{FF2B5EF4-FFF2-40B4-BE49-F238E27FC236}">
                <a16:creationId xmlns:a16="http://schemas.microsoft.com/office/drawing/2014/main" id="{4EB3B9D5-627E-E913-2DB3-6E40786AD961}"/>
              </a:ext>
            </a:extLst>
          </p:cNvPr>
          <p:cNvGrpSpPr/>
          <p:nvPr/>
        </p:nvGrpSpPr>
        <p:grpSpPr>
          <a:xfrm>
            <a:off x="9407731" y="7301440"/>
            <a:ext cx="317250" cy="426240"/>
            <a:chOff x="10659849" y="4939317"/>
            <a:chExt cx="562690" cy="756000"/>
          </a:xfrm>
        </p:grpSpPr>
        <p:grpSp>
          <p:nvGrpSpPr>
            <p:cNvPr id="1169" name="Group 1168">
              <a:extLst>
                <a:ext uri="{FF2B5EF4-FFF2-40B4-BE49-F238E27FC236}">
                  <a16:creationId xmlns:a16="http://schemas.microsoft.com/office/drawing/2014/main" id="{FC5678E5-DB05-B552-B726-A196C4F9F703}"/>
                </a:ext>
              </a:extLst>
            </p:cNvPr>
            <p:cNvGrpSpPr/>
            <p:nvPr/>
          </p:nvGrpSpPr>
          <p:grpSpPr>
            <a:xfrm>
              <a:off x="10953540" y="5047875"/>
              <a:ext cx="257760" cy="593640"/>
              <a:chOff x="10953540" y="5047875"/>
              <a:chExt cx="257760" cy="593640"/>
            </a:xfrm>
          </p:grpSpPr>
          <mc:AlternateContent xmlns:mc="http://schemas.openxmlformats.org/markup-compatibility/2006">
            <mc:Choice xmlns:p14="http://schemas.microsoft.com/office/powerpoint/2010/main" Requires="p14">
              <p:contentPart p14:bwMode="auto" r:id="rId126">
                <p14:nvContentPartPr>
                  <p14:cNvPr id="1172" name="Ink 1171">
                    <a:extLst>
                      <a:ext uri="{FF2B5EF4-FFF2-40B4-BE49-F238E27FC236}">
                        <a16:creationId xmlns:a16="http://schemas.microsoft.com/office/drawing/2014/main" id="{F95F83A1-9D08-978B-2DE2-559B2F5185FA}"/>
                      </a:ext>
                    </a:extLst>
                  </p14:cNvPr>
                  <p14:cNvContentPartPr/>
                  <p14:nvPr/>
                </p14:nvContentPartPr>
                <p14:xfrm>
                  <a:off x="10987740" y="5047875"/>
                  <a:ext cx="23400" cy="205200"/>
                </p14:xfrm>
              </p:contentPart>
            </mc:Choice>
            <mc:Fallback>
              <p:pic>
                <p:nvPicPr>
                  <p:cNvPr id="1172" name="Ink 1171">
                    <a:extLst>
                      <a:ext uri="{FF2B5EF4-FFF2-40B4-BE49-F238E27FC236}">
                        <a16:creationId xmlns:a16="http://schemas.microsoft.com/office/drawing/2014/main" id="{F95F83A1-9D08-978B-2DE2-559B2F5185FA}"/>
                      </a:ext>
                    </a:extLst>
                  </p:cNvPr>
                  <p:cNvPicPr/>
                  <p:nvPr/>
                </p:nvPicPr>
                <p:blipFill>
                  <a:blip r:embed="rId127"/>
                  <a:stretch>
                    <a:fillRect/>
                  </a:stretch>
                </p:blipFill>
                <p:spPr>
                  <a:xfrm>
                    <a:off x="10956118" y="5016012"/>
                    <a:ext cx="86011" cy="268289"/>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1173" name="Ink 1172">
                    <a:extLst>
                      <a:ext uri="{FF2B5EF4-FFF2-40B4-BE49-F238E27FC236}">
                        <a16:creationId xmlns:a16="http://schemas.microsoft.com/office/drawing/2014/main" id="{C50E8D78-0026-FBBA-7EFA-FA3E072C7E10}"/>
                      </a:ext>
                    </a:extLst>
                  </p14:cNvPr>
                  <p14:cNvContentPartPr/>
                  <p14:nvPr/>
                </p14:nvContentPartPr>
                <p14:xfrm>
                  <a:off x="11181780" y="5105115"/>
                  <a:ext cx="29520" cy="161280"/>
                </p14:xfrm>
              </p:contentPart>
            </mc:Choice>
            <mc:Fallback>
              <p:pic>
                <p:nvPicPr>
                  <p:cNvPr id="1173" name="Ink 1172">
                    <a:extLst>
                      <a:ext uri="{FF2B5EF4-FFF2-40B4-BE49-F238E27FC236}">
                        <a16:creationId xmlns:a16="http://schemas.microsoft.com/office/drawing/2014/main" id="{C50E8D78-0026-FBBA-7EFA-FA3E072C7E10}"/>
                      </a:ext>
                    </a:extLst>
                  </p:cNvPr>
                  <p:cNvPicPr/>
                  <p:nvPr/>
                </p:nvPicPr>
                <p:blipFill>
                  <a:blip r:embed="rId129"/>
                  <a:stretch>
                    <a:fillRect/>
                  </a:stretch>
                </p:blipFill>
                <p:spPr>
                  <a:xfrm>
                    <a:off x="11150376" y="5073241"/>
                    <a:ext cx="91700" cy="22439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1174" name="Ink 1173">
                    <a:extLst>
                      <a:ext uri="{FF2B5EF4-FFF2-40B4-BE49-F238E27FC236}">
                        <a16:creationId xmlns:a16="http://schemas.microsoft.com/office/drawing/2014/main" id="{05F05C0B-4571-9C4F-7784-15D88EED83E4}"/>
                      </a:ext>
                    </a:extLst>
                  </p14:cNvPr>
                  <p14:cNvContentPartPr/>
                  <p14:nvPr/>
                </p14:nvContentPartPr>
                <p14:xfrm>
                  <a:off x="10976220" y="5333715"/>
                  <a:ext cx="129960" cy="307800"/>
                </p14:xfrm>
              </p:contentPart>
            </mc:Choice>
            <mc:Fallback>
              <p:pic>
                <p:nvPicPr>
                  <p:cNvPr id="1174" name="Ink 1173">
                    <a:extLst>
                      <a:ext uri="{FF2B5EF4-FFF2-40B4-BE49-F238E27FC236}">
                        <a16:creationId xmlns:a16="http://schemas.microsoft.com/office/drawing/2014/main" id="{05F05C0B-4571-9C4F-7784-15D88EED83E4}"/>
                      </a:ext>
                    </a:extLst>
                  </p:cNvPr>
                  <p:cNvPicPr/>
                  <p:nvPr/>
                </p:nvPicPr>
                <p:blipFill>
                  <a:blip r:embed="rId131"/>
                  <a:stretch>
                    <a:fillRect/>
                  </a:stretch>
                </p:blipFill>
                <p:spPr>
                  <a:xfrm>
                    <a:off x="10944367" y="5301852"/>
                    <a:ext cx="193029" cy="370889"/>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1175" name="Ink 1174">
                    <a:extLst>
                      <a:ext uri="{FF2B5EF4-FFF2-40B4-BE49-F238E27FC236}">
                        <a16:creationId xmlns:a16="http://schemas.microsoft.com/office/drawing/2014/main" id="{35FA0001-C24D-B867-56FA-BBF7FB32594F}"/>
                      </a:ext>
                    </a:extLst>
                  </p14:cNvPr>
                  <p14:cNvContentPartPr/>
                  <p14:nvPr/>
                </p14:nvContentPartPr>
                <p14:xfrm>
                  <a:off x="10953540" y="5381235"/>
                  <a:ext cx="9720" cy="45000"/>
                </p14:xfrm>
              </p:contentPart>
            </mc:Choice>
            <mc:Fallback>
              <p:pic>
                <p:nvPicPr>
                  <p:cNvPr id="1175" name="Ink 1174">
                    <a:extLst>
                      <a:ext uri="{FF2B5EF4-FFF2-40B4-BE49-F238E27FC236}">
                        <a16:creationId xmlns:a16="http://schemas.microsoft.com/office/drawing/2014/main" id="{35FA0001-C24D-B867-56FA-BBF7FB32594F}"/>
                      </a:ext>
                    </a:extLst>
                  </p:cNvPr>
                  <p:cNvPicPr/>
                  <p:nvPr/>
                </p:nvPicPr>
                <p:blipFill>
                  <a:blip r:embed="rId133"/>
                  <a:stretch>
                    <a:fillRect/>
                  </a:stretch>
                </p:blipFill>
                <p:spPr>
                  <a:xfrm>
                    <a:off x="10921140" y="5349545"/>
                    <a:ext cx="73872" cy="107746"/>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34">
              <p14:nvContentPartPr>
                <p14:cNvPr id="1170" name="Ink 1169">
                  <a:extLst>
                    <a:ext uri="{FF2B5EF4-FFF2-40B4-BE49-F238E27FC236}">
                      <a16:creationId xmlns:a16="http://schemas.microsoft.com/office/drawing/2014/main" id="{B47F0447-9DCA-DB88-3060-031F41D8F6EB}"/>
                    </a:ext>
                  </a:extLst>
                </p14:cNvPr>
                <p14:cNvContentPartPr/>
                <p14:nvPr/>
              </p14:nvContentPartPr>
              <p14:xfrm>
                <a:off x="10854180" y="4970115"/>
                <a:ext cx="174240" cy="69480"/>
              </p14:xfrm>
            </p:contentPart>
          </mc:Choice>
          <mc:Fallback>
            <p:pic>
              <p:nvPicPr>
                <p:cNvPr id="1170" name="Ink 1169">
                  <a:extLst>
                    <a:ext uri="{FF2B5EF4-FFF2-40B4-BE49-F238E27FC236}">
                      <a16:creationId xmlns:a16="http://schemas.microsoft.com/office/drawing/2014/main" id="{B47F0447-9DCA-DB88-3060-031F41D8F6EB}"/>
                    </a:ext>
                  </a:extLst>
                </p:cNvPr>
                <p:cNvPicPr/>
                <p:nvPr/>
              </p:nvPicPr>
              <p:blipFill>
                <a:blip r:embed="rId135"/>
                <a:stretch>
                  <a:fillRect/>
                </a:stretch>
              </p:blipFill>
              <p:spPr>
                <a:xfrm>
                  <a:off x="10822268" y="4938243"/>
                  <a:ext cx="237426" cy="132586"/>
                </a:xfrm>
                <a:prstGeom prst="rect">
                  <a:avLst/>
                </a:prstGeom>
              </p:spPr>
            </p:pic>
          </mc:Fallback>
        </mc:AlternateContent>
        <p:pic>
          <p:nvPicPr>
            <p:cNvPr id="1171" name="Picture 1170" descr="A cartoon of a person with her hand up&#10;&#10;AI-generated content may be incorrect.">
              <a:extLst>
                <a:ext uri="{FF2B5EF4-FFF2-40B4-BE49-F238E27FC236}">
                  <a16:creationId xmlns:a16="http://schemas.microsoft.com/office/drawing/2014/main" id="{991A72BA-C190-A41D-7106-63F1790742F9}"/>
                </a:ext>
              </a:extLst>
            </p:cNvPr>
            <p:cNvPicPr>
              <a:picLocks noChangeAspect="1"/>
            </p:cNvPicPr>
            <p:nvPr/>
          </p:nvPicPr>
          <p:blipFill>
            <a:blip r:embed="rId13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659849" y="4939317"/>
              <a:ext cx="562690" cy="756000"/>
            </a:xfrm>
            <a:prstGeom prst="rect">
              <a:avLst/>
            </a:prstGeom>
          </p:spPr>
        </p:pic>
      </p:grpSp>
      <p:grpSp>
        <p:nvGrpSpPr>
          <p:cNvPr id="1179" name="Group 1178">
            <a:extLst>
              <a:ext uri="{FF2B5EF4-FFF2-40B4-BE49-F238E27FC236}">
                <a16:creationId xmlns:a16="http://schemas.microsoft.com/office/drawing/2014/main" id="{4B528BD1-7BE7-E924-175D-3ACE39F75DD1}"/>
              </a:ext>
            </a:extLst>
          </p:cNvPr>
          <p:cNvGrpSpPr/>
          <p:nvPr/>
        </p:nvGrpSpPr>
        <p:grpSpPr>
          <a:xfrm>
            <a:off x="9547038" y="7496847"/>
            <a:ext cx="1750498" cy="461665"/>
            <a:chOff x="10496739" y="6808896"/>
            <a:chExt cx="1750498" cy="461665"/>
          </a:xfrm>
        </p:grpSpPr>
        <p:sp>
          <p:nvSpPr>
            <p:cNvPr id="1167" name="TextBox 1166">
              <a:extLst>
                <a:ext uri="{FF2B5EF4-FFF2-40B4-BE49-F238E27FC236}">
                  <a16:creationId xmlns:a16="http://schemas.microsoft.com/office/drawing/2014/main" id="{A5C90FE8-D7CF-6907-F717-ED9C7F58941F}"/>
                </a:ext>
              </a:extLst>
            </p:cNvPr>
            <p:cNvSpPr txBox="1"/>
            <p:nvPr/>
          </p:nvSpPr>
          <p:spPr>
            <a:xfrm>
              <a:off x="10496739" y="6808896"/>
              <a:ext cx="1750498" cy="461665"/>
            </a:xfrm>
            <a:prstGeom prst="rect">
              <a:avLst/>
            </a:prstGeom>
            <a:noFill/>
          </p:spPr>
          <p:txBody>
            <a:bodyPr wrap="square">
              <a:spAutoFit/>
            </a:bodyPr>
            <a:lstStyle/>
            <a:p>
              <a:r>
                <a:rPr lang="en-IN" sz="1200" dirty="0">
                  <a:latin typeface="Dreaming Outloud Pro" panose="020F0502020204030204" pitchFamily="66" charset="0"/>
                  <a:cs typeface="Dreaming Outloud Pro" panose="020F0502020204030204" pitchFamily="66" charset="0"/>
                </a:rPr>
                <a:t>Thermal MFCs work on heat capacity principle</a:t>
              </a:r>
            </a:p>
          </p:txBody>
        </p:sp>
        <mc:AlternateContent xmlns:mc="http://schemas.openxmlformats.org/markup-compatibility/2006">
          <mc:Choice xmlns:p14="http://schemas.microsoft.com/office/powerpoint/2010/main" Requires="p14">
            <p:contentPart p14:bwMode="auto" r:id="rId137">
              <p14:nvContentPartPr>
                <p14:cNvPr id="1176" name="Ink 1175">
                  <a:extLst>
                    <a:ext uri="{FF2B5EF4-FFF2-40B4-BE49-F238E27FC236}">
                      <a16:creationId xmlns:a16="http://schemas.microsoft.com/office/drawing/2014/main" id="{A9F9F259-B157-3B17-8DD3-5F92C6519628}"/>
                    </a:ext>
                  </a:extLst>
                </p14:cNvPr>
                <p14:cNvContentPartPr/>
                <p14:nvPr/>
              </p14:nvContentPartPr>
              <p14:xfrm>
                <a:off x="10610460" y="7048230"/>
                <a:ext cx="1401480" cy="360"/>
              </p14:xfrm>
            </p:contentPart>
          </mc:Choice>
          <mc:Fallback>
            <p:pic>
              <p:nvPicPr>
                <p:cNvPr id="1176" name="Ink 1175">
                  <a:extLst>
                    <a:ext uri="{FF2B5EF4-FFF2-40B4-BE49-F238E27FC236}">
                      <a16:creationId xmlns:a16="http://schemas.microsoft.com/office/drawing/2014/main" id="{A9F9F259-B157-3B17-8DD3-5F92C6519628}"/>
                    </a:ext>
                  </a:extLst>
                </p:cNvPr>
                <p:cNvPicPr/>
                <p:nvPr/>
              </p:nvPicPr>
              <p:blipFill>
                <a:blip r:embed="rId138"/>
                <a:stretch>
                  <a:fillRect/>
                </a:stretch>
              </p:blipFill>
              <p:spPr>
                <a:xfrm>
                  <a:off x="10604340" y="7042110"/>
                  <a:ext cx="141372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1177" name="Ink 1176">
                  <a:extLst>
                    <a:ext uri="{FF2B5EF4-FFF2-40B4-BE49-F238E27FC236}">
                      <a16:creationId xmlns:a16="http://schemas.microsoft.com/office/drawing/2014/main" id="{70D0F283-E19E-AC19-513B-99E5AF1795D4}"/>
                    </a:ext>
                  </a:extLst>
                </p14:cNvPr>
                <p14:cNvContentPartPr/>
                <p14:nvPr/>
              </p14:nvContentPartPr>
              <p14:xfrm>
                <a:off x="10553220" y="7219485"/>
                <a:ext cx="1372320" cy="360"/>
              </p14:xfrm>
            </p:contentPart>
          </mc:Choice>
          <mc:Fallback>
            <p:pic>
              <p:nvPicPr>
                <p:cNvPr id="1177" name="Ink 1176">
                  <a:extLst>
                    <a:ext uri="{FF2B5EF4-FFF2-40B4-BE49-F238E27FC236}">
                      <a16:creationId xmlns:a16="http://schemas.microsoft.com/office/drawing/2014/main" id="{70D0F283-E19E-AC19-513B-99E5AF1795D4}"/>
                    </a:ext>
                  </a:extLst>
                </p:cNvPr>
                <p:cNvPicPr/>
                <p:nvPr/>
              </p:nvPicPr>
              <p:blipFill>
                <a:blip r:embed="rId140"/>
                <a:stretch>
                  <a:fillRect/>
                </a:stretch>
              </p:blipFill>
              <p:spPr>
                <a:xfrm>
                  <a:off x="10547100" y="7213365"/>
                  <a:ext cx="1384560" cy="12600"/>
                </a:xfrm>
                <a:prstGeom prst="rect">
                  <a:avLst/>
                </a:prstGeom>
              </p:spPr>
            </p:pic>
          </mc:Fallback>
        </mc:AlternateContent>
      </p:grpSp>
      <p:grpSp>
        <p:nvGrpSpPr>
          <p:cNvPr id="1180" name="Group 1179">
            <a:extLst>
              <a:ext uri="{FF2B5EF4-FFF2-40B4-BE49-F238E27FC236}">
                <a16:creationId xmlns:a16="http://schemas.microsoft.com/office/drawing/2014/main" id="{1AD96448-5440-0106-F862-6A9D09E7F03B}"/>
              </a:ext>
            </a:extLst>
          </p:cNvPr>
          <p:cNvGrpSpPr/>
          <p:nvPr/>
        </p:nvGrpSpPr>
        <p:grpSpPr>
          <a:xfrm>
            <a:off x="5113913" y="6542400"/>
            <a:ext cx="624630" cy="741914"/>
            <a:chOff x="8203866" y="6800794"/>
            <a:chExt cx="825310" cy="980275"/>
          </a:xfrm>
        </p:grpSpPr>
        <p:grpSp>
          <p:nvGrpSpPr>
            <p:cNvPr id="1181" name="Group 1180">
              <a:extLst>
                <a:ext uri="{FF2B5EF4-FFF2-40B4-BE49-F238E27FC236}">
                  <a16:creationId xmlns:a16="http://schemas.microsoft.com/office/drawing/2014/main" id="{D940198B-8CB6-AE7B-9246-06E031241739}"/>
                </a:ext>
              </a:extLst>
            </p:cNvPr>
            <p:cNvGrpSpPr/>
            <p:nvPr/>
          </p:nvGrpSpPr>
          <p:grpSpPr>
            <a:xfrm>
              <a:off x="8203866" y="6955759"/>
              <a:ext cx="825310" cy="825310"/>
              <a:chOff x="8203865" y="5914503"/>
              <a:chExt cx="1866567" cy="1866567"/>
            </a:xfrm>
          </p:grpSpPr>
          <p:pic>
            <p:nvPicPr>
              <p:cNvPr id="1188" name="Picture 1187" descr="A black background with a black square&#10;&#10;AI-generated content may be incorrect.">
                <a:extLst>
                  <a:ext uri="{FF2B5EF4-FFF2-40B4-BE49-F238E27FC236}">
                    <a16:creationId xmlns:a16="http://schemas.microsoft.com/office/drawing/2014/main" id="{AB7B79F3-DD2B-296C-9985-E5B186CFD25E}"/>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8203865" y="5914503"/>
                <a:ext cx="1866567" cy="1866567"/>
              </a:xfrm>
              <a:prstGeom prst="rect">
                <a:avLst/>
              </a:prstGeom>
            </p:spPr>
          </p:pic>
          <mc:AlternateContent xmlns:mc="http://schemas.openxmlformats.org/markup-compatibility/2006">
            <mc:Choice xmlns:p14="http://schemas.microsoft.com/office/powerpoint/2010/main" Requires="p14">
              <p:contentPart p14:bwMode="auto" r:id="rId141">
                <p14:nvContentPartPr>
                  <p14:cNvPr id="1189" name="Ink 1188">
                    <a:extLst>
                      <a:ext uri="{FF2B5EF4-FFF2-40B4-BE49-F238E27FC236}">
                        <a16:creationId xmlns:a16="http://schemas.microsoft.com/office/drawing/2014/main" id="{B5C81EC1-51C1-2A25-65C8-750CFDF503B4}"/>
                      </a:ext>
                    </a:extLst>
                  </p14:cNvPr>
                  <p14:cNvContentPartPr/>
                  <p14:nvPr/>
                </p14:nvContentPartPr>
                <p14:xfrm>
                  <a:off x="9215528" y="6466832"/>
                  <a:ext cx="482040" cy="932400"/>
                </p14:xfrm>
              </p:contentPart>
            </mc:Choice>
            <mc:Fallback>
              <p:pic>
                <p:nvPicPr>
                  <p:cNvPr id="1189" name="Ink 1188">
                    <a:extLst>
                      <a:ext uri="{FF2B5EF4-FFF2-40B4-BE49-F238E27FC236}">
                        <a16:creationId xmlns:a16="http://schemas.microsoft.com/office/drawing/2014/main" id="{B5C81EC1-51C1-2A25-65C8-750CFDF503B4}"/>
                      </a:ext>
                    </a:extLst>
                  </p:cNvPr>
                  <p:cNvPicPr/>
                  <p:nvPr/>
                </p:nvPicPr>
                <p:blipFill>
                  <a:blip r:embed="rId30"/>
                  <a:stretch>
                    <a:fillRect/>
                  </a:stretch>
                </p:blipFill>
                <p:spPr>
                  <a:xfrm>
                    <a:off x="9108169" y="6251745"/>
                    <a:ext cx="695684" cy="1361498"/>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190" name="Ink 1189">
                    <a:extLst>
                      <a:ext uri="{FF2B5EF4-FFF2-40B4-BE49-F238E27FC236}">
                        <a16:creationId xmlns:a16="http://schemas.microsoft.com/office/drawing/2014/main" id="{E2E43521-36C2-E191-E236-9888C5922BE7}"/>
                      </a:ext>
                    </a:extLst>
                  </p14:cNvPr>
                  <p14:cNvContentPartPr/>
                  <p14:nvPr/>
                </p14:nvContentPartPr>
                <p14:xfrm>
                  <a:off x="9131040" y="6015752"/>
                  <a:ext cx="48600" cy="275760"/>
                </p14:xfrm>
              </p:contentPart>
            </mc:Choice>
            <mc:Fallback>
              <p:pic>
                <p:nvPicPr>
                  <p:cNvPr id="1190" name="Ink 1189">
                    <a:extLst>
                      <a:ext uri="{FF2B5EF4-FFF2-40B4-BE49-F238E27FC236}">
                        <a16:creationId xmlns:a16="http://schemas.microsoft.com/office/drawing/2014/main" id="{E2E43521-36C2-E191-E236-9888C5922BE7}"/>
                      </a:ext>
                    </a:extLst>
                  </p:cNvPr>
                  <p:cNvPicPr/>
                  <p:nvPr/>
                </p:nvPicPr>
                <p:blipFill>
                  <a:blip r:embed="rId32"/>
                  <a:stretch>
                    <a:fillRect/>
                  </a:stretch>
                </p:blipFill>
                <p:spPr>
                  <a:xfrm>
                    <a:off x="9025388" y="5801153"/>
                    <a:ext cx="258848" cy="703885"/>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43">
              <p14:nvContentPartPr>
                <p14:cNvPr id="1182" name="Ink 1181">
                  <a:extLst>
                    <a:ext uri="{FF2B5EF4-FFF2-40B4-BE49-F238E27FC236}">
                      <a16:creationId xmlns:a16="http://schemas.microsoft.com/office/drawing/2014/main" id="{9F90E19D-8C3F-4D38-2E39-19690CE02998}"/>
                    </a:ext>
                  </a:extLst>
                </p14:cNvPr>
                <p14:cNvContentPartPr/>
                <p14:nvPr/>
              </p14:nvContentPartPr>
              <p14:xfrm>
                <a:off x="8438211" y="6992674"/>
                <a:ext cx="77760" cy="360"/>
              </p14:xfrm>
            </p:contentPart>
          </mc:Choice>
          <mc:Fallback>
            <p:pic>
              <p:nvPicPr>
                <p:cNvPr id="1182" name="Ink 1181">
                  <a:extLst>
                    <a:ext uri="{FF2B5EF4-FFF2-40B4-BE49-F238E27FC236}">
                      <a16:creationId xmlns:a16="http://schemas.microsoft.com/office/drawing/2014/main" id="{9F90E19D-8C3F-4D38-2E39-19690CE02998}"/>
                    </a:ext>
                  </a:extLst>
                </p:cNvPr>
                <p:cNvPicPr/>
                <p:nvPr/>
              </p:nvPicPr>
              <p:blipFill>
                <a:blip r:embed="rId34"/>
                <a:stretch>
                  <a:fillRect/>
                </a:stretch>
              </p:blipFill>
              <p:spPr>
                <a:xfrm>
                  <a:off x="8426285" y="6983674"/>
                  <a:ext cx="101136"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183" name="Ink 1182">
                  <a:extLst>
                    <a:ext uri="{FF2B5EF4-FFF2-40B4-BE49-F238E27FC236}">
                      <a16:creationId xmlns:a16="http://schemas.microsoft.com/office/drawing/2014/main" id="{0D069917-F261-0138-7652-9AB807EFC1D2}"/>
                    </a:ext>
                  </a:extLst>
                </p14:cNvPr>
                <p14:cNvContentPartPr/>
                <p14:nvPr/>
              </p14:nvContentPartPr>
              <p14:xfrm>
                <a:off x="8751771" y="6984034"/>
                <a:ext cx="68400" cy="360"/>
              </p14:xfrm>
            </p:contentPart>
          </mc:Choice>
          <mc:Fallback>
            <p:pic>
              <p:nvPicPr>
                <p:cNvPr id="1183" name="Ink 1182">
                  <a:extLst>
                    <a:ext uri="{FF2B5EF4-FFF2-40B4-BE49-F238E27FC236}">
                      <a16:creationId xmlns:a16="http://schemas.microsoft.com/office/drawing/2014/main" id="{0D069917-F261-0138-7652-9AB807EFC1D2}"/>
                    </a:ext>
                  </a:extLst>
                </p:cNvPr>
                <p:cNvPicPr/>
                <p:nvPr/>
              </p:nvPicPr>
              <p:blipFill>
                <a:blip r:embed="rId36"/>
                <a:stretch>
                  <a:fillRect/>
                </a:stretch>
              </p:blipFill>
              <p:spPr>
                <a:xfrm>
                  <a:off x="8740371" y="6975034"/>
                  <a:ext cx="91675" cy="18000"/>
                </a:xfrm>
                <a:prstGeom prst="rect">
                  <a:avLst/>
                </a:prstGeom>
              </p:spPr>
            </p:pic>
          </mc:Fallback>
        </mc:AlternateContent>
        <p:grpSp>
          <p:nvGrpSpPr>
            <p:cNvPr id="1184" name="Group 1183">
              <a:extLst>
                <a:ext uri="{FF2B5EF4-FFF2-40B4-BE49-F238E27FC236}">
                  <a16:creationId xmlns:a16="http://schemas.microsoft.com/office/drawing/2014/main" id="{14FB3D2F-BA6F-F2E1-B5FE-AE30B4CBE5BC}"/>
                </a:ext>
              </a:extLst>
            </p:cNvPr>
            <p:cNvGrpSpPr/>
            <p:nvPr/>
          </p:nvGrpSpPr>
          <p:grpSpPr>
            <a:xfrm>
              <a:off x="8499154" y="6800794"/>
              <a:ext cx="280697" cy="119503"/>
              <a:chOff x="8499154" y="6800794"/>
              <a:chExt cx="280697" cy="119503"/>
            </a:xfrm>
          </p:grpSpPr>
          <mc:AlternateContent xmlns:mc="http://schemas.openxmlformats.org/markup-compatibility/2006">
            <mc:Choice xmlns:p14="http://schemas.microsoft.com/office/powerpoint/2010/main" Requires="p14">
              <p:contentPart p14:bwMode="auto" r:id="rId145">
                <p14:nvContentPartPr>
                  <p14:cNvPr id="1185" name="Ink 1184">
                    <a:extLst>
                      <a:ext uri="{FF2B5EF4-FFF2-40B4-BE49-F238E27FC236}">
                        <a16:creationId xmlns:a16="http://schemas.microsoft.com/office/drawing/2014/main" id="{817AF815-9404-1D7A-1692-9A612BB79511}"/>
                      </a:ext>
                    </a:extLst>
                  </p14:cNvPr>
                  <p14:cNvContentPartPr/>
                  <p14:nvPr/>
                </p14:nvContentPartPr>
                <p14:xfrm>
                  <a:off x="8621091" y="6800794"/>
                  <a:ext cx="360" cy="77760"/>
                </p14:xfrm>
              </p:contentPart>
            </mc:Choice>
            <mc:Fallback>
              <p:pic>
                <p:nvPicPr>
                  <p:cNvPr id="1185" name="Ink 1184">
                    <a:extLst>
                      <a:ext uri="{FF2B5EF4-FFF2-40B4-BE49-F238E27FC236}">
                        <a16:creationId xmlns:a16="http://schemas.microsoft.com/office/drawing/2014/main" id="{817AF815-9404-1D7A-1692-9A612BB79511}"/>
                      </a:ext>
                    </a:extLst>
                  </p:cNvPr>
                  <p:cNvPicPr/>
                  <p:nvPr/>
                </p:nvPicPr>
                <p:blipFill>
                  <a:blip r:embed="rId38"/>
                  <a:stretch>
                    <a:fillRect/>
                  </a:stretch>
                </p:blipFill>
                <p:spPr>
                  <a:xfrm>
                    <a:off x="8612451" y="6789345"/>
                    <a:ext cx="18000" cy="101136"/>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1186" name="Ink 1185">
                    <a:extLst>
                      <a:ext uri="{FF2B5EF4-FFF2-40B4-BE49-F238E27FC236}">
                        <a16:creationId xmlns:a16="http://schemas.microsoft.com/office/drawing/2014/main" id="{3C22558B-B665-A76E-CE89-D522E85426D4}"/>
                      </a:ext>
                    </a:extLst>
                  </p14:cNvPr>
                  <p14:cNvContentPartPr/>
                  <p14:nvPr/>
                </p14:nvContentPartPr>
                <p14:xfrm>
                  <a:off x="8717211" y="6847594"/>
                  <a:ext cx="62640" cy="40680"/>
                </p14:xfrm>
              </p:contentPart>
            </mc:Choice>
            <mc:Fallback>
              <p:pic>
                <p:nvPicPr>
                  <p:cNvPr id="1186" name="Ink 1185">
                    <a:extLst>
                      <a:ext uri="{FF2B5EF4-FFF2-40B4-BE49-F238E27FC236}">
                        <a16:creationId xmlns:a16="http://schemas.microsoft.com/office/drawing/2014/main" id="{3C22558B-B665-A76E-CE89-D522E85426D4}"/>
                      </a:ext>
                    </a:extLst>
                  </p:cNvPr>
                  <p:cNvPicPr/>
                  <p:nvPr/>
                </p:nvPicPr>
                <p:blipFill>
                  <a:blip r:embed="rId40"/>
                  <a:stretch>
                    <a:fillRect/>
                  </a:stretch>
                </p:blipFill>
                <p:spPr>
                  <a:xfrm>
                    <a:off x="8705347" y="6836241"/>
                    <a:ext cx="85893" cy="63858"/>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1187" name="Ink 1186">
                    <a:extLst>
                      <a:ext uri="{FF2B5EF4-FFF2-40B4-BE49-F238E27FC236}">
                        <a16:creationId xmlns:a16="http://schemas.microsoft.com/office/drawing/2014/main" id="{86B95628-C523-06F4-CA24-1E2D56CFB158}"/>
                      </a:ext>
                    </a:extLst>
                  </p14:cNvPr>
                  <p14:cNvContentPartPr/>
                  <p14:nvPr/>
                </p14:nvContentPartPr>
                <p14:xfrm>
                  <a:off x="8499154" y="6870977"/>
                  <a:ext cx="63000" cy="49320"/>
                </p14:xfrm>
              </p:contentPart>
            </mc:Choice>
            <mc:Fallback>
              <p:pic>
                <p:nvPicPr>
                  <p:cNvPr id="1187" name="Ink 1186">
                    <a:extLst>
                      <a:ext uri="{FF2B5EF4-FFF2-40B4-BE49-F238E27FC236}">
                        <a16:creationId xmlns:a16="http://schemas.microsoft.com/office/drawing/2014/main" id="{86B95628-C523-06F4-CA24-1E2D56CFB158}"/>
                      </a:ext>
                    </a:extLst>
                  </p:cNvPr>
                  <p:cNvPicPr/>
                  <p:nvPr/>
                </p:nvPicPr>
                <p:blipFill>
                  <a:blip r:embed="rId42"/>
                  <a:stretch>
                    <a:fillRect/>
                  </a:stretch>
                </p:blipFill>
                <p:spPr>
                  <a:xfrm>
                    <a:off x="8487786" y="6859121"/>
                    <a:ext cx="86211" cy="72557"/>
                  </a:xfrm>
                  <a:prstGeom prst="rect">
                    <a:avLst/>
                  </a:prstGeom>
                </p:spPr>
              </p:pic>
            </mc:Fallback>
          </mc:AlternateContent>
        </p:grpSp>
      </p:grpSp>
      <p:grpSp>
        <p:nvGrpSpPr>
          <p:cNvPr id="1194" name="Group 1193">
            <a:extLst>
              <a:ext uri="{FF2B5EF4-FFF2-40B4-BE49-F238E27FC236}">
                <a16:creationId xmlns:a16="http://schemas.microsoft.com/office/drawing/2014/main" id="{95023777-46ED-1F4B-50BD-626C3BF0DFFA}"/>
              </a:ext>
            </a:extLst>
          </p:cNvPr>
          <p:cNvGrpSpPr/>
          <p:nvPr/>
        </p:nvGrpSpPr>
        <p:grpSpPr>
          <a:xfrm>
            <a:off x="2916115" y="9070072"/>
            <a:ext cx="317250" cy="426240"/>
            <a:chOff x="10659849" y="4939317"/>
            <a:chExt cx="562690" cy="756000"/>
          </a:xfrm>
        </p:grpSpPr>
        <p:grpSp>
          <p:nvGrpSpPr>
            <p:cNvPr id="1195" name="Group 1194">
              <a:extLst>
                <a:ext uri="{FF2B5EF4-FFF2-40B4-BE49-F238E27FC236}">
                  <a16:creationId xmlns:a16="http://schemas.microsoft.com/office/drawing/2014/main" id="{2911B7F1-FD5F-970C-5C6B-C61BF37C9662}"/>
                </a:ext>
              </a:extLst>
            </p:cNvPr>
            <p:cNvGrpSpPr/>
            <p:nvPr/>
          </p:nvGrpSpPr>
          <p:grpSpPr>
            <a:xfrm>
              <a:off x="10953540" y="5047875"/>
              <a:ext cx="257760" cy="593640"/>
              <a:chOff x="10953540" y="5047875"/>
              <a:chExt cx="257760" cy="593640"/>
            </a:xfrm>
          </p:grpSpPr>
          <mc:AlternateContent xmlns:mc="http://schemas.openxmlformats.org/markup-compatibility/2006">
            <mc:Choice xmlns:p14="http://schemas.microsoft.com/office/powerpoint/2010/main" Requires="p14">
              <p:contentPart p14:bwMode="auto" r:id="rId148">
                <p14:nvContentPartPr>
                  <p14:cNvPr id="1198" name="Ink 1197">
                    <a:extLst>
                      <a:ext uri="{FF2B5EF4-FFF2-40B4-BE49-F238E27FC236}">
                        <a16:creationId xmlns:a16="http://schemas.microsoft.com/office/drawing/2014/main" id="{0A4FB8B0-04E4-C8A8-E9B3-381EB4C24D54}"/>
                      </a:ext>
                    </a:extLst>
                  </p14:cNvPr>
                  <p14:cNvContentPartPr/>
                  <p14:nvPr/>
                </p14:nvContentPartPr>
                <p14:xfrm>
                  <a:off x="10987740" y="5047875"/>
                  <a:ext cx="23400" cy="205200"/>
                </p14:xfrm>
              </p:contentPart>
            </mc:Choice>
            <mc:Fallback>
              <p:pic>
                <p:nvPicPr>
                  <p:cNvPr id="1198" name="Ink 1197">
                    <a:extLst>
                      <a:ext uri="{FF2B5EF4-FFF2-40B4-BE49-F238E27FC236}">
                        <a16:creationId xmlns:a16="http://schemas.microsoft.com/office/drawing/2014/main" id="{0A4FB8B0-04E4-C8A8-E9B3-381EB4C24D54}"/>
                      </a:ext>
                    </a:extLst>
                  </p:cNvPr>
                  <p:cNvPicPr/>
                  <p:nvPr/>
                </p:nvPicPr>
                <p:blipFill>
                  <a:blip r:embed="rId127"/>
                  <a:stretch>
                    <a:fillRect/>
                  </a:stretch>
                </p:blipFill>
                <p:spPr>
                  <a:xfrm>
                    <a:off x="10956118" y="5016012"/>
                    <a:ext cx="86011" cy="268289"/>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1199" name="Ink 1198">
                    <a:extLst>
                      <a:ext uri="{FF2B5EF4-FFF2-40B4-BE49-F238E27FC236}">
                        <a16:creationId xmlns:a16="http://schemas.microsoft.com/office/drawing/2014/main" id="{F1BF382B-0243-475D-7A4C-F120695708FD}"/>
                      </a:ext>
                    </a:extLst>
                  </p14:cNvPr>
                  <p14:cNvContentPartPr/>
                  <p14:nvPr/>
                </p14:nvContentPartPr>
                <p14:xfrm>
                  <a:off x="11181780" y="5105115"/>
                  <a:ext cx="29520" cy="161280"/>
                </p14:xfrm>
              </p:contentPart>
            </mc:Choice>
            <mc:Fallback>
              <p:pic>
                <p:nvPicPr>
                  <p:cNvPr id="1199" name="Ink 1198">
                    <a:extLst>
                      <a:ext uri="{FF2B5EF4-FFF2-40B4-BE49-F238E27FC236}">
                        <a16:creationId xmlns:a16="http://schemas.microsoft.com/office/drawing/2014/main" id="{F1BF382B-0243-475D-7A4C-F120695708FD}"/>
                      </a:ext>
                    </a:extLst>
                  </p:cNvPr>
                  <p:cNvPicPr/>
                  <p:nvPr/>
                </p:nvPicPr>
                <p:blipFill>
                  <a:blip r:embed="rId129"/>
                  <a:stretch>
                    <a:fillRect/>
                  </a:stretch>
                </p:blipFill>
                <p:spPr>
                  <a:xfrm>
                    <a:off x="11150376" y="5073241"/>
                    <a:ext cx="91700" cy="22439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200" name="Ink 1199">
                    <a:extLst>
                      <a:ext uri="{FF2B5EF4-FFF2-40B4-BE49-F238E27FC236}">
                        <a16:creationId xmlns:a16="http://schemas.microsoft.com/office/drawing/2014/main" id="{B1BC8ED5-D3CD-D441-4051-2D0671238847}"/>
                      </a:ext>
                    </a:extLst>
                  </p14:cNvPr>
                  <p14:cNvContentPartPr/>
                  <p14:nvPr/>
                </p14:nvContentPartPr>
                <p14:xfrm>
                  <a:off x="10976220" y="5333715"/>
                  <a:ext cx="129960" cy="307800"/>
                </p14:xfrm>
              </p:contentPart>
            </mc:Choice>
            <mc:Fallback>
              <p:pic>
                <p:nvPicPr>
                  <p:cNvPr id="1200" name="Ink 1199">
                    <a:extLst>
                      <a:ext uri="{FF2B5EF4-FFF2-40B4-BE49-F238E27FC236}">
                        <a16:creationId xmlns:a16="http://schemas.microsoft.com/office/drawing/2014/main" id="{B1BC8ED5-D3CD-D441-4051-2D0671238847}"/>
                      </a:ext>
                    </a:extLst>
                  </p:cNvPr>
                  <p:cNvPicPr/>
                  <p:nvPr/>
                </p:nvPicPr>
                <p:blipFill>
                  <a:blip r:embed="rId131"/>
                  <a:stretch>
                    <a:fillRect/>
                  </a:stretch>
                </p:blipFill>
                <p:spPr>
                  <a:xfrm>
                    <a:off x="10944367" y="5301852"/>
                    <a:ext cx="193029" cy="370889"/>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1201" name="Ink 1200">
                    <a:extLst>
                      <a:ext uri="{FF2B5EF4-FFF2-40B4-BE49-F238E27FC236}">
                        <a16:creationId xmlns:a16="http://schemas.microsoft.com/office/drawing/2014/main" id="{A1CEDE0A-5AF6-7613-D592-934C99243CAD}"/>
                      </a:ext>
                    </a:extLst>
                  </p14:cNvPr>
                  <p14:cNvContentPartPr/>
                  <p14:nvPr/>
                </p14:nvContentPartPr>
                <p14:xfrm>
                  <a:off x="10953540" y="5381235"/>
                  <a:ext cx="9720" cy="45000"/>
                </p14:xfrm>
              </p:contentPart>
            </mc:Choice>
            <mc:Fallback>
              <p:pic>
                <p:nvPicPr>
                  <p:cNvPr id="1201" name="Ink 1200">
                    <a:extLst>
                      <a:ext uri="{FF2B5EF4-FFF2-40B4-BE49-F238E27FC236}">
                        <a16:creationId xmlns:a16="http://schemas.microsoft.com/office/drawing/2014/main" id="{A1CEDE0A-5AF6-7613-D592-934C99243CAD}"/>
                      </a:ext>
                    </a:extLst>
                  </p:cNvPr>
                  <p:cNvPicPr/>
                  <p:nvPr/>
                </p:nvPicPr>
                <p:blipFill>
                  <a:blip r:embed="rId133"/>
                  <a:stretch>
                    <a:fillRect/>
                  </a:stretch>
                </p:blipFill>
                <p:spPr>
                  <a:xfrm>
                    <a:off x="10921140" y="5349545"/>
                    <a:ext cx="73872" cy="107746"/>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52">
              <p14:nvContentPartPr>
                <p14:cNvPr id="1196" name="Ink 1195">
                  <a:extLst>
                    <a:ext uri="{FF2B5EF4-FFF2-40B4-BE49-F238E27FC236}">
                      <a16:creationId xmlns:a16="http://schemas.microsoft.com/office/drawing/2014/main" id="{3F923439-2508-AA4A-C9DE-136856227487}"/>
                    </a:ext>
                  </a:extLst>
                </p14:cNvPr>
                <p14:cNvContentPartPr/>
                <p14:nvPr/>
              </p14:nvContentPartPr>
              <p14:xfrm>
                <a:off x="10854180" y="4970115"/>
                <a:ext cx="174240" cy="69480"/>
              </p14:xfrm>
            </p:contentPart>
          </mc:Choice>
          <mc:Fallback>
            <p:pic>
              <p:nvPicPr>
                <p:cNvPr id="1196" name="Ink 1195">
                  <a:extLst>
                    <a:ext uri="{FF2B5EF4-FFF2-40B4-BE49-F238E27FC236}">
                      <a16:creationId xmlns:a16="http://schemas.microsoft.com/office/drawing/2014/main" id="{3F923439-2508-AA4A-C9DE-136856227487}"/>
                    </a:ext>
                  </a:extLst>
                </p:cNvPr>
                <p:cNvPicPr/>
                <p:nvPr/>
              </p:nvPicPr>
              <p:blipFill>
                <a:blip r:embed="rId135"/>
                <a:stretch>
                  <a:fillRect/>
                </a:stretch>
              </p:blipFill>
              <p:spPr>
                <a:xfrm>
                  <a:off x="10822268" y="4938243"/>
                  <a:ext cx="237426" cy="132586"/>
                </a:xfrm>
                <a:prstGeom prst="rect">
                  <a:avLst/>
                </a:prstGeom>
              </p:spPr>
            </p:pic>
          </mc:Fallback>
        </mc:AlternateContent>
        <p:pic>
          <p:nvPicPr>
            <p:cNvPr id="1197" name="Picture 1196" descr="A cartoon of a person with her hand up&#10;&#10;AI-generated content may be incorrect.">
              <a:extLst>
                <a:ext uri="{FF2B5EF4-FFF2-40B4-BE49-F238E27FC236}">
                  <a16:creationId xmlns:a16="http://schemas.microsoft.com/office/drawing/2014/main" id="{643BB5F0-D204-B99E-C5AC-C8555BDB23C1}"/>
                </a:ext>
              </a:extLst>
            </p:cNvPr>
            <p:cNvPicPr>
              <a:picLocks noChangeAspect="1"/>
            </p:cNvPicPr>
            <p:nvPr/>
          </p:nvPicPr>
          <p:blipFill>
            <a:blip r:embed="rId13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659849" y="4939317"/>
              <a:ext cx="562690" cy="756000"/>
            </a:xfrm>
            <a:prstGeom prst="rect">
              <a:avLst/>
            </a:prstGeom>
          </p:spPr>
        </p:pic>
      </p:grpSp>
      <p:cxnSp>
        <p:nvCxnSpPr>
          <p:cNvPr id="1203" name="Connector: Curved 1202">
            <a:extLst>
              <a:ext uri="{FF2B5EF4-FFF2-40B4-BE49-F238E27FC236}">
                <a16:creationId xmlns:a16="http://schemas.microsoft.com/office/drawing/2014/main" id="{0C1F52D0-F7C3-EB51-5ACA-69DDB3A631EA}"/>
              </a:ext>
            </a:extLst>
          </p:cNvPr>
          <p:cNvCxnSpPr/>
          <p:nvPr/>
        </p:nvCxnSpPr>
        <p:spPr>
          <a:xfrm rot="16200000" flipH="1">
            <a:off x="3024192" y="6211354"/>
            <a:ext cx="2954418" cy="1395780"/>
          </a:xfrm>
          <a:prstGeom prst="curvedConnector3">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04" name="TextBox 1203">
            <a:extLst>
              <a:ext uri="{FF2B5EF4-FFF2-40B4-BE49-F238E27FC236}">
                <a16:creationId xmlns:a16="http://schemas.microsoft.com/office/drawing/2014/main" id="{6FDD410F-8CF2-B984-C3D9-1CDE92D9ED13}"/>
              </a:ext>
            </a:extLst>
          </p:cNvPr>
          <p:cNvSpPr txBox="1"/>
          <p:nvPr/>
        </p:nvSpPr>
        <p:spPr>
          <a:xfrm>
            <a:off x="4919877" y="8480489"/>
            <a:ext cx="3073463" cy="954107"/>
          </a:xfrm>
          <a:prstGeom prst="rect">
            <a:avLst/>
          </a:prstGeom>
          <a:noFill/>
        </p:spPr>
        <p:txBody>
          <a:bodyPr wrap="square" rtlCol="0">
            <a:spAutoFit/>
          </a:bodyPr>
          <a:lstStyle/>
          <a:p>
            <a:r>
              <a:rPr lang="en-US" sz="1400" dirty="0">
                <a:latin typeface="Dreaming Outloud Pro" panose="020F0502020204030204" pitchFamily="66" charset="0"/>
                <a:cs typeface="Dreaming Outloud Pro" panose="020F0502020204030204" pitchFamily="66" charset="0"/>
              </a:rPr>
              <a:t>Complete draining disturbs the stable mass balance between the input flow, the accumulation threshold, and the dominant vapor loss</a:t>
            </a:r>
            <a:endParaRPr lang="en-IN" sz="1400" dirty="0">
              <a:latin typeface="Dreaming Outloud Pro" panose="020F0502020204030204" pitchFamily="66" charset="0"/>
              <a:cs typeface="Dreaming Outloud Pro" panose="020F0502020204030204" pitchFamily="66" charset="0"/>
            </a:endParaRPr>
          </a:p>
        </p:txBody>
      </p:sp>
      <p:sp>
        <p:nvSpPr>
          <p:cNvPr id="1205" name="Left Brace 1204">
            <a:extLst>
              <a:ext uri="{FF2B5EF4-FFF2-40B4-BE49-F238E27FC236}">
                <a16:creationId xmlns:a16="http://schemas.microsoft.com/office/drawing/2014/main" id="{04549169-BEE5-69F4-12AF-25E83324DFDF}"/>
              </a:ext>
            </a:extLst>
          </p:cNvPr>
          <p:cNvSpPr/>
          <p:nvPr/>
        </p:nvSpPr>
        <p:spPr>
          <a:xfrm>
            <a:off x="4793019" y="8472710"/>
            <a:ext cx="238669" cy="1023602"/>
          </a:xfrm>
          <a:custGeom>
            <a:avLst/>
            <a:gdLst>
              <a:gd name="connsiteX0" fmla="*/ 238669 w 238669"/>
              <a:gd name="connsiteY0" fmla="*/ 1023602 h 1023602"/>
              <a:gd name="connsiteX1" fmla="*/ 119334 w 238669"/>
              <a:gd name="connsiteY1" fmla="*/ 1003714 h 1023602"/>
              <a:gd name="connsiteX2" fmla="*/ 119335 w 238669"/>
              <a:gd name="connsiteY2" fmla="*/ 531689 h 1023602"/>
              <a:gd name="connsiteX3" fmla="*/ 0 w 238669"/>
              <a:gd name="connsiteY3" fmla="*/ 511801 h 1023602"/>
              <a:gd name="connsiteX4" fmla="*/ 119335 w 238669"/>
              <a:gd name="connsiteY4" fmla="*/ 491913 h 1023602"/>
              <a:gd name="connsiteX5" fmla="*/ 119335 w 238669"/>
              <a:gd name="connsiteY5" fmla="*/ 19888 h 1023602"/>
              <a:gd name="connsiteX6" fmla="*/ 238670 w 238669"/>
              <a:gd name="connsiteY6" fmla="*/ 0 h 1023602"/>
              <a:gd name="connsiteX7" fmla="*/ 238669 w 238669"/>
              <a:gd name="connsiteY7" fmla="*/ 1023602 h 1023602"/>
              <a:gd name="connsiteX0" fmla="*/ 238669 w 238669"/>
              <a:gd name="connsiteY0" fmla="*/ 1023602 h 1023602"/>
              <a:gd name="connsiteX1" fmla="*/ 119334 w 238669"/>
              <a:gd name="connsiteY1" fmla="*/ 1003714 h 1023602"/>
              <a:gd name="connsiteX2" fmla="*/ 119335 w 238669"/>
              <a:gd name="connsiteY2" fmla="*/ 531689 h 1023602"/>
              <a:gd name="connsiteX3" fmla="*/ 0 w 238669"/>
              <a:gd name="connsiteY3" fmla="*/ 511801 h 1023602"/>
              <a:gd name="connsiteX4" fmla="*/ 119335 w 238669"/>
              <a:gd name="connsiteY4" fmla="*/ 491913 h 1023602"/>
              <a:gd name="connsiteX5" fmla="*/ 119335 w 238669"/>
              <a:gd name="connsiteY5" fmla="*/ 19888 h 1023602"/>
              <a:gd name="connsiteX6" fmla="*/ 238670 w 238669"/>
              <a:gd name="connsiteY6" fmla="*/ 0 h 1023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8669" h="1023602" stroke="0" extrusionOk="0">
                <a:moveTo>
                  <a:pt x="238669" y="1023602"/>
                </a:moveTo>
                <a:cubicBezTo>
                  <a:pt x="170681" y="1022029"/>
                  <a:pt x="117006" y="1015439"/>
                  <a:pt x="119334" y="1003714"/>
                </a:cubicBezTo>
                <a:cubicBezTo>
                  <a:pt x="102818" y="867751"/>
                  <a:pt x="163226" y="678198"/>
                  <a:pt x="119335" y="531689"/>
                </a:cubicBezTo>
                <a:cubicBezTo>
                  <a:pt x="121130" y="508260"/>
                  <a:pt x="59038" y="515302"/>
                  <a:pt x="0" y="511801"/>
                </a:cubicBezTo>
                <a:cubicBezTo>
                  <a:pt x="64980" y="511667"/>
                  <a:pt x="121127" y="503973"/>
                  <a:pt x="119335" y="491913"/>
                </a:cubicBezTo>
                <a:cubicBezTo>
                  <a:pt x="99823" y="284106"/>
                  <a:pt x="124739" y="175306"/>
                  <a:pt x="119335" y="19888"/>
                </a:cubicBezTo>
                <a:cubicBezTo>
                  <a:pt x="120035" y="7931"/>
                  <a:pt x="170908" y="-1745"/>
                  <a:pt x="238670" y="0"/>
                </a:cubicBezTo>
                <a:cubicBezTo>
                  <a:pt x="140261" y="318004"/>
                  <a:pt x="175759" y="650854"/>
                  <a:pt x="238669" y="1023602"/>
                </a:cubicBezTo>
                <a:close/>
              </a:path>
              <a:path w="238669" h="1023602" fill="none" extrusionOk="0">
                <a:moveTo>
                  <a:pt x="238669" y="1023602"/>
                </a:moveTo>
                <a:cubicBezTo>
                  <a:pt x="172477" y="1024332"/>
                  <a:pt x="118920" y="1013225"/>
                  <a:pt x="119334" y="1003714"/>
                </a:cubicBezTo>
                <a:cubicBezTo>
                  <a:pt x="133108" y="853944"/>
                  <a:pt x="129291" y="697229"/>
                  <a:pt x="119335" y="531689"/>
                </a:cubicBezTo>
                <a:cubicBezTo>
                  <a:pt x="125431" y="525774"/>
                  <a:pt x="69480" y="510604"/>
                  <a:pt x="0" y="511801"/>
                </a:cubicBezTo>
                <a:cubicBezTo>
                  <a:pt x="64841" y="510166"/>
                  <a:pt x="118932" y="502211"/>
                  <a:pt x="119335" y="491913"/>
                </a:cubicBezTo>
                <a:cubicBezTo>
                  <a:pt x="77458" y="320625"/>
                  <a:pt x="133696" y="115964"/>
                  <a:pt x="119335" y="19888"/>
                </a:cubicBezTo>
                <a:cubicBezTo>
                  <a:pt x="106257" y="4145"/>
                  <a:pt x="162833" y="5836"/>
                  <a:pt x="238670" y="0"/>
                </a:cubicBezTo>
              </a:path>
            </a:pathLst>
          </a:custGeom>
          <a:ln w="28575">
            <a:solidFill>
              <a:schemeClr val="tx1"/>
            </a:solidFill>
            <a:extLst>
              <a:ext uri="{C807C97D-BFC1-408E-A445-0C87EB9F89A2}">
                <ask:lineSketchStyleProps xmlns:ask="http://schemas.microsoft.com/office/drawing/2018/sketchyshapes" sd="2035704394">
                  <a:prstGeom prst="leftBrace">
                    <a:avLst/>
                  </a:prstGeom>
                  <ask:type>
                    <ask:lineSketchScribble/>
                  </ask:type>
                </ask:lineSketchStyleProps>
              </a:ext>
            </a:extLst>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grpSp>
        <p:nvGrpSpPr>
          <p:cNvPr id="1210" name="Group 1209">
            <a:extLst>
              <a:ext uri="{FF2B5EF4-FFF2-40B4-BE49-F238E27FC236}">
                <a16:creationId xmlns:a16="http://schemas.microsoft.com/office/drawing/2014/main" id="{7A4DD1A5-10AE-60F6-5315-5180629E0BE8}"/>
              </a:ext>
            </a:extLst>
          </p:cNvPr>
          <p:cNvGrpSpPr/>
          <p:nvPr/>
        </p:nvGrpSpPr>
        <p:grpSpPr>
          <a:xfrm>
            <a:off x="10162762" y="484340"/>
            <a:ext cx="1619520" cy="461665"/>
            <a:chOff x="8724900" y="4800600"/>
            <a:chExt cx="1619520" cy="461665"/>
          </a:xfrm>
        </p:grpSpPr>
        <p:sp>
          <p:nvSpPr>
            <p:cNvPr id="1211" name="TextBox 1210">
              <a:extLst>
                <a:ext uri="{FF2B5EF4-FFF2-40B4-BE49-F238E27FC236}">
                  <a16:creationId xmlns:a16="http://schemas.microsoft.com/office/drawing/2014/main" id="{FE01B340-D301-7701-CB53-AA80D66BB328}"/>
                </a:ext>
              </a:extLst>
            </p:cNvPr>
            <p:cNvSpPr txBox="1"/>
            <p:nvPr/>
          </p:nvSpPr>
          <p:spPr>
            <a:xfrm>
              <a:off x="8724900" y="4800600"/>
              <a:ext cx="1508233" cy="461665"/>
            </a:xfrm>
            <a:prstGeom prst="rect">
              <a:avLst/>
            </a:prstGeom>
            <a:noFill/>
          </p:spPr>
          <p:txBody>
            <a:bodyPr wrap="none" rtlCol="0">
              <a:spAutoFit/>
            </a:bodyPr>
            <a:lstStyle/>
            <a:p>
              <a:r>
                <a:rPr lang="en-US" sz="2400" dirty="0">
                  <a:latin typeface="SKETCHNOTE" pitchFamily="50" charset="0"/>
                </a:rPr>
                <a:t>Validation</a:t>
              </a:r>
              <a:endParaRPr lang="en-IN" sz="2400" dirty="0">
                <a:latin typeface="SKETCHNOTE" pitchFamily="50" charset="0"/>
              </a:endParaRPr>
            </a:p>
          </p:txBody>
        </p:sp>
        <mc:AlternateContent xmlns:mc="http://schemas.openxmlformats.org/markup-compatibility/2006">
          <mc:Choice xmlns:p14="http://schemas.microsoft.com/office/powerpoint/2010/main" Requires="p14">
            <p:contentPart p14:bwMode="auto" r:id="rId153">
              <p14:nvContentPartPr>
                <p14:cNvPr id="1212" name="Ink 1211">
                  <a:extLst>
                    <a:ext uri="{FF2B5EF4-FFF2-40B4-BE49-F238E27FC236}">
                      <a16:creationId xmlns:a16="http://schemas.microsoft.com/office/drawing/2014/main" id="{65BC7DDC-DB8F-1790-66C5-CACCABA6A451}"/>
                    </a:ext>
                  </a:extLst>
                </p14:cNvPr>
                <p14:cNvContentPartPr/>
                <p14:nvPr/>
              </p14:nvContentPartPr>
              <p14:xfrm>
                <a:off x="9219780" y="5057475"/>
                <a:ext cx="1124640" cy="720"/>
              </p14:xfrm>
            </p:contentPart>
          </mc:Choice>
          <mc:Fallback>
            <p:pic>
              <p:nvPicPr>
                <p:cNvPr id="1212" name="Ink 1211">
                  <a:extLst>
                    <a:ext uri="{FF2B5EF4-FFF2-40B4-BE49-F238E27FC236}">
                      <a16:creationId xmlns:a16="http://schemas.microsoft.com/office/drawing/2014/main" id="{65BC7DDC-DB8F-1790-66C5-CACCABA6A451}"/>
                    </a:ext>
                  </a:extLst>
                </p:cNvPr>
                <p:cNvPicPr/>
                <p:nvPr/>
              </p:nvPicPr>
              <p:blipFill>
                <a:blip r:embed="rId44"/>
                <a:stretch>
                  <a:fillRect/>
                </a:stretch>
              </p:blipFill>
              <p:spPr>
                <a:xfrm>
                  <a:off x="9183780" y="4913475"/>
                  <a:ext cx="1196280" cy="28800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213" name="Ink 1212">
                  <a:extLst>
                    <a:ext uri="{FF2B5EF4-FFF2-40B4-BE49-F238E27FC236}">
                      <a16:creationId xmlns:a16="http://schemas.microsoft.com/office/drawing/2014/main" id="{C6A3F70C-E3E6-21B6-79E3-5C84421E76AE}"/>
                    </a:ext>
                  </a:extLst>
                </p14:cNvPr>
                <p14:cNvContentPartPr/>
                <p14:nvPr/>
              </p14:nvContentPartPr>
              <p14:xfrm>
                <a:off x="9419940" y="5143155"/>
                <a:ext cx="917280" cy="360"/>
              </p14:xfrm>
            </p:contentPart>
          </mc:Choice>
          <mc:Fallback>
            <p:pic>
              <p:nvPicPr>
                <p:cNvPr id="1213" name="Ink 1212">
                  <a:extLst>
                    <a:ext uri="{FF2B5EF4-FFF2-40B4-BE49-F238E27FC236}">
                      <a16:creationId xmlns:a16="http://schemas.microsoft.com/office/drawing/2014/main" id="{C6A3F70C-E3E6-21B6-79E3-5C84421E76AE}"/>
                    </a:ext>
                  </a:extLst>
                </p:cNvPr>
                <p:cNvPicPr/>
                <p:nvPr/>
              </p:nvPicPr>
              <p:blipFill>
                <a:blip r:embed="rId46"/>
                <a:stretch>
                  <a:fillRect/>
                </a:stretch>
              </p:blipFill>
              <p:spPr>
                <a:xfrm>
                  <a:off x="9383940" y="5071155"/>
                  <a:ext cx="98892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1214" name="Ink 1213">
                  <a:extLst>
                    <a:ext uri="{FF2B5EF4-FFF2-40B4-BE49-F238E27FC236}">
                      <a16:creationId xmlns:a16="http://schemas.microsoft.com/office/drawing/2014/main" id="{F52E2B2A-6701-F7BD-53C5-4FF2D50FE2DA}"/>
                    </a:ext>
                  </a:extLst>
                </p14:cNvPr>
                <p14:cNvContentPartPr/>
                <p14:nvPr/>
              </p14:nvContentPartPr>
              <p14:xfrm>
                <a:off x="8953020" y="5047755"/>
                <a:ext cx="310680" cy="360"/>
              </p14:xfrm>
            </p:contentPart>
          </mc:Choice>
          <mc:Fallback>
            <p:pic>
              <p:nvPicPr>
                <p:cNvPr id="1214" name="Ink 1213">
                  <a:extLst>
                    <a:ext uri="{FF2B5EF4-FFF2-40B4-BE49-F238E27FC236}">
                      <a16:creationId xmlns:a16="http://schemas.microsoft.com/office/drawing/2014/main" id="{F52E2B2A-6701-F7BD-53C5-4FF2D50FE2DA}"/>
                    </a:ext>
                  </a:extLst>
                </p:cNvPr>
                <p:cNvPicPr/>
                <p:nvPr/>
              </p:nvPicPr>
              <p:blipFill>
                <a:blip r:embed="rId48"/>
                <a:stretch>
                  <a:fillRect/>
                </a:stretch>
              </p:blipFill>
              <p:spPr>
                <a:xfrm>
                  <a:off x="8917020" y="4975755"/>
                  <a:ext cx="38232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215" name="Ink 1214">
                  <a:extLst>
                    <a:ext uri="{FF2B5EF4-FFF2-40B4-BE49-F238E27FC236}">
                      <a16:creationId xmlns:a16="http://schemas.microsoft.com/office/drawing/2014/main" id="{72A719B5-6F84-FF1F-404C-31EAC31C0E1B}"/>
                    </a:ext>
                  </a:extLst>
                </p14:cNvPr>
                <p14:cNvContentPartPr/>
                <p14:nvPr/>
              </p14:nvContentPartPr>
              <p14:xfrm>
                <a:off x="9057780" y="5133075"/>
                <a:ext cx="271440" cy="29520"/>
              </p14:xfrm>
            </p:contentPart>
          </mc:Choice>
          <mc:Fallback>
            <p:pic>
              <p:nvPicPr>
                <p:cNvPr id="1215" name="Ink 1214">
                  <a:extLst>
                    <a:ext uri="{FF2B5EF4-FFF2-40B4-BE49-F238E27FC236}">
                      <a16:creationId xmlns:a16="http://schemas.microsoft.com/office/drawing/2014/main" id="{72A719B5-6F84-FF1F-404C-31EAC31C0E1B}"/>
                    </a:ext>
                  </a:extLst>
                </p:cNvPr>
                <p:cNvPicPr/>
                <p:nvPr/>
              </p:nvPicPr>
              <p:blipFill>
                <a:blip r:embed="rId50"/>
                <a:stretch>
                  <a:fillRect/>
                </a:stretch>
              </p:blipFill>
              <p:spPr>
                <a:xfrm>
                  <a:off x="9021780" y="5061075"/>
                  <a:ext cx="343080" cy="173160"/>
                </a:xfrm>
                <a:prstGeom prst="rect">
                  <a:avLst/>
                </a:prstGeom>
              </p:spPr>
            </p:pic>
          </mc:Fallback>
        </mc:AlternateContent>
      </p:grpSp>
    </p:spTree>
    <p:extLst>
      <p:ext uri="{BB962C8B-B14F-4D97-AF65-F5344CB8AC3E}">
        <p14:creationId xmlns:p14="http://schemas.microsoft.com/office/powerpoint/2010/main" val="229502020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418</TotalTime>
  <Words>402</Words>
  <Application>Microsoft Office PowerPoint</Application>
  <PresentationFormat>A3 Paper (297x420 mm)</PresentationFormat>
  <Paragraphs>59</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Aptos</vt:lpstr>
      <vt:lpstr>Aptos Display</vt:lpstr>
      <vt:lpstr>Arial</vt:lpstr>
      <vt:lpstr>Ballpoint</vt:lpstr>
      <vt:lpstr>Dreaming Outloud Pro</vt:lpstr>
      <vt:lpstr>Permanent Marker</vt:lpstr>
      <vt:lpstr>SKETCHNOTE</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sankar sasmal</dc:creator>
  <cp:lastModifiedBy>sankar sasmal</cp:lastModifiedBy>
  <cp:revision>34</cp:revision>
  <dcterms:created xsi:type="dcterms:W3CDTF">2025-11-17T15:13:38Z</dcterms:created>
  <dcterms:modified xsi:type="dcterms:W3CDTF">2025-11-18T17:17:38Z</dcterms:modified>
</cp:coreProperties>
</file>